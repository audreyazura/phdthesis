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540875" cy="558006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368" y="-654"/>
      </p:cViewPr>
      <p:guideLst>
        <p:guide orient="horz" pos="1758"/>
        <p:guide pos="30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15566" y="1733436"/>
            <a:ext cx="8109744" cy="119609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31135" y="3162038"/>
            <a:ext cx="6678613" cy="1426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4949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704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3664" y="3585709"/>
            <a:ext cx="8109744" cy="11082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3664" y="2365069"/>
            <a:ext cx="8109744" cy="12206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8274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77045" y="1302017"/>
            <a:ext cx="4213886" cy="3682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849945" y="1302017"/>
            <a:ext cx="4213886" cy="3682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602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77048" y="1249058"/>
            <a:ext cx="4215543" cy="52054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7048" y="1769605"/>
            <a:ext cx="4215543" cy="321499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846632" y="1249058"/>
            <a:ext cx="4217200" cy="52054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846632" y="1769605"/>
            <a:ext cx="4217200" cy="321499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8880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800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4733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77044" y="222169"/>
            <a:ext cx="3138882" cy="94551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730217" y="222171"/>
            <a:ext cx="5333614" cy="476242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77044" y="1167679"/>
            <a:ext cx="3138882" cy="38169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5285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70082" y="3906045"/>
            <a:ext cx="5724525" cy="46113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70082" y="498590"/>
            <a:ext cx="5724525" cy="33480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70082" y="4367175"/>
            <a:ext cx="5724525" cy="6548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405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9823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917137" y="223461"/>
            <a:ext cx="2146697" cy="476113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77043" y="223461"/>
            <a:ext cx="6281076" cy="476113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5879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77044" y="223461"/>
            <a:ext cx="8586788" cy="9300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77044" y="1302017"/>
            <a:ext cx="8586788" cy="3682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77044" y="5171893"/>
            <a:ext cx="222620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3D2A7-D861-4126-922F-0D373D3F308C}" type="datetimeFigureOut">
              <a:rPr lang="fr-FR" smtClean="0"/>
              <a:t>19/10/2017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259802" y="5171893"/>
            <a:ext cx="3021277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837627" y="5171893"/>
            <a:ext cx="222620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6891C-EF18-467C-BC50-49FF81B25A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000" y="-97200"/>
            <a:ext cx="5216525" cy="576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00" y="-97200"/>
            <a:ext cx="5216525" cy="5768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ZoneTexte 29"/>
          <p:cNvSpPr txBox="1"/>
          <p:nvPr/>
        </p:nvSpPr>
        <p:spPr>
          <a:xfrm>
            <a:off x="85454" y="-99392"/>
            <a:ext cx="5838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4909990" y="-99392"/>
            <a:ext cx="6046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3511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</Words>
  <Application>Microsoft Office PowerPoint</Application>
  <PresentationFormat>Personnalisé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</cp:revision>
  <dcterms:created xsi:type="dcterms:W3CDTF">2017-06-29T18:14:39Z</dcterms:created>
  <dcterms:modified xsi:type="dcterms:W3CDTF">2017-10-19T17:38:09Z</dcterms:modified>
</cp:coreProperties>
</file>