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540875" cy="558006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444" y="-174"/>
      </p:cViewPr>
      <p:guideLst>
        <p:guide orient="horz" pos="1758"/>
        <p:guide pos="30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15566" y="1733436"/>
            <a:ext cx="8109744" cy="119609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31135" y="3162038"/>
            <a:ext cx="6678613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4949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3664" y="3585709"/>
            <a:ext cx="8109744" cy="11082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3664" y="2365069"/>
            <a:ext cx="8109744" cy="12206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274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7045" y="1302017"/>
            <a:ext cx="4213886" cy="368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49945" y="1302017"/>
            <a:ext cx="4213886" cy="368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02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7048" y="1249058"/>
            <a:ext cx="4215543" cy="5205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7048" y="1769605"/>
            <a:ext cx="4215543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846632" y="1249058"/>
            <a:ext cx="4217200" cy="52054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846632" y="1769605"/>
            <a:ext cx="4217200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880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800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473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7044" y="222169"/>
            <a:ext cx="3138882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30217" y="222171"/>
            <a:ext cx="5333614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7044" y="1167679"/>
            <a:ext cx="3138882" cy="38169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28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70082" y="3906045"/>
            <a:ext cx="5724525" cy="46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70082" y="498590"/>
            <a:ext cx="572452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70082" y="4367175"/>
            <a:ext cx="572452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0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82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917137" y="223461"/>
            <a:ext cx="2146697" cy="476113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77043" y="223461"/>
            <a:ext cx="6281076" cy="476113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87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7044" y="223461"/>
            <a:ext cx="8586788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7044" y="1302017"/>
            <a:ext cx="8586788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7044" y="5171893"/>
            <a:ext cx="2226204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3D2A7-D861-4126-922F-0D373D3F308C}" type="datetimeFigureOut">
              <a:rPr lang="fr-FR" smtClean="0"/>
              <a:t>07/11/2017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259802" y="5171893"/>
            <a:ext cx="302127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837627" y="5171893"/>
            <a:ext cx="2226204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6891C-EF18-467C-BC50-49FF81B25AF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9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000" y="-97200"/>
            <a:ext cx="5216525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00" y="-97200"/>
            <a:ext cx="5216525" cy="5768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ZoneTexte 29"/>
          <p:cNvSpPr txBox="1"/>
          <p:nvPr/>
        </p:nvSpPr>
        <p:spPr>
          <a:xfrm>
            <a:off x="85454" y="-99392"/>
            <a:ext cx="58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4909990" y="-99392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eur droit 2"/>
          <p:cNvCxnSpPr/>
          <p:nvPr/>
        </p:nvCxnSpPr>
        <p:spPr>
          <a:xfrm>
            <a:off x="1146274" y="4158183"/>
            <a:ext cx="0" cy="288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2557751" y="4158183"/>
            <a:ext cx="0" cy="288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/>
          <p:cNvCxnSpPr/>
          <p:nvPr/>
        </p:nvCxnSpPr>
        <p:spPr>
          <a:xfrm>
            <a:off x="954013" y="4446215"/>
            <a:ext cx="1922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2561952" y="4446215"/>
            <a:ext cx="20644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1146274" y="4158183"/>
            <a:ext cx="14114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5994573" y="4158183"/>
            <a:ext cx="0" cy="288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7406050" y="4158183"/>
            <a:ext cx="0" cy="288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5802312" y="4446215"/>
            <a:ext cx="19226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>
            <a:off x="7410251" y="4446215"/>
            <a:ext cx="20644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5994573" y="4158183"/>
            <a:ext cx="14114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1153827" y="4148891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b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pulse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6004661" y="4148891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b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pulse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3511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</Words>
  <Application>Microsoft Office PowerPoint</Application>
  <PresentationFormat>Personnalisé</PresentationFormat>
  <Paragraphs>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4</cp:revision>
  <dcterms:created xsi:type="dcterms:W3CDTF">2017-06-29T18:14:39Z</dcterms:created>
  <dcterms:modified xsi:type="dcterms:W3CDTF">2017-11-07T12:29:34Z</dcterms:modified>
</cp:coreProperties>
</file>