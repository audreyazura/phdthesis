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889375" cy="5221288"/>
  <p:notesSz cx="6858000" cy="9144000"/>
  <p:defaultTextStyle>
    <a:defPPr>
      <a:defRPr lang="fr-FR"/>
    </a:defPPr>
    <a:lvl1pPr marL="0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82870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65739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848609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131479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414348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697218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980087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262957" algn="l" defTabSz="56573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-2442" y="-162"/>
      </p:cViewPr>
      <p:guideLst>
        <p:guide orient="horz" pos="1645"/>
        <p:guide pos="12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91705" y="1621989"/>
            <a:ext cx="3305970" cy="111919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83409" y="2958732"/>
            <a:ext cx="2722563" cy="133432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82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65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48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314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14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97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9800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262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3167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8698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7235" y="3355161"/>
            <a:ext cx="3305970" cy="1037006"/>
          </a:xfrm>
        </p:spPr>
        <p:txBody>
          <a:bodyPr anchor="t"/>
          <a:lstStyle>
            <a:lvl1pPr algn="l">
              <a:defRPr sz="25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7235" y="2213005"/>
            <a:ext cx="3305970" cy="1142156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8287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65739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84860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13147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4143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69721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98008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26295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032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9262" y="927026"/>
            <a:ext cx="863630" cy="2623939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027715" y="927026"/>
            <a:ext cx="863630" cy="2623939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116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4470" y="209098"/>
            <a:ext cx="3500437" cy="870215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94469" y="1168747"/>
            <a:ext cx="1718484" cy="487078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82870" indent="0">
              <a:buNone/>
              <a:defRPr sz="1200" b="1"/>
            </a:lvl2pPr>
            <a:lvl3pPr marL="565739" indent="0">
              <a:buNone/>
              <a:defRPr sz="1100" b="1"/>
            </a:lvl3pPr>
            <a:lvl4pPr marL="848609" indent="0">
              <a:buNone/>
              <a:defRPr sz="1000" b="1"/>
            </a:lvl4pPr>
            <a:lvl5pPr marL="1131479" indent="0">
              <a:buNone/>
              <a:defRPr sz="1000" b="1"/>
            </a:lvl5pPr>
            <a:lvl6pPr marL="1414348" indent="0">
              <a:buNone/>
              <a:defRPr sz="1000" b="1"/>
            </a:lvl6pPr>
            <a:lvl7pPr marL="1697218" indent="0">
              <a:buNone/>
              <a:defRPr sz="1000" b="1"/>
            </a:lvl7pPr>
            <a:lvl8pPr marL="1980087" indent="0">
              <a:buNone/>
              <a:defRPr sz="1000" b="1"/>
            </a:lvl8pPr>
            <a:lvl9pPr marL="2262957" indent="0">
              <a:buNone/>
              <a:defRPr sz="1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94469" y="1655825"/>
            <a:ext cx="1718484" cy="3008284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1975752" y="1168747"/>
            <a:ext cx="1719157" cy="487078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82870" indent="0">
              <a:buNone/>
              <a:defRPr sz="1200" b="1"/>
            </a:lvl2pPr>
            <a:lvl3pPr marL="565739" indent="0">
              <a:buNone/>
              <a:defRPr sz="1100" b="1"/>
            </a:lvl3pPr>
            <a:lvl4pPr marL="848609" indent="0">
              <a:buNone/>
              <a:defRPr sz="1000" b="1"/>
            </a:lvl4pPr>
            <a:lvl5pPr marL="1131479" indent="0">
              <a:buNone/>
              <a:defRPr sz="1000" b="1"/>
            </a:lvl5pPr>
            <a:lvl6pPr marL="1414348" indent="0">
              <a:buNone/>
              <a:defRPr sz="1000" b="1"/>
            </a:lvl6pPr>
            <a:lvl7pPr marL="1697218" indent="0">
              <a:buNone/>
              <a:defRPr sz="1000" b="1"/>
            </a:lvl7pPr>
            <a:lvl8pPr marL="1980087" indent="0">
              <a:buNone/>
              <a:defRPr sz="1000" b="1"/>
            </a:lvl8pPr>
            <a:lvl9pPr marL="2262957" indent="0">
              <a:buNone/>
              <a:defRPr sz="1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975752" y="1655825"/>
            <a:ext cx="1719157" cy="3008284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15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574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3112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4471" y="207885"/>
            <a:ext cx="1279576" cy="884718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20639" y="207890"/>
            <a:ext cx="2174269" cy="4456225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5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94471" y="1092603"/>
            <a:ext cx="1279576" cy="3571506"/>
          </a:xfrm>
        </p:spPr>
        <p:txBody>
          <a:bodyPr/>
          <a:lstStyle>
            <a:lvl1pPr marL="0" indent="0">
              <a:buNone/>
              <a:defRPr sz="900"/>
            </a:lvl1pPr>
            <a:lvl2pPr marL="282870" indent="0">
              <a:buNone/>
              <a:defRPr sz="700"/>
            </a:lvl2pPr>
            <a:lvl3pPr marL="565739" indent="0">
              <a:buNone/>
              <a:defRPr sz="600"/>
            </a:lvl3pPr>
            <a:lvl4pPr marL="848609" indent="0">
              <a:buNone/>
              <a:defRPr sz="600"/>
            </a:lvl4pPr>
            <a:lvl5pPr marL="1131479" indent="0">
              <a:buNone/>
              <a:defRPr sz="600"/>
            </a:lvl5pPr>
            <a:lvl6pPr marL="1414348" indent="0">
              <a:buNone/>
              <a:defRPr sz="600"/>
            </a:lvl6pPr>
            <a:lvl7pPr marL="1697218" indent="0">
              <a:buNone/>
              <a:defRPr sz="600"/>
            </a:lvl7pPr>
            <a:lvl8pPr marL="1980087" indent="0">
              <a:buNone/>
              <a:defRPr sz="600"/>
            </a:lvl8pPr>
            <a:lvl9pPr marL="2262957" indent="0">
              <a:buNone/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408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62346" y="3654902"/>
            <a:ext cx="2333625" cy="431482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762346" y="466535"/>
            <a:ext cx="2333625" cy="3132773"/>
          </a:xfrm>
        </p:spPr>
        <p:txBody>
          <a:bodyPr/>
          <a:lstStyle>
            <a:lvl1pPr marL="0" indent="0">
              <a:buNone/>
              <a:defRPr sz="2000"/>
            </a:lvl1pPr>
            <a:lvl2pPr marL="282870" indent="0">
              <a:buNone/>
              <a:defRPr sz="1700"/>
            </a:lvl2pPr>
            <a:lvl3pPr marL="565739" indent="0">
              <a:buNone/>
              <a:defRPr sz="1500"/>
            </a:lvl3pPr>
            <a:lvl4pPr marL="848609" indent="0">
              <a:buNone/>
              <a:defRPr sz="1200"/>
            </a:lvl4pPr>
            <a:lvl5pPr marL="1131479" indent="0">
              <a:buNone/>
              <a:defRPr sz="1200"/>
            </a:lvl5pPr>
            <a:lvl6pPr marL="1414348" indent="0">
              <a:buNone/>
              <a:defRPr sz="1200"/>
            </a:lvl6pPr>
            <a:lvl7pPr marL="1697218" indent="0">
              <a:buNone/>
              <a:defRPr sz="1200"/>
            </a:lvl7pPr>
            <a:lvl8pPr marL="1980087" indent="0">
              <a:buNone/>
              <a:defRPr sz="1200"/>
            </a:lvl8pPr>
            <a:lvl9pPr marL="2262957" indent="0">
              <a:buNone/>
              <a:defRPr sz="12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62346" y="4086383"/>
            <a:ext cx="2333625" cy="612776"/>
          </a:xfrm>
        </p:spPr>
        <p:txBody>
          <a:bodyPr/>
          <a:lstStyle>
            <a:lvl1pPr marL="0" indent="0">
              <a:buNone/>
              <a:defRPr sz="900"/>
            </a:lvl1pPr>
            <a:lvl2pPr marL="282870" indent="0">
              <a:buNone/>
              <a:defRPr sz="700"/>
            </a:lvl2pPr>
            <a:lvl3pPr marL="565739" indent="0">
              <a:buNone/>
              <a:defRPr sz="600"/>
            </a:lvl3pPr>
            <a:lvl4pPr marL="848609" indent="0">
              <a:buNone/>
              <a:defRPr sz="600"/>
            </a:lvl4pPr>
            <a:lvl5pPr marL="1131479" indent="0">
              <a:buNone/>
              <a:defRPr sz="600"/>
            </a:lvl5pPr>
            <a:lvl6pPr marL="1414348" indent="0">
              <a:buNone/>
              <a:defRPr sz="600"/>
            </a:lvl6pPr>
            <a:lvl7pPr marL="1697218" indent="0">
              <a:buNone/>
              <a:defRPr sz="600"/>
            </a:lvl7pPr>
            <a:lvl8pPr marL="1980087" indent="0">
              <a:buNone/>
              <a:defRPr sz="600"/>
            </a:lvl8pPr>
            <a:lvl9pPr marL="2262957" indent="0">
              <a:buNone/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4669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24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443663" y="159540"/>
            <a:ext cx="447683" cy="339142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9263" y="159540"/>
            <a:ext cx="1279576" cy="339142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6767-5D18-49F0-944B-FB1FAC7990BF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285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94470" y="209098"/>
            <a:ext cx="3500437" cy="870215"/>
          </a:xfrm>
          <a:prstGeom prst="rect">
            <a:avLst/>
          </a:prstGeom>
        </p:spPr>
        <p:txBody>
          <a:bodyPr vert="horz" lIns="56574" tIns="28287" rIns="56574" bIns="28287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94470" y="1218306"/>
            <a:ext cx="3500437" cy="3445809"/>
          </a:xfrm>
          <a:prstGeom prst="rect">
            <a:avLst/>
          </a:prstGeom>
        </p:spPr>
        <p:txBody>
          <a:bodyPr vert="horz" lIns="56574" tIns="28287" rIns="56574" bIns="28287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94471" y="4839366"/>
            <a:ext cx="907520" cy="277985"/>
          </a:xfrm>
          <a:prstGeom prst="rect">
            <a:avLst/>
          </a:prstGeom>
        </p:spPr>
        <p:txBody>
          <a:bodyPr vert="horz" lIns="56574" tIns="28287" rIns="56574" bIns="28287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86767-5D18-49F0-944B-FB1FAC7990BF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28870" y="4839366"/>
            <a:ext cx="1231635" cy="277985"/>
          </a:xfrm>
          <a:prstGeom prst="rect">
            <a:avLst/>
          </a:prstGeom>
        </p:spPr>
        <p:txBody>
          <a:bodyPr vert="horz" lIns="56574" tIns="28287" rIns="56574" bIns="28287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787386" y="4839366"/>
            <a:ext cx="907520" cy="277985"/>
          </a:xfrm>
          <a:prstGeom prst="rect">
            <a:avLst/>
          </a:prstGeom>
        </p:spPr>
        <p:txBody>
          <a:bodyPr vert="horz" lIns="56574" tIns="28287" rIns="56574" bIns="28287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89D80-0D94-4251-9FB6-963E3E5DC2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79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65739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2152" indent="-212152" algn="l" defTabSz="56573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9663" indent="-176794" algn="l" defTabSz="565739" rtl="0" eaLnBrk="1" latinLnBrk="0" hangingPunct="1">
        <a:spcBef>
          <a:spcPct val="200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707174" indent="-141435" algn="l" defTabSz="5657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990044" indent="-141435" algn="l" defTabSz="565739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72913" indent="-141435" algn="l" defTabSz="565739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55783" indent="-141435" algn="l" defTabSz="5657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38653" indent="-141435" algn="l" defTabSz="5657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522" indent="-141435" algn="l" defTabSz="5657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04392" indent="-141435" algn="l" defTabSz="5657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82870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65739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848609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131479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348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697218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980087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262957" algn="l" defTabSz="565739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/>
          <p:cNvGrpSpPr>
            <a:grpSpLocks noChangeAspect="1"/>
          </p:cNvGrpSpPr>
          <p:nvPr/>
        </p:nvGrpSpPr>
        <p:grpSpPr>
          <a:xfrm>
            <a:off x="-612576" y="-171400"/>
            <a:ext cx="4956729" cy="5400000"/>
            <a:chOff x="96663" y="0"/>
            <a:chExt cx="2895488" cy="3154436"/>
          </a:xfrm>
        </p:grpSpPr>
        <p:pic>
          <p:nvPicPr>
            <p:cNvPr id="26" name="Picture 8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896"/>
            <a:stretch/>
          </p:blipFill>
          <p:spPr bwMode="auto">
            <a:xfrm>
              <a:off x="96663" y="0"/>
              <a:ext cx="2895488" cy="3154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7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99" r="9330"/>
            <a:stretch/>
          </p:blipFill>
          <p:spPr bwMode="auto">
            <a:xfrm>
              <a:off x="1407975" y="152150"/>
              <a:ext cx="1228725" cy="1480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513799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</cp:revision>
  <dcterms:created xsi:type="dcterms:W3CDTF">2017-06-29T19:01:58Z</dcterms:created>
  <dcterms:modified xsi:type="dcterms:W3CDTF">2017-06-29T19:05:13Z</dcterms:modified>
</cp:coreProperties>
</file>