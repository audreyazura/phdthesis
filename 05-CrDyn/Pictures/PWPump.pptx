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889375" cy="5221288"/>
  <p:notesSz cx="6858000" cy="9144000"/>
  <p:defaultTextStyle>
    <a:defPPr>
      <a:defRPr lang="fr-FR"/>
    </a:defPPr>
    <a:lvl1pPr marL="0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82870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65739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848609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131479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414348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697218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1980087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262957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3078" y="-840"/>
      </p:cViewPr>
      <p:guideLst>
        <p:guide orient="horz" pos="1645"/>
        <p:guide pos="122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91705" y="1621989"/>
            <a:ext cx="3305970" cy="111919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3409" y="2958732"/>
            <a:ext cx="2722563" cy="133432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828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657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486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1314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414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697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9800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2629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3167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8698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7235" y="3355161"/>
            <a:ext cx="3305970" cy="1037006"/>
          </a:xfrm>
        </p:spPr>
        <p:txBody>
          <a:bodyPr anchor="t"/>
          <a:lstStyle>
            <a:lvl1pPr algn="l">
              <a:defRPr sz="25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7235" y="2213005"/>
            <a:ext cx="3305970" cy="1142156"/>
          </a:xfrm>
        </p:spPr>
        <p:txBody>
          <a:bodyPr anchor="b"/>
          <a:lstStyle>
            <a:lvl1pPr marL="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28287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65739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3pPr>
            <a:lvl4pPr marL="848609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131479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414348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697218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98008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26295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0322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99262" y="927026"/>
            <a:ext cx="863630" cy="2623939"/>
          </a:xfrm>
        </p:spPr>
        <p:txBody>
          <a:bodyPr/>
          <a:lstStyle>
            <a:lvl1pPr>
              <a:defRPr sz="17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027715" y="927026"/>
            <a:ext cx="863630" cy="2623939"/>
          </a:xfrm>
        </p:spPr>
        <p:txBody>
          <a:bodyPr/>
          <a:lstStyle>
            <a:lvl1pPr>
              <a:defRPr sz="17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1163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4470" y="209098"/>
            <a:ext cx="3500437" cy="870215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4469" y="1168747"/>
            <a:ext cx="1718484" cy="487078"/>
          </a:xfrm>
        </p:spPr>
        <p:txBody>
          <a:bodyPr anchor="b"/>
          <a:lstStyle>
            <a:lvl1pPr marL="0" indent="0">
              <a:buNone/>
              <a:defRPr sz="1500" b="1"/>
            </a:lvl1pPr>
            <a:lvl2pPr marL="282870" indent="0">
              <a:buNone/>
              <a:defRPr sz="1200" b="1"/>
            </a:lvl2pPr>
            <a:lvl3pPr marL="565739" indent="0">
              <a:buNone/>
              <a:defRPr sz="1100" b="1"/>
            </a:lvl3pPr>
            <a:lvl4pPr marL="848609" indent="0">
              <a:buNone/>
              <a:defRPr sz="1000" b="1"/>
            </a:lvl4pPr>
            <a:lvl5pPr marL="1131479" indent="0">
              <a:buNone/>
              <a:defRPr sz="1000" b="1"/>
            </a:lvl5pPr>
            <a:lvl6pPr marL="1414348" indent="0">
              <a:buNone/>
              <a:defRPr sz="1000" b="1"/>
            </a:lvl6pPr>
            <a:lvl7pPr marL="1697218" indent="0">
              <a:buNone/>
              <a:defRPr sz="1000" b="1"/>
            </a:lvl7pPr>
            <a:lvl8pPr marL="1980087" indent="0">
              <a:buNone/>
              <a:defRPr sz="1000" b="1"/>
            </a:lvl8pPr>
            <a:lvl9pPr marL="2262957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4469" y="1655825"/>
            <a:ext cx="1718484" cy="3008284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975752" y="1168747"/>
            <a:ext cx="1719157" cy="487078"/>
          </a:xfrm>
        </p:spPr>
        <p:txBody>
          <a:bodyPr anchor="b"/>
          <a:lstStyle>
            <a:lvl1pPr marL="0" indent="0">
              <a:buNone/>
              <a:defRPr sz="1500" b="1"/>
            </a:lvl1pPr>
            <a:lvl2pPr marL="282870" indent="0">
              <a:buNone/>
              <a:defRPr sz="1200" b="1"/>
            </a:lvl2pPr>
            <a:lvl3pPr marL="565739" indent="0">
              <a:buNone/>
              <a:defRPr sz="1100" b="1"/>
            </a:lvl3pPr>
            <a:lvl4pPr marL="848609" indent="0">
              <a:buNone/>
              <a:defRPr sz="1000" b="1"/>
            </a:lvl4pPr>
            <a:lvl5pPr marL="1131479" indent="0">
              <a:buNone/>
              <a:defRPr sz="1000" b="1"/>
            </a:lvl5pPr>
            <a:lvl6pPr marL="1414348" indent="0">
              <a:buNone/>
              <a:defRPr sz="1000" b="1"/>
            </a:lvl6pPr>
            <a:lvl7pPr marL="1697218" indent="0">
              <a:buNone/>
              <a:defRPr sz="1000" b="1"/>
            </a:lvl7pPr>
            <a:lvl8pPr marL="1980087" indent="0">
              <a:buNone/>
              <a:defRPr sz="1000" b="1"/>
            </a:lvl8pPr>
            <a:lvl9pPr marL="2262957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975752" y="1655825"/>
            <a:ext cx="1719157" cy="3008284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6151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1574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31124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4471" y="207885"/>
            <a:ext cx="1279576" cy="884718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520639" y="207890"/>
            <a:ext cx="2174269" cy="4456225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5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4471" y="1092603"/>
            <a:ext cx="1279576" cy="3571506"/>
          </a:xfrm>
        </p:spPr>
        <p:txBody>
          <a:bodyPr/>
          <a:lstStyle>
            <a:lvl1pPr marL="0" indent="0">
              <a:buNone/>
              <a:defRPr sz="900"/>
            </a:lvl1pPr>
            <a:lvl2pPr marL="282870" indent="0">
              <a:buNone/>
              <a:defRPr sz="700"/>
            </a:lvl2pPr>
            <a:lvl3pPr marL="565739" indent="0">
              <a:buNone/>
              <a:defRPr sz="600"/>
            </a:lvl3pPr>
            <a:lvl4pPr marL="848609" indent="0">
              <a:buNone/>
              <a:defRPr sz="600"/>
            </a:lvl4pPr>
            <a:lvl5pPr marL="1131479" indent="0">
              <a:buNone/>
              <a:defRPr sz="600"/>
            </a:lvl5pPr>
            <a:lvl6pPr marL="1414348" indent="0">
              <a:buNone/>
              <a:defRPr sz="600"/>
            </a:lvl6pPr>
            <a:lvl7pPr marL="1697218" indent="0">
              <a:buNone/>
              <a:defRPr sz="600"/>
            </a:lvl7pPr>
            <a:lvl8pPr marL="1980087" indent="0">
              <a:buNone/>
              <a:defRPr sz="600"/>
            </a:lvl8pPr>
            <a:lvl9pPr marL="2262957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4087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2346" y="3654902"/>
            <a:ext cx="2333625" cy="431482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62346" y="466535"/>
            <a:ext cx="2333625" cy="3132773"/>
          </a:xfrm>
        </p:spPr>
        <p:txBody>
          <a:bodyPr/>
          <a:lstStyle>
            <a:lvl1pPr marL="0" indent="0">
              <a:buNone/>
              <a:defRPr sz="2000"/>
            </a:lvl1pPr>
            <a:lvl2pPr marL="282870" indent="0">
              <a:buNone/>
              <a:defRPr sz="1700"/>
            </a:lvl2pPr>
            <a:lvl3pPr marL="565739" indent="0">
              <a:buNone/>
              <a:defRPr sz="1500"/>
            </a:lvl3pPr>
            <a:lvl4pPr marL="848609" indent="0">
              <a:buNone/>
              <a:defRPr sz="1200"/>
            </a:lvl4pPr>
            <a:lvl5pPr marL="1131479" indent="0">
              <a:buNone/>
              <a:defRPr sz="1200"/>
            </a:lvl5pPr>
            <a:lvl6pPr marL="1414348" indent="0">
              <a:buNone/>
              <a:defRPr sz="1200"/>
            </a:lvl6pPr>
            <a:lvl7pPr marL="1697218" indent="0">
              <a:buNone/>
              <a:defRPr sz="1200"/>
            </a:lvl7pPr>
            <a:lvl8pPr marL="1980087" indent="0">
              <a:buNone/>
              <a:defRPr sz="1200"/>
            </a:lvl8pPr>
            <a:lvl9pPr marL="2262957" indent="0">
              <a:buNone/>
              <a:defRPr sz="12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2346" y="4086383"/>
            <a:ext cx="2333625" cy="612776"/>
          </a:xfrm>
        </p:spPr>
        <p:txBody>
          <a:bodyPr/>
          <a:lstStyle>
            <a:lvl1pPr marL="0" indent="0">
              <a:buNone/>
              <a:defRPr sz="900"/>
            </a:lvl1pPr>
            <a:lvl2pPr marL="282870" indent="0">
              <a:buNone/>
              <a:defRPr sz="700"/>
            </a:lvl2pPr>
            <a:lvl3pPr marL="565739" indent="0">
              <a:buNone/>
              <a:defRPr sz="600"/>
            </a:lvl3pPr>
            <a:lvl4pPr marL="848609" indent="0">
              <a:buNone/>
              <a:defRPr sz="600"/>
            </a:lvl4pPr>
            <a:lvl5pPr marL="1131479" indent="0">
              <a:buNone/>
              <a:defRPr sz="600"/>
            </a:lvl5pPr>
            <a:lvl6pPr marL="1414348" indent="0">
              <a:buNone/>
              <a:defRPr sz="600"/>
            </a:lvl6pPr>
            <a:lvl7pPr marL="1697218" indent="0">
              <a:buNone/>
              <a:defRPr sz="600"/>
            </a:lvl7pPr>
            <a:lvl8pPr marL="1980087" indent="0">
              <a:buNone/>
              <a:defRPr sz="600"/>
            </a:lvl8pPr>
            <a:lvl9pPr marL="2262957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4669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3241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443663" y="159540"/>
            <a:ext cx="447683" cy="339142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99263" y="159540"/>
            <a:ext cx="1279576" cy="339142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2859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94470" y="209098"/>
            <a:ext cx="3500437" cy="870215"/>
          </a:xfrm>
          <a:prstGeom prst="rect">
            <a:avLst/>
          </a:prstGeom>
        </p:spPr>
        <p:txBody>
          <a:bodyPr vert="horz" lIns="56574" tIns="28287" rIns="56574" bIns="2828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4470" y="1218306"/>
            <a:ext cx="3500437" cy="3445809"/>
          </a:xfrm>
          <a:prstGeom prst="rect">
            <a:avLst/>
          </a:prstGeom>
        </p:spPr>
        <p:txBody>
          <a:bodyPr vert="horz" lIns="56574" tIns="28287" rIns="56574" bIns="2828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94471" y="4839366"/>
            <a:ext cx="907520" cy="277985"/>
          </a:xfrm>
          <a:prstGeom prst="rect">
            <a:avLst/>
          </a:prstGeom>
        </p:spPr>
        <p:txBody>
          <a:bodyPr vert="horz" lIns="56574" tIns="28287" rIns="56574" bIns="28287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286767-5D18-49F0-944B-FB1FAC7990BF}" type="datetimeFigureOut">
              <a:rPr lang="fr-FR" smtClean="0"/>
              <a:t>24/10/2017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328870" y="4839366"/>
            <a:ext cx="1231635" cy="277985"/>
          </a:xfrm>
          <a:prstGeom prst="rect">
            <a:avLst/>
          </a:prstGeom>
        </p:spPr>
        <p:txBody>
          <a:bodyPr vert="horz" lIns="56574" tIns="28287" rIns="56574" bIns="28287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787386" y="4839366"/>
            <a:ext cx="907520" cy="277985"/>
          </a:xfrm>
          <a:prstGeom prst="rect">
            <a:avLst/>
          </a:prstGeom>
        </p:spPr>
        <p:txBody>
          <a:bodyPr vert="horz" lIns="56574" tIns="28287" rIns="56574" bIns="28287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795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65739" rtl="0" eaLnBrk="1" latinLnBrk="0" hangingPunct="1"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2152" indent="-212152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9663" indent="-176794" algn="l" defTabSz="565739" rtl="0" eaLnBrk="1" latinLnBrk="0" hangingPunct="1">
        <a:spcBef>
          <a:spcPct val="200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707174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990044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72913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55783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38653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21522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04392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82870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65739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848609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131479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414348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697218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980087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262957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8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96"/>
          <a:stretch/>
        </p:blipFill>
        <p:spPr bwMode="auto">
          <a:xfrm>
            <a:off x="-612576" y="-171400"/>
            <a:ext cx="4956729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7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2" t="2013" r="10978" b="3117"/>
          <a:stretch/>
        </p:blipFill>
        <p:spPr bwMode="auto">
          <a:xfrm>
            <a:off x="1717481" y="70525"/>
            <a:ext cx="2092414" cy="2458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 rot="10800000">
            <a:off x="1512640" y="520007"/>
            <a:ext cx="461665" cy="965970"/>
          </a:xfrm>
          <a:prstGeom prst="rect">
            <a:avLst/>
          </a:prstGeom>
          <a:solidFill>
            <a:schemeClr val="bg1"/>
          </a:solidFill>
        </p:spPr>
        <p:txBody>
          <a:bodyPr vert="eaVert" wrap="none" rtlCol="0">
            <a:spAutoFit/>
          </a:bodyPr>
          <a:lstStyle/>
          <a:p>
            <a:r>
              <a:rPr lang="fr-FR" sz="1800" b="1" dirty="0" err="1">
                <a:latin typeface="Symbol" panose="05050102010706020507" pitchFamily="18" charset="2"/>
                <a:cs typeface="Times New Roman" panose="02020603050405020304" pitchFamily="18" charset="0"/>
              </a:rPr>
              <a:t>t</a:t>
            </a:r>
            <a:r>
              <a:rPr lang="fr-FR" sz="1800" b="1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pump</a:t>
            </a:r>
            <a:r>
              <a:rPr lang="fr-FR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(ns)</a:t>
            </a:r>
            <a:endParaRPr lang="fr-FR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137997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</Words>
  <Application>Microsoft Office PowerPoint</Application>
  <PresentationFormat>Personnalisé</PresentationFormat>
  <Paragraphs>1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3</cp:revision>
  <dcterms:created xsi:type="dcterms:W3CDTF">2017-06-29T19:01:58Z</dcterms:created>
  <dcterms:modified xsi:type="dcterms:W3CDTF">2017-10-24T17:20:34Z</dcterms:modified>
</cp:coreProperties>
</file>