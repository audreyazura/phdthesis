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3889375" cy="5221288"/>
  <p:notesSz cx="6858000" cy="9144000"/>
  <p:defaultTextStyle>
    <a:defPPr>
      <a:defRPr lang="fr-FR"/>
    </a:defPPr>
    <a:lvl1pPr marL="0" algn="l" defTabSz="565739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1pPr>
    <a:lvl2pPr marL="282870" algn="l" defTabSz="565739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2pPr>
    <a:lvl3pPr marL="565739" algn="l" defTabSz="565739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3pPr>
    <a:lvl4pPr marL="848609" algn="l" defTabSz="565739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4pPr>
    <a:lvl5pPr marL="1131479" algn="l" defTabSz="565739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5pPr>
    <a:lvl6pPr marL="1414348" algn="l" defTabSz="565739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6pPr>
    <a:lvl7pPr marL="1697218" algn="l" defTabSz="565739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7pPr>
    <a:lvl8pPr marL="1980087" algn="l" defTabSz="565739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8pPr>
    <a:lvl9pPr marL="2262957" algn="l" defTabSz="565739" rtl="0" eaLnBrk="1" latinLnBrk="0" hangingPunct="1">
      <a:defRPr sz="1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14" d="100"/>
          <a:sy n="114" d="100"/>
        </p:scale>
        <p:origin x="-2442" y="-102"/>
      </p:cViewPr>
      <p:guideLst>
        <p:guide orient="horz" pos="1645"/>
        <p:guide pos="122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291705" y="1621989"/>
            <a:ext cx="3305970" cy="111919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83409" y="2958732"/>
            <a:ext cx="2722563" cy="133432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828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657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8486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13147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4143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6972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9800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2629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286767-5D18-49F0-944B-FB1FAC7990BF}" type="datetimeFigureOut">
              <a:rPr lang="fr-FR" smtClean="0"/>
              <a:t>01/07/2017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89D80-0D94-4251-9FB6-963E3E5DC2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31675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286767-5D18-49F0-944B-FB1FAC7990BF}" type="datetimeFigureOut">
              <a:rPr lang="fr-FR" smtClean="0"/>
              <a:t>01/07/2017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89D80-0D94-4251-9FB6-963E3E5DC2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8698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07235" y="3355161"/>
            <a:ext cx="3305970" cy="1037006"/>
          </a:xfrm>
        </p:spPr>
        <p:txBody>
          <a:bodyPr anchor="t"/>
          <a:lstStyle>
            <a:lvl1pPr algn="l">
              <a:defRPr sz="25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07235" y="2213005"/>
            <a:ext cx="3305970" cy="1142156"/>
          </a:xfrm>
        </p:spPr>
        <p:txBody>
          <a:bodyPr anchor="b"/>
          <a:lstStyle>
            <a:lvl1pPr marL="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  <a:lvl2pPr marL="28287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2pPr>
            <a:lvl3pPr marL="565739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3pPr>
            <a:lvl4pPr marL="848609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4pPr>
            <a:lvl5pPr marL="1131479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5pPr>
            <a:lvl6pPr marL="1414348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6pPr>
            <a:lvl7pPr marL="1697218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7pPr>
            <a:lvl8pPr marL="1980087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8pPr>
            <a:lvl9pPr marL="2262957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286767-5D18-49F0-944B-FB1FAC7990BF}" type="datetimeFigureOut">
              <a:rPr lang="fr-FR" smtClean="0"/>
              <a:t>01/07/2017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89D80-0D94-4251-9FB6-963E3E5DC2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03222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99262" y="927026"/>
            <a:ext cx="863630" cy="2623939"/>
          </a:xfrm>
        </p:spPr>
        <p:txBody>
          <a:bodyPr/>
          <a:lstStyle>
            <a:lvl1pPr>
              <a:defRPr sz="17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1027715" y="927026"/>
            <a:ext cx="863630" cy="2623939"/>
          </a:xfrm>
        </p:spPr>
        <p:txBody>
          <a:bodyPr/>
          <a:lstStyle>
            <a:lvl1pPr>
              <a:defRPr sz="17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286767-5D18-49F0-944B-FB1FAC7990BF}" type="datetimeFigureOut">
              <a:rPr lang="fr-FR" smtClean="0"/>
              <a:t>01/07/2017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89D80-0D94-4251-9FB6-963E3E5DC2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11633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94470" y="209098"/>
            <a:ext cx="3500437" cy="870215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94469" y="1168747"/>
            <a:ext cx="1718484" cy="487078"/>
          </a:xfrm>
        </p:spPr>
        <p:txBody>
          <a:bodyPr anchor="b"/>
          <a:lstStyle>
            <a:lvl1pPr marL="0" indent="0">
              <a:buNone/>
              <a:defRPr sz="1500" b="1"/>
            </a:lvl1pPr>
            <a:lvl2pPr marL="282870" indent="0">
              <a:buNone/>
              <a:defRPr sz="1200" b="1"/>
            </a:lvl2pPr>
            <a:lvl3pPr marL="565739" indent="0">
              <a:buNone/>
              <a:defRPr sz="1100" b="1"/>
            </a:lvl3pPr>
            <a:lvl4pPr marL="848609" indent="0">
              <a:buNone/>
              <a:defRPr sz="1000" b="1"/>
            </a:lvl4pPr>
            <a:lvl5pPr marL="1131479" indent="0">
              <a:buNone/>
              <a:defRPr sz="1000" b="1"/>
            </a:lvl5pPr>
            <a:lvl6pPr marL="1414348" indent="0">
              <a:buNone/>
              <a:defRPr sz="1000" b="1"/>
            </a:lvl6pPr>
            <a:lvl7pPr marL="1697218" indent="0">
              <a:buNone/>
              <a:defRPr sz="1000" b="1"/>
            </a:lvl7pPr>
            <a:lvl8pPr marL="1980087" indent="0">
              <a:buNone/>
              <a:defRPr sz="1000" b="1"/>
            </a:lvl8pPr>
            <a:lvl9pPr marL="2262957" indent="0">
              <a:buNone/>
              <a:defRPr sz="10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194469" y="1655825"/>
            <a:ext cx="1718484" cy="3008284"/>
          </a:xfrm>
        </p:spPr>
        <p:txBody>
          <a:bodyPr/>
          <a:lstStyle>
            <a:lvl1pPr>
              <a:defRPr sz="1500"/>
            </a:lvl1pPr>
            <a:lvl2pPr>
              <a:defRPr sz="1200"/>
            </a:lvl2pPr>
            <a:lvl3pPr>
              <a:defRPr sz="1100"/>
            </a:lvl3pPr>
            <a:lvl4pPr>
              <a:defRPr sz="1000"/>
            </a:lvl4pPr>
            <a:lvl5pPr>
              <a:defRPr sz="1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1975752" y="1168747"/>
            <a:ext cx="1719157" cy="487078"/>
          </a:xfrm>
        </p:spPr>
        <p:txBody>
          <a:bodyPr anchor="b"/>
          <a:lstStyle>
            <a:lvl1pPr marL="0" indent="0">
              <a:buNone/>
              <a:defRPr sz="1500" b="1"/>
            </a:lvl1pPr>
            <a:lvl2pPr marL="282870" indent="0">
              <a:buNone/>
              <a:defRPr sz="1200" b="1"/>
            </a:lvl2pPr>
            <a:lvl3pPr marL="565739" indent="0">
              <a:buNone/>
              <a:defRPr sz="1100" b="1"/>
            </a:lvl3pPr>
            <a:lvl4pPr marL="848609" indent="0">
              <a:buNone/>
              <a:defRPr sz="1000" b="1"/>
            </a:lvl4pPr>
            <a:lvl5pPr marL="1131479" indent="0">
              <a:buNone/>
              <a:defRPr sz="1000" b="1"/>
            </a:lvl5pPr>
            <a:lvl6pPr marL="1414348" indent="0">
              <a:buNone/>
              <a:defRPr sz="1000" b="1"/>
            </a:lvl6pPr>
            <a:lvl7pPr marL="1697218" indent="0">
              <a:buNone/>
              <a:defRPr sz="1000" b="1"/>
            </a:lvl7pPr>
            <a:lvl8pPr marL="1980087" indent="0">
              <a:buNone/>
              <a:defRPr sz="1000" b="1"/>
            </a:lvl8pPr>
            <a:lvl9pPr marL="2262957" indent="0">
              <a:buNone/>
              <a:defRPr sz="10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1975752" y="1655825"/>
            <a:ext cx="1719157" cy="3008284"/>
          </a:xfrm>
        </p:spPr>
        <p:txBody>
          <a:bodyPr/>
          <a:lstStyle>
            <a:lvl1pPr>
              <a:defRPr sz="1500"/>
            </a:lvl1pPr>
            <a:lvl2pPr>
              <a:defRPr sz="1200"/>
            </a:lvl2pPr>
            <a:lvl3pPr>
              <a:defRPr sz="1100"/>
            </a:lvl3pPr>
            <a:lvl4pPr>
              <a:defRPr sz="1000"/>
            </a:lvl4pPr>
            <a:lvl5pPr>
              <a:defRPr sz="1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286767-5D18-49F0-944B-FB1FAC7990BF}" type="datetimeFigureOut">
              <a:rPr lang="fr-FR" smtClean="0"/>
              <a:t>01/07/2017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89D80-0D94-4251-9FB6-963E3E5DC2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61515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286767-5D18-49F0-944B-FB1FAC7990BF}" type="datetimeFigureOut">
              <a:rPr lang="fr-FR" smtClean="0"/>
              <a:t>01/07/2017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89D80-0D94-4251-9FB6-963E3E5DC2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15741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286767-5D18-49F0-944B-FB1FAC7990BF}" type="datetimeFigureOut">
              <a:rPr lang="fr-FR" smtClean="0"/>
              <a:t>01/07/2017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89D80-0D94-4251-9FB6-963E3E5DC2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31124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94471" y="207885"/>
            <a:ext cx="1279576" cy="884718"/>
          </a:xfrm>
        </p:spPr>
        <p:txBody>
          <a:bodyPr anchor="b"/>
          <a:lstStyle>
            <a:lvl1pPr algn="l">
              <a:defRPr sz="12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520639" y="207890"/>
            <a:ext cx="2174269" cy="4456225"/>
          </a:xfrm>
        </p:spPr>
        <p:txBody>
          <a:bodyPr/>
          <a:lstStyle>
            <a:lvl1pPr>
              <a:defRPr sz="2000"/>
            </a:lvl1pPr>
            <a:lvl2pPr>
              <a:defRPr sz="1700"/>
            </a:lvl2pPr>
            <a:lvl3pPr>
              <a:defRPr sz="15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94471" y="1092603"/>
            <a:ext cx="1279576" cy="3571506"/>
          </a:xfrm>
        </p:spPr>
        <p:txBody>
          <a:bodyPr/>
          <a:lstStyle>
            <a:lvl1pPr marL="0" indent="0">
              <a:buNone/>
              <a:defRPr sz="900"/>
            </a:lvl1pPr>
            <a:lvl2pPr marL="282870" indent="0">
              <a:buNone/>
              <a:defRPr sz="700"/>
            </a:lvl2pPr>
            <a:lvl3pPr marL="565739" indent="0">
              <a:buNone/>
              <a:defRPr sz="600"/>
            </a:lvl3pPr>
            <a:lvl4pPr marL="848609" indent="0">
              <a:buNone/>
              <a:defRPr sz="600"/>
            </a:lvl4pPr>
            <a:lvl5pPr marL="1131479" indent="0">
              <a:buNone/>
              <a:defRPr sz="600"/>
            </a:lvl5pPr>
            <a:lvl6pPr marL="1414348" indent="0">
              <a:buNone/>
              <a:defRPr sz="600"/>
            </a:lvl6pPr>
            <a:lvl7pPr marL="1697218" indent="0">
              <a:buNone/>
              <a:defRPr sz="600"/>
            </a:lvl7pPr>
            <a:lvl8pPr marL="1980087" indent="0">
              <a:buNone/>
              <a:defRPr sz="600"/>
            </a:lvl8pPr>
            <a:lvl9pPr marL="2262957" indent="0">
              <a:buNone/>
              <a:defRPr sz="6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286767-5D18-49F0-944B-FB1FAC7990BF}" type="datetimeFigureOut">
              <a:rPr lang="fr-FR" smtClean="0"/>
              <a:t>01/07/2017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89D80-0D94-4251-9FB6-963E3E5DC2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40871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62346" y="3654902"/>
            <a:ext cx="2333625" cy="431482"/>
          </a:xfrm>
        </p:spPr>
        <p:txBody>
          <a:bodyPr anchor="b"/>
          <a:lstStyle>
            <a:lvl1pPr algn="l">
              <a:defRPr sz="12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762346" y="466535"/>
            <a:ext cx="2333625" cy="3132773"/>
          </a:xfrm>
        </p:spPr>
        <p:txBody>
          <a:bodyPr/>
          <a:lstStyle>
            <a:lvl1pPr marL="0" indent="0">
              <a:buNone/>
              <a:defRPr sz="2000"/>
            </a:lvl1pPr>
            <a:lvl2pPr marL="282870" indent="0">
              <a:buNone/>
              <a:defRPr sz="1700"/>
            </a:lvl2pPr>
            <a:lvl3pPr marL="565739" indent="0">
              <a:buNone/>
              <a:defRPr sz="1500"/>
            </a:lvl3pPr>
            <a:lvl4pPr marL="848609" indent="0">
              <a:buNone/>
              <a:defRPr sz="1200"/>
            </a:lvl4pPr>
            <a:lvl5pPr marL="1131479" indent="0">
              <a:buNone/>
              <a:defRPr sz="1200"/>
            </a:lvl5pPr>
            <a:lvl6pPr marL="1414348" indent="0">
              <a:buNone/>
              <a:defRPr sz="1200"/>
            </a:lvl6pPr>
            <a:lvl7pPr marL="1697218" indent="0">
              <a:buNone/>
              <a:defRPr sz="1200"/>
            </a:lvl7pPr>
            <a:lvl8pPr marL="1980087" indent="0">
              <a:buNone/>
              <a:defRPr sz="1200"/>
            </a:lvl8pPr>
            <a:lvl9pPr marL="2262957" indent="0">
              <a:buNone/>
              <a:defRPr sz="12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762346" y="4086383"/>
            <a:ext cx="2333625" cy="612776"/>
          </a:xfrm>
        </p:spPr>
        <p:txBody>
          <a:bodyPr/>
          <a:lstStyle>
            <a:lvl1pPr marL="0" indent="0">
              <a:buNone/>
              <a:defRPr sz="900"/>
            </a:lvl1pPr>
            <a:lvl2pPr marL="282870" indent="0">
              <a:buNone/>
              <a:defRPr sz="700"/>
            </a:lvl2pPr>
            <a:lvl3pPr marL="565739" indent="0">
              <a:buNone/>
              <a:defRPr sz="600"/>
            </a:lvl3pPr>
            <a:lvl4pPr marL="848609" indent="0">
              <a:buNone/>
              <a:defRPr sz="600"/>
            </a:lvl4pPr>
            <a:lvl5pPr marL="1131479" indent="0">
              <a:buNone/>
              <a:defRPr sz="600"/>
            </a:lvl5pPr>
            <a:lvl6pPr marL="1414348" indent="0">
              <a:buNone/>
              <a:defRPr sz="600"/>
            </a:lvl6pPr>
            <a:lvl7pPr marL="1697218" indent="0">
              <a:buNone/>
              <a:defRPr sz="600"/>
            </a:lvl7pPr>
            <a:lvl8pPr marL="1980087" indent="0">
              <a:buNone/>
              <a:defRPr sz="600"/>
            </a:lvl8pPr>
            <a:lvl9pPr marL="2262957" indent="0">
              <a:buNone/>
              <a:defRPr sz="6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286767-5D18-49F0-944B-FB1FAC7990BF}" type="datetimeFigureOut">
              <a:rPr lang="fr-FR" smtClean="0"/>
              <a:t>01/07/2017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89D80-0D94-4251-9FB6-963E3E5DC2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46691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286767-5D18-49F0-944B-FB1FAC7990BF}" type="datetimeFigureOut">
              <a:rPr lang="fr-FR" smtClean="0"/>
              <a:t>01/07/2017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89D80-0D94-4251-9FB6-963E3E5DC2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432416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1443663" y="159540"/>
            <a:ext cx="447683" cy="3391420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99263" y="159540"/>
            <a:ext cx="1279576" cy="3391420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286767-5D18-49F0-944B-FB1FAC7990BF}" type="datetimeFigureOut">
              <a:rPr lang="fr-FR" smtClean="0"/>
              <a:t>01/07/2017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89D80-0D94-4251-9FB6-963E3E5DC2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28592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194470" y="209098"/>
            <a:ext cx="3500437" cy="870215"/>
          </a:xfrm>
          <a:prstGeom prst="rect">
            <a:avLst/>
          </a:prstGeom>
        </p:spPr>
        <p:txBody>
          <a:bodyPr vert="horz" lIns="56574" tIns="28287" rIns="56574" bIns="28287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94470" y="1218306"/>
            <a:ext cx="3500437" cy="3445809"/>
          </a:xfrm>
          <a:prstGeom prst="rect">
            <a:avLst/>
          </a:prstGeom>
        </p:spPr>
        <p:txBody>
          <a:bodyPr vert="horz" lIns="56574" tIns="28287" rIns="56574" bIns="28287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194471" y="4839366"/>
            <a:ext cx="907520" cy="277985"/>
          </a:xfrm>
          <a:prstGeom prst="rect">
            <a:avLst/>
          </a:prstGeom>
        </p:spPr>
        <p:txBody>
          <a:bodyPr vert="horz" lIns="56574" tIns="28287" rIns="56574" bIns="28287" rtlCol="0" anchor="ctr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286767-5D18-49F0-944B-FB1FAC7990BF}" type="datetimeFigureOut">
              <a:rPr lang="fr-FR" smtClean="0"/>
              <a:t>01/07/2017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1328870" y="4839366"/>
            <a:ext cx="1231635" cy="277985"/>
          </a:xfrm>
          <a:prstGeom prst="rect">
            <a:avLst/>
          </a:prstGeom>
        </p:spPr>
        <p:txBody>
          <a:bodyPr vert="horz" lIns="56574" tIns="28287" rIns="56574" bIns="28287" rtlCol="0" anchor="ctr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2787386" y="4839366"/>
            <a:ext cx="907520" cy="277985"/>
          </a:xfrm>
          <a:prstGeom prst="rect">
            <a:avLst/>
          </a:prstGeom>
        </p:spPr>
        <p:txBody>
          <a:bodyPr vert="horz" lIns="56574" tIns="28287" rIns="56574" bIns="28287" rtlCol="0" anchor="ctr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F89D80-0D94-4251-9FB6-963E3E5DC22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07958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565739" rtl="0" eaLnBrk="1" latinLnBrk="0" hangingPunct="1"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2152" indent="-212152" algn="l" defTabSz="565739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9663" indent="-176794" algn="l" defTabSz="565739" rtl="0" eaLnBrk="1" latinLnBrk="0" hangingPunct="1">
        <a:spcBef>
          <a:spcPct val="200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707174" indent="-141435" algn="l" defTabSz="565739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990044" indent="-141435" algn="l" defTabSz="565739" rtl="0" eaLnBrk="1" latinLnBrk="0" hangingPunct="1">
        <a:spcBef>
          <a:spcPct val="20000"/>
        </a:spcBef>
        <a:buFont typeface="Arial" panose="020B0604020202020204" pitchFamily="34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72913" indent="-141435" algn="l" defTabSz="565739" rtl="0" eaLnBrk="1" latinLnBrk="0" hangingPunct="1">
        <a:spcBef>
          <a:spcPct val="20000"/>
        </a:spcBef>
        <a:buFont typeface="Arial" panose="020B0604020202020204" pitchFamily="34" charset="0"/>
        <a:buChar char="»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55783" indent="-141435" algn="l" defTabSz="565739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38653" indent="-141435" algn="l" defTabSz="565739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21522" indent="-141435" algn="l" defTabSz="565739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04392" indent="-141435" algn="l" defTabSz="565739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565739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1pPr>
      <a:lvl2pPr marL="282870" algn="l" defTabSz="565739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65739" algn="l" defTabSz="565739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848609" algn="l" defTabSz="565739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1131479" algn="l" defTabSz="565739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414348" algn="l" defTabSz="565739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6pPr>
      <a:lvl7pPr marL="1697218" algn="l" defTabSz="565739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1980087" algn="l" defTabSz="565739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8pPr>
      <a:lvl9pPr marL="2262957" algn="l" defTabSz="565739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e 24"/>
          <p:cNvGrpSpPr>
            <a:grpSpLocks noChangeAspect="1"/>
          </p:cNvGrpSpPr>
          <p:nvPr/>
        </p:nvGrpSpPr>
        <p:grpSpPr>
          <a:xfrm>
            <a:off x="-612576" y="-171400"/>
            <a:ext cx="4956729" cy="5400000"/>
            <a:chOff x="96663" y="0"/>
            <a:chExt cx="2895488" cy="3154436"/>
          </a:xfrm>
        </p:grpSpPr>
        <p:pic>
          <p:nvPicPr>
            <p:cNvPr id="26" name="Picture 8"/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2896"/>
            <a:stretch/>
          </p:blipFill>
          <p:spPr bwMode="auto">
            <a:xfrm>
              <a:off x="96663" y="0"/>
              <a:ext cx="2895488" cy="31544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7" name="Picture 7"/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799" r="9330"/>
            <a:stretch/>
          </p:blipFill>
          <p:spPr bwMode="auto">
            <a:xfrm>
              <a:off x="1538360" y="152911"/>
              <a:ext cx="1134638" cy="136692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65137997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0</Words>
  <Application>Microsoft Office PowerPoint</Application>
  <PresentationFormat>Personnalisé</PresentationFormat>
  <Paragraphs>0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2</cp:revision>
  <dcterms:created xsi:type="dcterms:W3CDTF">2017-06-29T19:01:58Z</dcterms:created>
  <dcterms:modified xsi:type="dcterms:W3CDTF">2017-06-30T22:14:29Z</dcterms:modified>
</cp:coreProperties>
</file>