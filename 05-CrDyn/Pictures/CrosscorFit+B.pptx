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804025" cy="6337300"/>
  <p:notesSz cx="6858000" cy="9144000"/>
  <p:defaultTextStyle>
    <a:defPPr>
      <a:defRPr lang="en-US"/>
    </a:defPPr>
    <a:lvl1pPr marL="0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79522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59043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38565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18087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897609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77130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56652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36174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>
        <p:scale>
          <a:sx n="100" d="100"/>
          <a:sy n="100" d="100"/>
        </p:scale>
        <p:origin x="-1458" y="-18"/>
      </p:cViewPr>
      <p:guideLst>
        <p:guide orient="horz" pos="1997"/>
        <p:guide pos="21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587500" y="685800"/>
            <a:ext cx="368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79522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59043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138565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518087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97609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277130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656652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3036174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587500" y="685800"/>
            <a:ext cx="368300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0303" y="1968673"/>
            <a:ext cx="5783421" cy="135841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0604" y="3591137"/>
            <a:ext cx="4762818" cy="1619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79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590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38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180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976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771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566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361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7472" y="4072304"/>
            <a:ext cx="5783421" cy="125865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7472" y="2686019"/>
            <a:ext cx="5783421" cy="1386284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7952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5904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3856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1808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89760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7713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5665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3617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0203" y="1478705"/>
            <a:ext cx="3005111" cy="4182325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58715" y="1478705"/>
            <a:ext cx="3005111" cy="4182325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0204" y="1418558"/>
            <a:ext cx="3006293" cy="591188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79522" indent="0">
              <a:buNone/>
              <a:defRPr sz="1700" b="1"/>
            </a:lvl2pPr>
            <a:lvl3pPr marL="759043" indent="0">
              <a:buNone/>
              <a:defRPr sz="1500" b="1"/>
            </a:lvl3pPr>
            <a:lvl4pPr marL="1138565" indent="0">
              <a:buNone/>
              <a:defRPr sz="1300" b="1"/>
            </a:lvl4pPr>
            <a:lvl5pPr marL="1518087" indent="0">
              <a:buNone/>
              <a:defRPr sz="1300" b="1"/>
            </a:lvl5pPr>
            <a:lvl6pPr marL="1897609" indent="0">
              <a:buNone/>
              <a:defRPr sz="1300" b="1"/>
            </a:lvl6pPr>
            <a:lvl7pPr marL="2277130" indent="0">
              <a:buNone/>
              <a:defRPr sz="1300" b="1"/>
            </a:lvl7pPr>
            <a:lvl8pPr marL="2656652" indent="0">
              <a:buNone/>
              <a:defRPr sz="1300" b="1"/>
            </a:lvl8pPr>
            <a:lvl9pPr marL="3036174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0204" y="2009745"/>
            <a:ext cx="3006293" cy="365128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56354" y="1418558"/>
            <a:ext cx="3007473" cy="591188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79522" indent="0">
              <a:buNone/>
              <a:defRPr sz="1700" b="1"/>
            </a:lvl2pPr>
            <a:lvl3pPr marL="759043" indent="0">
              <a:buNone/>
              <a:defRPr sz="1500" b="1"/>
            </a:lvl3pPr>
            <a:lvl4pPr marL="1138565" indent="0">
              <a:buNone/>
              <a:defRPr sz="1300" b="1"/>
            </a:lvl4pPr>
            <a:lvl5pPr marL="1518087" indent="0">
              <a:buNone/>
              <a:defRPr sz="1300" b="1"/>
            </a:lvl5pPr>
            <a:lvl6pPr marL="1897609" indent="0">
              <a:buNone/>
              <a:defRPr sz="1300" b="1"/>
            </a:lvl6pPr>
            <a:lvl7pPr marL="2277130" indent="0">
              <a:buNone/>
              <a:defRPr sz="1300" b="1"/>
            </a:lvl7pPr>
            <a:lvl8pPr marL="2656652" indent="0">
              <a:buNone/>
              <a:defRPr sz="1300" b="1"/>
            </a:lvl8pPr>
            <a:lvl9pPr marL="3036174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56354" y="2009745"/>
            <a:ext cx="3007473" cy="365128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0203" y="252319"/>
            <a:ext cx="2238478" cy="1073821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60188" y="252320"/>
            <a:ext cx="3803639" cy="5408710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0203" y="1326140"/>
            <a:ext cx="2238478" cy="4334889"/>
          </a:xfrm>
        </p:spPr>
        <p:txBody>
          <a:bodyPr/>
          <a:lstStyle>
            <a:lvl1pPr marL="0" indent="0">
              <a:buNone/>
              <a:defRPr sz="1200"/>
            </a:lvl1pPr>
            <a:lvl2pPr marL="379522" indent="0">
              <a:buNone/>
              <a:defRPr sz="1000"/>
            </a:lvl2pPr>
            <a:lvl3pPr marL="759043" indent="0">
              <a:buNone/>
              <a:defRPr sz="800"/>
            </a:lvl3pPr>
            <a:lvl4pPr marL="1138565" indent="0">
              <a:buNone/>
              <a:defRPr sz="700"/>
            </a:lvl4pPr>
            <a:lvl5pPr marL="1518087" indent="0">
              <a:buNone/>
              <a:defRPr sz="700"/>
            </a:lvl5pPr>
            <a:lvl6pPr marL="1897609" indent="0">
              <a:buNone/>
              <a:defRPr sz="700"/>
            </a:lvl6pPr>
            <a:lvl7pPr marL="2277130" indent="0">
              <a:buNone/>
              <a:defRPr sz="700"/>
            </a:lvl7pPr>
            <a:lvl8pPr marL="2656652" indent="0">
              <a:buNone/>
              <a:defRPr sz="700"/>
            </a:lvl8pPr>
            <a:lvl9pPr marL="3036174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33639" y="4436111"/>
            <a:ext cx="4082415" cy="523708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33639" y="566250"/>
            <a:ext cx="4082415" cy="3802380"/>
          </a:xfrm>
        </p:spPr>
        <p:txBody>
          <a:bodyPr/>
          <a:lstStyle>
            <a:lvl1pPr marL="0" indent="0">
              <a:buNone/>
              <a:defRPr sz="2700"/>
            </a:lvl1pPr>
            <a:lvl2pPr marL="379522" indent="0">
              <a:buNone/>
              <a:defRPr sz="2300"/>
            </a:lvl2pPr>
            <a:lvl3pPr marL="759043" indent="0">
              <a:buNone/>
              <a:defRPr sz="2000"/>
            </a:lvl3pPr>
            <a:lvl4pPr marL="1138565" indent="0">
              <a:buNone/>
              <a:defRPr sz="1700"/>
            </a:lvl4pPr>
            <a:lvl5pPr marL="1518087" indent="0">
              <a:buNone/>
              <a:defRPr sz="1700"/>
            </a:lvl5pPr>
            <a:lvl6pPr marL="1897609" indent="0">
              <a:buNone/>
              <a:defRPr sz="1700"/>
            </a:lvl6pPr>
            <a:lvl7pPr marL="2277130" indent="0">
              <a:buNone/>
              <a:defRPr sz="1700"/>
            </a:lvl7pPr>
            <a:lvl8pPr marL="2656652" indent="0">
              <a:buNone/>
              <a:defRPr sz="1700"/>
            </a:lvl8pPr>
            <a:lvl9pPr marL="3036174" indent="0">
              <a:buNone/>
              <a:defRPr sz="17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33639" y="4959819"/>
            <a:ext cx="4082415" cy="743752"/>
          </a:xfrm>
        </p:spPr>
        <p:txBody>
          <a:bodyPr/>
          <a:lstStyle>
            <a:lvl1pPr marL="0" indent="0">
              <a:buNone/>
              <a:defRPr sz="1200"/>
            </a:lvl1pPr>
            <a:lvl2pPr marL="379522" indent="0">
              <a:buNone/>
              <a:defRPr sz="1000"/>
            </a:lvl2pPr>
            <a:lvl3pPr marL="759043" indent="0">
              <a:buNone/>
              <a:defRPr sz="800"/>
            </a:lvl3pPr>
            <a:lvl4pPr marL="1138565" indent="0">
              <a:buNone/>
              <a:defRPr sz="700"/>
            </a:lvl4pPr>
            <a:lvl5pPr marL="1518087" indent="0">
              <a:buNone/>
              <a:defRPr sz="700"/>
            </a:lvl5pPr>
            <a:lvl6pPr marL="1897609" indent="0">
              <a:buNone/>
              <a:defRPr sz="700"/>
            </a:lvl6pPr>
            <a:lvl7pPr marL="2277130" indent="0">
              <a:buNone/>
              <a:defRPr sz="700"/>
            </a:lvl7pPr>
            <a:lvl8pPr marL="2656652" indent="0">
              <a:buNone/>
              <a:defRPr sz="700"/>
            </a:lvl8pPr>
            <a:lvl9pPr marL="3036174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32918" y="253786"/>
            <a:ext cx="1530906" cy="5407244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0201" y="253786"/>
            <a:ext cx="4479316" cy="5407244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0202" y="253788"/>
            <a:ext cx="6123623" cy="1056216"/>
          </a:xfrm>
          <a:prstGeom prst="rect">
            <a:avLst/>
          </a:prstGeom>
        </p:spPr>
        <p:txBody>
          <a:bodyPr vert="horz" lIns="75904" tIns="37952" rIns="75904" bIns="37952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0202" y="1478705"/>
            <a:ext cx="6123623" cy="4182325"/>
          </a:xfrm>
          <a:prstGeom prst="rect">
            <a:avLst/>
          </a:prstGeom>
        </p:spPr>
        <p:txBody>
          <a:bodyPr vert="horz" lIns="75904" tIns="37952" rIns="75904" bIns="37952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0201" y="5873740"/>
            <a:ext cx="1587606" cy="337403"/>
          </a:xfrm>
          <a:prstGeom prst="rect">
            <a:avLst/>
          </a:prstGeom>
        </p:spPr>
        <p:txBody>
          <a:bodyPr vert="horz" lIns="75904" tIns="37952" rIns="75904" bIns="37952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24709" y="5873740"/>
            <a:ext cx="2154608" cy="337403"/>
          </a:xfrm>
          <a:prstGeom prst="rect">
            <a:avLst/>
          </a:prstGeom>
        </p:spPr>
        <p:txBody>
          <a:bodyPr vert="horz" lIns="75904" tIns="37952" rIns="75904" bIns="37952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876218" y="5873740"/>
            <a:ext cx="1587606" cy="337403"/>
          </a:xfrm>
          <a:prstGeom prst="rect">
            <a:avLst/>
          </a:prstGeom>
        </p:spPr>
        <p:txBody>
          <a:bodyPr vert="horz" lIns="75904" tIns="37952" rIns="75904" bIns="37952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59043" rtl="0" eaLnBrk="1" latinLnBrk="0" hangingPunct="1">
        <a:spcBef>
          <a:spcPct val="0"/>
        </a:spcBef>
        <a:buNone/>
        <a:defRPr sz="3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4641" indent="-28464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6723" indent="-237201" algn="l" defTabSz="759043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48804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28326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07848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087369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466891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846413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225935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79522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59043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38565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18087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97609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77130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56652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36174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" y="-72008"/>
            <a:ext cx="3783409" cy="6516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ZoneTexte 17"/>
          <p:cNvSpPr txBox="1"/>
          <p:nvPr/>
        </p:nvSpPr>
        <p:spPr>
          <a:xfrm>
            <a:off x="35526" y="2620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1" r="4757"/>
          <a:stretch/>
        </p:blipFill>
        <p:spPr bwMode="auto">
          <a:xfrm>
            <a:off x="3571153" y="1125524"/>
            <a:ext cx="3286847" cy="33024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ZoneTexte 19"/>
          <p:cNvSpPr txBox="1"/>
          <p:nvPr/>
        </p:nvSpPr>
        <p:spPr>
          <a:xfrm>
            <a:off x="3429000" y="117144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</TotalTime>
  <Words>7</Words>
  <Application>Microsoft Office PowerPoint</Application>
  <PresentationFormat>Personnalisé</PresentationFormat>
  <Paragraphs>3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69</cp:revision>
  <cp:lastPrinted>2016-04-21T11:22:17Z</cp:lastPrinted>
  <dcterms:created xsi:type="dcterms:W3CDTF">2015-11-02T14:28:12Z</dcterms:created>
  <dcterms:modified xsi:type="dcterms:W3CDTF">2017-06-22T16:43:54Z</dcterms:modified>
</cp:coreProperties>
</file>