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280400" cy="3960813"/>
  <p:notesSz cx="6858000" cy="9144000"/>
  <p:defaultTextStyle>
    <a:defPPr>
      <a:defRPr lang="fr-FR"/>
    </a:defPPr>
    <a:lvl1pPr marL="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004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009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013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4018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0022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6027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20315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80360" algn="l" defTabSz="72009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32" y="-96"/>
      </p:cViewPr>
      <p:guideLst>
        <p:guide orient="horz" pos="1248"/>
        <p:guide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21030" y="1230419"/>
            <a:ext cx="7038340" cy="84900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42060" y="2244461"/>
            <a:ext cx="5796280" cy="101220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0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03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00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38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4095" y="2545191"/>
            <a:ext cx="7038340" cy="786661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4095" y="1678762"/>
            <a:ext cx="7038340" cy="866428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084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14020" y="924191"/>
            <a:ext cx="3657177" cy="261395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09204" y="924191"/>
            <a:ext cx="3657177" cy="261395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1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14020" y="886599"/>
            <a:ext cx="3658615" cy="36949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14020" y="1256091"/>
            <a:ext cx="3658615" cy="2282052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206329" y="886599"/>
            <a:ext cx="3660052" cy="36949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60045" indent="0">
              <a:buNone/>
              <a:defRPr sz="1600" b="1"/>
            </a:lvl2pPr>
            <a:lvl3pPr marL="720090" indent="0">
              <a:buNone/>
              <a:defRPr sz="1400" b="1"/>
            </a:lvl3pPr>
            <a:lvl4pPr marL="1080135" indent="0">
              <a:buNone/>
              <a:defRPr sz="1300" b="1"/>
            </a:lvl4pPr>
            <a:lvl5pPr marL="1440180" indent="0">
              <a:buNone/>
              <a:defRPr sz="1300" b="1"/>
            </a:lvl5pPr>
            <a:lvl6pPr marL="1800225" indent="0">
              <a:buNone/>
              <a:defRPr sz="1300" b="1"/>
            </a:lvl6pPr>
            <a:lvl7pPr marL="2160270" indent="0">
              <a:buNone/>
              <a:defRPr sz="1300" b="1"/>
            </a:lvl7pPr>
            <a:lvl8pPr marL="2520315" indent="0">
              <a:buNone/>
              <a:defRPr sz="1300" b="1"/>
            </a:lvl8pPr>
            <a:lvl9pPr marL="2880360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206329" y="1256091"/>
            <a:ext cx="3660052" cy="2282052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83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69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32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4021" y="157699"/>
            <a:ext cx="2724194" cy="671138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7407" y="157699"/>
            <a:ext cx="4628974" cy="338044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14021" y="828837"/>
            <a:ext cx="2724194" cy="2709306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550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3016" y="2772570"/>
            <a:ext cx="4968240" cy="327317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23016" y="353906"/>
            <a:ext cx="4968240" cy="2376488"/>
          </a:xfrm>
        </p:spPr>
        <p:txBody>
          <a:bodyPr/>
          <a:lstStyle>
            <a:lvl1pPr marL="0" indent="0">
              <a:buNone/>
              <a:defRPr sz="2500"/>
            </a:lvl1pPr>
            <a:lvl2pPr marL="360045" indent="0">
              <a:buNone/>
              <a:defRPr sz="2200"/>
            </a:lvl2pPr>
            <a:lvl3pPr marL="720090" indent="0">
              <a:buNone/>
              <a:defRPr sz="1900"/>
            </a:lvl3pPr>
            <a:lvl4pPr marL="1080135" indent="0">
              <a:buNone/>
              <a:defRPr sz="1600"/>
            </a:lvl4pPr>
            <a:lvl5pPr marL="1440180" indent="0">
              <a:buNone/>
              <a:defRPr sz="1600"/>
            </a:lvl5pPr>
            <a:lvl6pPr marL="1800225" indent="0">
              <a:buNone/>
              <a:defRPr sz="1600"/>
            </a:lvl6pPr>
            <a:lvl7pPr marL="2160270" indent="0">
              <a:buNone/>
              <a:defRPr sz="1600"/>
            </a:lvl7pPr>
            <a:lvl8pPr marL="2520315" indent="0">
              <a:buNone/>
              <a:defRPr sz="1600"/>
            </a:lvl8pPr>
            <a:lvl9pPr marL="2880360" indent="0">
              <a:buNone/>
              <a:defRPr sz="16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23016" y="3099888"/>
            <a:ext cx="4968240" cy="464845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00"/>
            </a:lvl2pPr>
            <a:lvl3pPr marL="720090" indent="0">
              <a:buNone/>
              <a:defRPr sz="800"/>
            </a:lvl3pPr>
            <a:lvl4pPr marL="1080135" indent="0">
              <a:buNone/>
              <a:defRPr sz="700"/>
            </a:lvl4pPr>
            <a:lvl5pPr marL="1440180" indent="0">
              <a:buNone/>
              <a:defRPr sz="700"/>
            </a:lvl5pPr>
            <a:lvl6pPr marL="1800225" indent="0">
              <a:buNone/>
              <a:defRPr sz="700"/>
            </a:lvl6pPr>
            <a:lvl7pPr marL="2160270" indent="0">
              <a:buNone/>
              <a:defRPr sz="700"/>
            </a:lvl7pPr>
            <a:lvl8pPr marL="2520315" indent="0">
              <a:buNone/>
              <a:defRPr sz="700"/>
            </a:lvl8pPr>
            <a:lvl9pPr marL="288036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35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2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003290" y="158617"/>
            <a:ext cx="1863090" cy="337952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14020" y="158617"/>
            <a:ext cx="5451263" cy="337952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32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14020" y="158616"/>
            <a:ext cx="7452360" cy="660136"/>
          </a:xfrm>
          <a:prstGeom prst="rect">
            <a:avLst/>
          </a:prstGeom>
        </p:spPr>
        <p:txBody>
          <a:bodyPr vert="horz" lIns="72009" tIns="36005" rIns="72009" bIns="3600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14020" y="924191"/>
            <a:ext cx="7452360" cy="2613953"/>
          </a:xfrm>
          <a:prstGeom prst="rect">
            <a:avLst/>
          </a:prstGeom>
        </p:spPr>
        <p:txBody>
          <a:bodyPr vert="horz" lIns="72009" tIns="36005" rIns="72009" bIns="3600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14020" y="3671088"/>
            <a:ext cx="1932093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D7EA4-11FB-486B-845E-853D7534C133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829137" y="3671088"/>
            <a:ext cx="2622127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934287" y="3671088"/>
            <a:ext cx="1932093" cy="210877"/>
          </a:xfrm>
          <a:prstGeom prst="rect">
            <a:avLst/>
          </a:prstGeom>
        </p:spPr>
        <p:txBody>
          <a:bodyPr vert="horz" lIns="72009" tIns="36005" rIns="72009" bIns="3600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901A-EFCD-44EB-89E9-E2F82BC03A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4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20090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34" indent="-270034" algn="l" defTabSz="720090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5073" indent="-225028" algn="l" defTabSz="72009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00" y="-36000"/>
            <a:ext cx="4370387" cy="398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37" y="-35818"/>
            <a:ext cx="4428108" cy="4037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769939" y="18171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874395" y="13848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1924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5</cp:revision>
  <dcterms:created xsi:type="dcterms:W3CDTF">2017-04-07T10:05:46Z</dcterms:created>
  <dcterms:modified xsi:type="dcterms:W3CDTF">2017-04-07T11:11:44Z</dcterms:modified>
</cp:coreProperties>
</file>