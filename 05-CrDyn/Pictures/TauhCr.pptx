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3671888" cy="3708400"/>
  <p:notesSz cx="6858000" cy="9144000"/>
  <p:defaultTextStyle>
    <a:defPPr>
      <a:defRPr lang="fr-FR"/>
    </a:defPPr>
    <a:lvl1pPr marL="0" algn="l" defTabSz="425697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1pPr>
    <a:lvl2pPr marL="212849" algn="l" defTabSz="425697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2pPr>
    <a:lvl3pPr marL="425697" algn="l" defTabSz="425697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3pPr>
    <a:lvl4pPr marL="638546" algn="l" defTabSz="425697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4pPr>
    <a:lvl5pPr marL="851395" algn="l" defTabSz="425697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5pPr>
    <a:lvl6pPr marL="1064244" algn="l" defTabSz="425697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6pPr>
    <a:lvl7pPr marL="1277093" algn="l" defTabSz="425697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7pPr>
    <a:lvl8pPr marL="1489941" algn="l" defTabSz="425697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8pPr>
    <a:lvl9pPr marL="1702790" algn="l" defTabSz="425697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61" d="100"/>
          <a:sy n="161" d="100"/>
        </p:scale>
        <p:origin x="-1986" y="-18"/>
      </p:cViewPr>
      <p:guideLst>
        <p:guide orient="horz" pos="1169"/>
        <p:guide pos="115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2.wmf"/><Relationship Id="rId1" Type="http://schemas.openxmlformats.org/officeDocument/2006/relationships/image" Target="../media/image1.wmf"/><Relationship Id="rId4" Type="http://schemas.openxmlformats.org/officeDocument/2006/relationships/image" Target="../media/image4.w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275393" y="1152009"/>
            <a:ext cx="3121105" cy="794902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50784" y="2101427"/>
            <a:ext cx="2570322" cy="94770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128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256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6385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8513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0642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27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4899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7027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2F2B-DA5F-40A5-AA8B-1CC432AA17FD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D6988-E547-4EBB-B85A-7C1AA10E32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3875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2F2B-DA5F-40A5-AA8B-1CC432AA17FD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D6988-E547-4EBB-B85A-7C1AA10E32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56710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90055" y="2382991"/>
            <a:ext cx="3121105" cy="736530"/>
          </a:xfrm>
        </p:spPr>
        <p:txBody>
          <a:bodyPr anchor="t"/>
          <a:lstStyle>
            <a:lvl1pPr algn="l">
              <a:defRPr sz="19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90055" y="1571781"/>
            <a:ext cx="3121105" cy="811212"/>
          </a:xfrm>
        </p:spPr>
        <p:txBody>
          <a:bodyPr anchor="b"/>
          <a:lstStyle>
            <a:lvl1pPr marL="0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  <a:lvl2pPr marL="212849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2pPr>
            <a:lvl3pPr marL="425697" indent="0">
              <a:buNone/>
              <a:defRPr sz="700">
                <a:solidFill>
                  <a:schemeClr val="tx1">
                    <a:tint val="75000"/>
                  </a:schemeClr>
                </a:solidFill>
              </a:defRPr>
            </a:lvl3pPr>
            <a:lvl4pPr marL="638546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4pPr>
            <a:lvl5pPr marL="851395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5pPr>
            <a:lvl6pPr marL="1064244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6pPr>
            <a:lvl7pPr marL="1277093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7pPr>
            <a:lvl8pPr marL="1489941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8pPr>
            <a:lvl9pPr marL="1702790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2F2B-DA5F-40A5-AA8B-1CC432AA17FD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D6988-E547-4EBB-B85A-7C1AA10E32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55363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72038" y="431791"/>
            <a:ext cx="620269" cy="1220682"/>
          </a:xfrm>
        </p:spPr>
        <p:txBody>
          <a:bodyPr/>
          <a:lstStyle>
            <a:lvl1pPr>
              <a:defRPr sz="1300"/>
            </a:lvl1pPr>
            <a:lvl2pPr>
              <a:defRPr sz="1200"/>
            </a:lvl2pPr>
            <a:lvl3pPr>
              <a:defRPr sz="1000"/>
            </a:lvl3pPr>
            <a:lvl4pPr>
              <a:defRPr sz="800"/>
            </a:lvl4pPr>
            <a:lvl5pPr>
              <a:defRPr sz="800"/>
            </a:lvl5pPr>
            <a:lvl6pPr>
              <a:defRPr sz="800"/>
            </a:lvl6pPr>
            <a:lvl7pPr>
              <a:defRPr sz="800"/>
            </a:lvl7pPr>
            <a:lvl8pPr>
              <a:defRPr sz="800"/>
            </a:lvl8pPr>
            <a:lvl9pPr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753504" y="431791"/>
            <a:ext cx="620269" cy="1220682"/>
          </a:xfrm>
        </p:spPr>
        <p:txBody>
          <a:bodyPr/>
          <a:lstStyle>
            <a:lvl1pPr>
              <a:defRPr sz="1300"/>
            </a:lvl1pPr>
            <a:lvl2pPr>
              <a:defRPr sz="1200"/>
            </a:lvl2pPr>
            <a:lvl3pPr>
              <a:defRPr sz="1000"/>
            </a:lvl3pPr>
            <a:lvl4pPr>
              <a:defRPr sz="800"/>
            </a:lvl4pPr>
            <a:lvl5pPr>
              <a:defRPr sz="800"/>
            </a:lvl5pPr>
            <a:lvl6pPr>
              <a:defRPr sz="800"/>
            </a:lvl6pPr>
            <a:lvl7pPr>
              <a:defRPr sz="800"/>
            </a:lvl7pPr>
            <a:lvl8pPr>
              <a:defRPr sz="800"/>
            </a:lvl8pPr>
            <a:lvl9pPr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2F2B-DA5F-40A5-AA8B-1CC432AA17FD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D6988-E547-4EBB-B85A-7C1AA10E32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12559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83596" y="148510"/>
            <a:ext cx="3304699" cy="618066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83595" y="830099"/>
            <a:ext cx="1622388" cy="345946"/>
          </a:xfrm>
        </p:spPr>
        <p:txBody>
          <a:bodyPr anchor="b"/>
          <a:lstStyle>
            <a:lvl1pPr marL="0" indent="0">
              <a:buNone/>
              <a:defRPr sz="1200" b="1"/>
            </a:lvl1pPr>
            <a:lvl2pPr marL="212849" indent="0">
              <a:buNone/>
              <a:defRPr sz="1000" b="1"/>
            </a:lvl2pPr>
            <a:lvl3pPr marL="425697" indent="0">
              <a:buNone/>
              <a:defRPr sz="800" b="1"/>
            </a:lvl3pPr>
            <a:lvl4pPr marL="638546" indent="0">
              <a:buNone/>
              <a:defRPr sz="700" b="1"/>
            </a:lvl4pPr>
            <a:lvl5pPr marL="851395" indent="0">
              <a:buNone/>
              <a:defRPr sz="700" b="1"/>
            </a:lvl5pPr>
            <a:lvl6pPr marL="1064244" indent="0">
              <a:buNone/>
              <a:defRPr sz="700" b="1"/>
            </a:lvl6pPr>
            <a:lvl7pPr marL="1277093" indent="0">
              <a:buNone/>
              <a:defRPr sz="700" b="1"/>
            </a:lvl7pPr>
            <a:lvl8pPr marL="1489941" indent="0">
              <a:buNone/>
              <a:defRPr sz="700" b="1"/>
            </a:lvl8pPr>
            <a:lvl9pPr marL="1702790" indent="0">
              <a:buNone/>
              <a:defRPr sz="7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83595" y="1176044"/>
            <a:ext cx="1622388" cy="2136623"/>
          </a:xfrm>
        </p:spPr>
        <p:txBody>
          <a:bodyPr/>
          <a:lstStyle>
            <a:lvl1pPr>
              <a:defRPr sz="1200"/>
            </a:lvl1pPr>
            <a:lvl2pPr>
              <a:defRPr sz="1000"/>
            </a:lvl2pPr>
            <a:lvl3pPr>
              <a:defRPr sz="800"/>
            </a:lvl3pPr>
            <a:lvl4pPr>
              <a:defRPr sz="700"/>
            </a:lvl4pPr>
            <a:lvl5pPr>
              <a:defRPr sz="700"/>
            </a:lvl5pPr>
            <a:lvl6pPr>
              <a:defRPr sz="700"/>
            </a:lvl6pPr>
            <a:lvl7pPr>
              <a:defRPr sz="700"/>
            </a:lvl7pPr>
            <a:lvl8pPr>
              <a:defRPr sz="700"/>
            </a:lvl8pPr>
            <a:lvl9pPr>
              <a:defRPr sz="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1865269" y="830099"/>
            <a:ext cx="1623026" cy="345946"/>
          </a:xfrm>
        </p:spPr>
        <p:txBody>
          <a:bodyPr anchor="b"/>
          <a:lstStyle>
            <a:lvl1pPr marL="0" indent="0">
              <a:buNone/>
              <a:defRPr sz="1200" b="1"/>
            </a:lvl1pPr>
            <a:lvl2pPr marL="212849" indent="0">
              <a:buNone/>
              <a:defRPr sz="1000" b="1"/>
            </a:lvl2pPr>
            <a:lvl3pPr marL="425697" indent="0">
              <a:buNone/>
              <a:defRPr sz="800" b="1"/>
            </a:lvl3pPr>
            <a:lvl4pPr marL="638546" indent="0">
              <a:buNone/>
              <a:defRPr sz="700" b="1"/>
            </a:lvl4pPr>
            <a:lvl5pPr marL="851395" indent="0">
              <a:buNone/>
              <a:defRPr sz="700" b="1"/>
            </a:lvl5pPr>
            <a:lvl6pPr marL="1064244" indent="0">
              <a:buNone/>
              <a:defRPr sz="700" b="1"/>
            </a:lvl6pPr>
            <a:lvl7pPr marL="1277093" indent="0">
              <a:buNone/>
              <a:defRPr sz="700" b="1"/>
            </a:lvl7pPr>
            <a:lvl8pPr marL="1489941" indent="0">
              <a:buNone/>
              <a:defRPr sz="700" b="1"/>
            </a:lvl8pPr>
            <a:lvl9pPr marL="1702790" indent="0">
              <a:buNone/>
              <a:defRPr sz="7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1865269" y="1176044"/>
            <a:ext cx="1623026" cy="2136623"/>
          </a:xfrm>
        </p:spPr>
        <p:txBody>
          <a:bodyPr/>
          <a:lstStyle>
            <a:lvl1pPr>
              <a:defRPr sz="1200"/>
            </a:lvl1pPr>
            <a:lvl2pPr>
              <a:defRPr sz="1000"/>
            </a:lvl2pPr>
            <a:lvl3pPr>
              <a:defRPr sz="800"/>
            </a:lvl3pPr>
            <a:lvl4pPr>
              <a:defRPr sz="700"/>
            </a:lvl4pPr>
            <a:lvl5pPr>
              <a:defRPr sz="700"/>
            </a:lvl5pPr>
            <a:lvl6pPr>
              <a:defRPr sz="700"/>
            </a:lvl6pPr>
            <a:lvl7pPr>
              <a:defRPr sz="700"/>
            </a:lvl7pPr>
            <a:lvl8pPr>
              <a:defRPr sz="700"/>
            </a:lvl8pPr>
            <a:lvl9pPr>
              <a:defRPr sz="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2F2B-DA5F-40A5-AA8B-1CC432AA17FD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D6988-E547-4EBB-B85A-7C1AA10E32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19610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2F2B-DA5F-40A5-AA8B-1CC432AA17FD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D6988-E547-4EBB-B85A-7C1AA10E32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09802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2F2B-DA5F-40A5-AA8B-1CC432AA17FD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D6988-E547-4EBB-B85A-7C1AA10E32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2820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83595" y="147650"/>
            <a:ext cx="1208026" cy="628367"/>
          </a:xfrm>
        </p:spPr>
        <p:txBody>
          <a:bodyPr anchor="b"/>
          <a:lstStyle>
            <a:lvl1pPr algn="l">
              <a:defRPr sz="1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435606" y="147650"/>
            <a:ext cx="2052688" cy="3165016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83595" y="776019"/>
            <a:ext cx="1208026" cy="2536648"/>
          </a:xfrm>
        </p:spPr>
        <p:txBody>
          <a:bodyPr/>
          <a:lstStyle>
            <a:lvl1pPr marL="0" indent="0">
              <a:buNone/>
              <a:defRPr sz="600"/>
            </a:lvl1pPr>
            <a:lvl2pPr marL="212849" indent="0">
              <a:buNone/>
              <a:defRPr sz="500"/>
            </a:lvl2pPr>
            <a:lvl3pPr marL="425697" indent="0">
              <a:buNone/>
              <a:defRPr sz="400"/>
            </a:lvl3pPr>
            <a:lvl4pPr marL="638546" indent="0">
              <a:buNone/>
              <a:defRPr sz="400"/>
            </a:lvl4pPr>
            <a:lvl5pPr marL="851395" indent="0">
              <a:buNone/>
              <a:defRPr sz="400"/>
            </a:lvl5pPr>
            <a:lvl6pPr marL="1064244" indent="0">
              <a:buNone/>
              <a:defRPr sz="400"/>
            </a:lvl6pPr>
            <a:lvl7pPr marL="1277093" indent="0">
              <a:buNone/>
              <a:defRPr sz="400"/>
            </a:lvl7pPr>
            <a:lvl8pPr marL="1489941" indent="0">
              <a:buNone/>
              <a:defRPr sz="400"/>
            </a:lvl8pPr>
            <a:lvl9pPr marL="1702790" indent="0">
              <a:buNone/>
              <a:defRPr sz="4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2F2B-DA5F-40A5-AA8B-1CC432AA17FD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D6988-E547-4EBB-B85A-7C1AA10E32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903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19717" y="2595881"/>
            <a:ext cx="2203133" cy="306458"/>
          </a:xfrm>
        </p:spPr>
        <p:txBody>
          <a:bodyPr anchor="b"/>
          <a:lstStyle>
            <a:lvl1pPr algn="l">
              <a:defRPr sz="1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719717" y="331353"/>
            <a:ext cx="2203133" cy="2225040"/>
          </a:xfrm>
        </p:spPr>
        <p:txBody>
          <a:bodyPr/>
          <a:lstStyle>
            <a:lvl1pPr marL="0" indent="0">
              <a:buNone/>
              <a:defRPr sz="1500"/>
            </a:lvl1pPr>
            <a:lvl2pPr marL="212849" indent="0">
              <a:buNone/>
              <a:defRPr sz="1300"/>
            </a:lvl2pPr>
            <a:lvl3pPr marL="425697" indent="0">
              <a:buNone/>
              <a:defRPr sz="1200"/>
            </a:lvl3pPr>
            <a:lvl4pPr marL="638546" indent="0">
              <a:buNone/>
              <a:defRPr sz="1000"/>
            </a:lvl4pPr>
            <a:lvl5pPr marL="851395" indent="0">
              <a:buNone/>
              <a:defRPr sz="1000"/>
            </a:lvl5pPr>
            <a:lvl6pPr marL="1064244" indent="0">
              <a:buNone/>
              <a:defRPr sz="1000"/>
            </a:lvl6pPr>
            <a:lvl7pPr marL="1277093" indent="0">
              <a:buNone/>
              <a:defRPr sz="1000"/>
            </a:lvl7pPr>
            <a:lvl8pPr marL="1489941" indent="0">
              <a:buNone/>
              <a:defRPr sz="1000"/>
            </a:lvl8pPr>
            <a:lvl9pPr marL="1702790" indent="0">
              <a:buNone/>
              <a:defRPr sz="1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719717" y="2902338"/>
            <a:ext cx="2203133" cy="435222"/>
          </a:xfrm>
        </p:spPr>
        <p:txBody>
          <a:bodyPr/>
          <a:lstStyle>
            <a:lvl1pPr marL="0" indent="0">
              <a:buNone/>
              <a:defRPr sz="600"/>
            </a:lvl1pPr>
            <a:lvl2pPr marL="212849" indent="0">
              <a:buNone/>
              <a:defRPr sz="500"/>
            </a:lvl2pPr>
            <a:lvl3pPr marL="425697" indent="0">
              <a:buNone/>
              <a:defRPr sz="400"/>
            </a:lvl3pPr>
            <a:lvl4pPr marL="638546" indent="0">
              <a:buNone/>
              <a:defRPr sz="400"/>
            </a:lvl4pPr>
            <a:lvl5pPr marL="851395" indent="0">
              <a:buNone/>
              <a:defRPr sz="400"/>
            </a:lvl5pPr>
            <a:lvl6pPr marL="1064244" indent="0">
              <a:buNone/>
              <a:defRPr sz="400"/>
            </a:lvl6pPr>
            <a:lvl7pPr marL="1277093" indent="0">
              <a:buNone/>
              <a:defRPr sz="400"/>
            </a:lvl7pPr>
            <a:lvl8pPr marL="1489941" indent="0">
              <a:buNone/>
              <a:defRPr sz="400"/>
            </a:lvl8pPr>
            <a:lvl9pPr marL="1702790" indent="0">
              <a:buNone/>
              <a:defRPr sz="4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2F2B-DA5F-40A5-AA8B-1CC432AA17FD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D6988-E547-4EBB-B85A-7C1AA10E32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733664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2F2B-DA5F-40A5-AA8B-1CC432AA17FD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D6988-E547-4EBB-B85A-7C1AA10E32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97452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1048658" y="73826"/>
            <a:ext cx="325115" cy="1578646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72035" y="73826"/>
            <a:ext cx="915422" cy="1578646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2F2B-DA5F-40A5-AA8B-1CC432AA17FD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D6988-E547-4EBB-B85A-7C1AA10E32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41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183596" y="148510"/>
            <a:ext cx="3304699" cy="618066"/>
          </a:xfrm>
          <a:prstGeom prst="rect">
            <a:avLst/>
          </a:prstGeom>
        </p:spPr>
        <p:txBody>
          <a:bodyPr vert="horz" lIns="42570" tIns="21284" rIns="42570" bIns="21284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83596" y="865296"/>
            <a:ext cx="3304699" cy="2447372"/>
          </a:xfrm>
          <a:prstGeom prst="rect">
            <a:avLst/>
          </a:prstGeom>
        </p:spPr>
        <p:txBody>
          <a:bodyPr vert="horz" lIns="42570" tIns="21284" rIns="42570" bIns="21284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183595" y="3437139"/>
            <a:ext cx="856774" cy="197438"/>
          </a:xfrm>
          <a:prstGeom prst="rect">
            <a:avLst/>
          </a:prstGeom>
        </p:spPr>
        <p:txBody>
          <a:bodyPr vert="horz" lIns="42570" tIns="21284" rIns="42570" bIns="21284" rtlCol="0" anchor="ctr"/>
          <a:lstStyle>
            <a:lvl1pPr algn="l">
              <a:defRPr sz="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2E2F2B-DA5F-40A5-AA8B-1CC432AA17FD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254563" y="3437139"/>
            <a:ext cx="1162765" cy="197438"/>
          </a:xfrm>
          <a:prstGeom prst="rect">
            <a:avLst/>
          </a:prstGeom>
        </p:spPr>
        <p:txBody>
          <a:bodyPr vert="horz" lIns="42570" tIns="21284" rIns="42570" bIns="21284" rtlCol="0" anchor="ctr"/>
          <a:lstStyle>
            <a:lvl1pPr algn="ctr">
              <a:defRPr sz="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2631521" y="3437139"/>
            <a:ext cx="856774" cy="197438"/>
          </a:xfrm>
          <a:prstGeom prst="rect">
            <a:avLst/>
          </a:prstGeom>
        </p:spPr>
        <p:txBody>
          <a:bodyPr vert="horz" lIns="42570" tIns="21284" rIns="42570" bIns="21284" rtlCol="0" anchor="ctr"/>
          <a:lstStyle>
            <a:lvl1pPr algn="r">
              <a:defRPr sz="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CD6988-E547-4EBB-B85A-7C1AA10E32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2292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25697" rtl="0" eaLnBrk="1" latinLnBrk="0" hangingPunct="1">
        <a:spcBef>
          <a:spcPct val="0"/>
        </a:spcBef>
        <a:buNone/>
        <a:defRPr sz="2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9636" indent="-159636" algn="l" defTabSz="425697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45879" indent="-133031" algn="l" defTabSz="425697" rtl="0" eaLnBrk="1" latinLnBrk="0" hangingPunct="1">
        <a:spcBef>
          <a:spcPct val="20000"/>
        </a:spcBef>
        <a:buFont typeface="Arial" panose="020B0604020202020204" pitchFamily="34" charset="0"/>
        <a:buChar char="–"/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532122" indent="-106425" algn="l" defTabSz="425697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744971" indent="-106425" algn="l" defTabSz="425697" rtl="0" eaLnBrk="1" latinLnBrk="0" hangingPunct="1">
        <a:spcBef>
          <a:spcPct val="20000"/>
        </a:spcBef>
        <a:buFont typeface="Arial" panose="020B0604020202020204" pitchFamily="34" charset="0"/>
        <a:buChar char="–"/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957819" indent="-106425" algn="l" defTabSz="425697" rtl="0" eaLnBrk="1" latinLnBrk="0" hangingPunct="1">
        <a:spcBef>
          <a:spcPct val="20000"/>
        </a:spcBef>
        <a:buFont typeface="Arial" panose="020B0604020202020204" pitchFamily="34" charset="0"/>
        <a:buChar char="»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170668" indent="-106425" algn="l" defTabSz="425697" rtl="0" eaLnBrk="1" latinLnBrk="0" hangingPunct="1">
        <a:spcBef>
          <a:spcPct val="200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1383517" indent="-106425" algn="l" defTabSz="425697" rtl="0" eaLnBrk="1" latinLnBrk="0" hangingPunct="1">
        <a:spcBef>
          <a:spcPct val="200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1596365" indent="-106425" algn="l" defTabSz="425697" rtl="0" eaLnBrk="1" latinLnBrk="0" hangingPunct="1">
        <a:spcBef>
          <a:spcPct val="200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1809214" indent="-106425" algn="l" defTabSz="425697" rtl="0" eaLnBrk="1" latinLnBrk="0" hangingPunct="1">
        <a:spcBef>
          <a:spcPct val="200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425697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1pPr>
      <a:lvl2pPr marL="212849" algn="l" defTabSz="425697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2pPr>
      <a:lvl3pPr marL="425697" algn="l" defTabSz="425697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3pPr>
      <a:lvl4pPr marL="638546" algn="l" defTabSz="425697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4pPr>
      <a:lvl5pPr marL="851395" algn="l" defTabSz="425697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64244" algn="l" defTabSz="425697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6pPr>
      <a:lvl7pPr marL="1277093" algn="l" defTabSz="425697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1489941" algn="l" defTabSz="425697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8pPr>
      <a:lvl9pPr marL="1702790" algn="l" defTabSz="425697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.bin"/><Relationship Id="rId3" Type="http://schemas.openxmlformats.org/officeDocument/2006/relationships/image" Target="../media/image5.png"/><Relationship Id="rId7" Type="http://schemas.openxmlformats.org/officeDocument/2006/relationships/image" Target="../media/image2.wmf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oleObject" Target="../embeddings/oleObject2.bin"/><Relationship Id="rId11" Type="http://schemas.openxmlformats.org/officeDocument/2006/relationships/image" Target="../media/image4.wmf"/><Relationship Id="rId5" Type="http://schemas.openxmlformats.org/officeDocument/2006/relationships/image" Target="../media/image1.wmf"/><Relationship Id="rId10" Type="http://schemas.openxmlformats.org/officeDocument/2006/relationships/oleObject" Target="../embeddings/oleObject4.bin"/><Relationship Id="rId4" Type="http://schemas.openxmlformats.org/officeDocument/2006/relationships/oleObject" Target="../embeddings/oleObject1.bin"/><Relationship Id="rId9" Type="http://schemas.openxmlformats.org/officeDocument/2006/relationships/image" Target="../media/image3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0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8520" y="-99392"/>
            <a:ext cx="3973513" cy="3884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21" name="Objet 2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9785494"/>
              </p:ext>
            </p:extLst>
          </p:nvPr>
        </p:nvGraphicFramePr>
        <p:xfrm>
          <a:off x="899840" y="630064"/>
          <a:ext cx="857250" cy="419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6" name="Équation" r:id="rId4" imgW="571320" imgH="279360" progId="Equation.3">
                  <p:embed/>
                </p:oleObj>
              </mc:Choice>
              <mc:Fallback>
                <p:oleObj name="Équation" r:id="rId4" imgW="571320" imgH="27936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99840" y="630064"/>
                        <a:ext cx="857250" cy="419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CC99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" name="Objet 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91471659"/>
              </p:ext>
            </p:extLst>
          </p:nvPr>
        </p:nvGraphicFramePr>
        <p:xfrm>
          <a:off x="1040036" y="1709738"/>
          <a:ext cx="723900" cy="419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7" name="Équation" r:id="rId6" imgW="482400" imgH="279360" progId="Equation.3">
                  <p:embed/>
                </p:oleObj>
              </mc:Choice>
              <mc:Fallback>
                <p:oleObj name="Équation" r:id="rId6" imgW="482400" imgH="27936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40036" y="1709738"/>
                        <a:ext cx="723900" cy="419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CC99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AutoShape 12"/>
          <p:cNvSpPr>
            <a:spLocks/>
          </p:cNvSpPr>
          <p:nvPr/>
        </p:nvSpPr>
        <p:spPr bwMode="auto">
          <a:xfrm rot="5400000">
            <a:off x="1080466" y="1212851"/>
            <a:ext cx="484757" cy="125929"/>
          </a:xfrm>
          <a:custGeom>
            <a:avLst/>
            <a:gdLst>
              <a:gd name="G0" fmla="*/ 0 1604 1"/>
              <a:gd name="G1" fmla="*/ G0 1 62639"/>
              <a:gd name="G2" fmla="*/ 17013 454 1"/>
              <a:gd name="G3" fmla="*/ G2 1 27677"/>
              <a:gd name="G4" fmla="*/ 42863 1604 1"/>
              <a:gd name="G5" fmla="*/ G4 1 62639"/>
              <a:gd name="G6" fmla="*/ 11112 454 1"/>
              <a:gd name="G7" fmla="*/ G6 1 27677"/>
              <a:gd name="G8" fmla="*/ 48764 1604 1"/>
              <a:gd name="G9" fmla="*/ G8 1 62639"/>
              <a:gd name="G10" fmla="*/ 18152 454 1"/>
              <a:gd name="G11" fmla="*/ G10 1 27677"/>
              <a:gd name="G12" fmla="*/ 54666 1604 1"/>
              <a:gd name="G13" fmla="*/ G12 1 62639"/>
              <a:gd name="G14" fmla="*/ 20637 454 1"/>
              <a:gd name="G15" fmla="*/ G14 1 27677"/>
              <a:gd name="G16" fmla="*/ 60567 1604 1"/>
              <a:gd name="G17" fmla="*/ G16 1 62639"/>
              <a:gd name="G18" fmla="*/ 22915 454 1"/>
              <a:gd name="G19" fmla="*/ G18 1 27677"/>
              <a:gd name="G20" fmla="*/ 933 1604 1"/>
              <a:gd name="G21" fmla="*/ G20 1 62639"/>
              <a:gd name="G22" fmla="*/ 20637 454 1"/>
              <a:gd name="G23" fmla="*/ G22 1 27677"/>
              <a:gd name="G24" fmla="*/ 11597 1604 1"/>
              <a:gd name="G25" fmla="*/ G24 1 62639"/>
              <a:gd name="G26" fmla="*/ 27677 454 1"/>
              <a:gd name="G27" fmla="*/ G26 1 27677"/>
              <a:gd name="G28" fmla="*/ 17498 1604 1"/>
              <a:gd name="G29" fmla="*/ G28 1 62639"/>
              <a:gd name="G30" fmla="*/ 20637 454 1"/>
              <a:gd name="G31" fmla="*/ G30 1 27677"/>
              <a:gd name="G32" fmla="*/ 9112 1604 1"/>
              <a:gd name="G33" fmla="*/ G32 1 62639"/>
              <a:gd name="G34" fmla="*/ 21776 454 1"/>
              <a:gd name="G35" fmla="*/ G34 1 27677"/>
              <a:gd name="G36" fmla="*/ 42450 1604 1"/>
              <a:gd name="G37" fmla="*/ G36 1 62639"/>
              <a:gd name="G38" fmla="*/ 21776 454 1"/>
              <a:gd name="G39" fmla="*/ G38 1 27677"/>
              <a:gd name="G40" fmla="*/ 10251 1604 1"/>
              <a:gd name="G41" fmla="*/ G40 1 62639"/>
              <a:gd name="G42" fmla="*/ 21776 454 1"/>
              <a:gd name="G43" fmla="*/ G42 1 27677"/>
              <a:gd name="G44" fmla="*/ 62639 1604 1"/>
              <a:gd name="G45" fmla="*/ G44 1 62639"/>
              <a:gd name="G46" fmla="*/ 21776 454 1"/>
              <a:gd name="G47" fmla="*/ G46 1 27677"/>
              <a:gd name="G48" fmla="*/ 62639 1604 1"/>
              <a:gd name="G49" fmla="*/ G48 1 62639"/>
              <a:gd name="G50" fmla="*/ 21776 454 1"/>
              <a:gd name="G51" fmla="*/ G50 1 27677"/>
              <a:gd name="G52" fmla="*/ 62639 1604 1"/>
              <a:gd name="G53" fmla="*/ G52 1 62639"/>
              <a:gd name="G54" fmla="*/ 21776 454 1"/>
              <a:gd name="G55" fmla="*/ G54 1 27677"/>
              <a:gd name="G56" fmla="+- 1604 0 0"/>
              <a:gd name="G57" fmla="+- 454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82549"/>
                </a:moveTo>
                <a:cubicBezTo>
                  <a:pt x="11906" y="41274"/>
                  <a:pt x="23813" y="0"/>
                  <a:pt x="42863" y="11112"/>
                </a:cubicBezTo>
                <a:cubicBezTo>
                  <a:pt x="61913" y="22224"/>
                  <a:pt x="90487" y="147636"/>
                  <a:pt x="114300" y="149224"/>
                </a:cubicBezTo>
                <a:cubicBezTo>
                  <a:pt x="138113" y="150812"/>
                  <a:pt x="161926" y="19843"/>
                  <a:pt x="185738" y="20637"/>
                </a:cubicBezTo>
                <a:cubicBezTo>
                  <a:pt x="209550" y="21431"/>
                  <a:pt x="233363" y="153987"/>
                  <a:pt x="257175" y="153987"/>
                </a:cubicBezTo>
                <a:cubicBezTo>
                  <a:pt x="280987" y="153987"/>
                  <a:pt x="304007" y="19843"/>
                  <a:pt x="328613" y="20637"/>
                </a:cubicBezTo>
                <a:cubicBezTo>
                  <a:pt x="353219" y="21431"/>
                  <a:pt x="380207" y="158749"/>
                  <a:pt x="404813" y="158749"/>
                </a:cubicBezTo>
                <a:cubicBezTo>
                  <a:pt x="429419" y="158749"/>
                  <a:pt x="454819" y="32543"/>
                  <a:pt x="476250" y="20637"/>
                </a:cubicBezTo>
                <a:cubicBezTo>
                  <a:pt x="497681" y="8731"/>
                  <a:pt x="518319" y="76199"/>
                  <a:pt x="533400" y="87312"/>
                </a:cubicBezTo>
                <a:cubicBezTo>
                  <a:pt x="548481" y="98425"/>
                  <a:pt x="566738" y="87312"/>
                  <a:pt x="566738" y="87312"/>
                </a:cubicBezTo>
                <a:lnTo>
                  <a:pt x="600075" y="87312"/>
                </a:lnTo>
                <a:lnTo>
                  <a:pt x="652463" y="87312"/>
                </a:lnTo>
              </a:path>
            </a:pathLst>
          </a:custGeom>
          <a:noFill/>
          <a:ln w="9360" cap="flat">
            <a:solidFill>
              <a:srgbClr val="00B050"/>
            </a:solidFill>
            <a:round/>
            <a:headEnd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86895" tIns="43448" rIns="86895" bIns="43448" anchor="ctr"/>
          <a:lstStyle/>
          <a:p>
            <a:endParaRPr lang="fr-FR"/>
          </a:p>
        </p:txBody>
      </p:sp>
      <p:graphicFrame>
        <p:nvGraphicFramePr>
          <p:cNvPr id="2" name="Obje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45169980"/>
              </p:ext>
            </p:extLst>
          </p:nvPr>
        </p:nvGraphicFramePr>
        <p:xfrm>
          <a:off x="1907952" y="630064"/>
          <a:ext cx="825081" cy="40337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8" name="Équation" r:id="rId8" imgW="571320" imgH="279360" progId="Equation.3">
                  <p:embed/>
                </p:oleObj>
              </mc:Choice>
              <mc:Fallback>
                <p:oleObj name="Équation" r:id="rId8" imgW="571320" imgH="27936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907952" y="630064"/>
                        <a:ext cx="825081" cy="40337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29058343"/>
              </p:ext>
            </p:extLst>
          </p:nvPr>
        </p:nvGraphicFramePr>
        <p:xfrm>
          <a:off x="1993789" y="1703214"/>
          <a:ext cx="778259" cy="43901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9" name="Équation" r:id="rId10" imgW="495000" imgH="279360" progId="Equation.3">
                  <p:embed/>
                </p:oleObj>
              </mc:Choice>
              <mc:Fallback>
                <p:oleObj name="Équation" r:id="rId10" imgW="495000" imgH="27936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993789" y="1703214"/>
                        <a:ext cx="778259" cy="43901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AutoShape 12"/>
          <p:cNvSpPr>
            <a:spLocks/>
          </p:cNvSpPr>
          <p:nvPr/>
        </p:nvSpPr>
        <p:spPr bwMode="auto">
          <a:xfrm rot="5400000">
            <a:off x="2034657" y="1212850"/>
            <a:ext cx="484757" cy="125929"/>
          </a:xfrm>
          <a:custGeom>
            <a:avLst/>
            <a:gdLst>
              <a:gd name="G0" fmla="*/ 0 1604 1"/>
              <a:gd name="G1" fmla="*/ G0 1 62639"/>
              <a:gd name="G2" fmla="*/ 17013 454 1"/>
              <a:gd name="G3" fmla="*/ G2 1 27677"/>
              <a:gd name="G4" fmla="*/ 42863 1604 1"/>
              <a:gd name="G5" fmla="*/ G4 1 62639"/>
              <a:gd name="G6" fmla="*/ 11112 454 1"/>
              <a:gd name="G7" fmla="*/ G6 1 27677"/>
              <a:gd name="G8" fmla="*/ 48764 1604 1"/>
              <a:gd name="G9" fmla="*/ G8 1 62639"/>
              <a:gd name="G10" fmla="*/ 18152 454 1"/>
              <a:gd name="G11" fmla="*/ G10 1 27677"/>
              <a:gd name="G12" fmla="*/ 54666 1604 1"/>
              <a:gd name="G13" fmla="*/ G12 1 62639"/>
              <a:gd name="G14" fmla="*/ 20637 454 1"/>
              <a:gd name="G15" fmla="*/ G14 1 27677"/>
              <a:gd name="G16" fmla="*/ 60567 1604 1"/>
              <a:gd name="G17" fmla="*/ G16 1 62639"/>
              <a:gd name="G18" fmla="*/ 22915 454 1"/>
              <a:gd name="G19" fmla="*/ G18 1 27677"/>
              <a:gd name="G20" fmla="*/ 933 1604 1"/>
              <a:gd name="G21" fmla="*/ G20 1 62639"/>
              <a:gd name="G22" fmla="*/ 20637 454 1"/>
              <a:gd name="G23" fmla="*/ G22 1 27677"/>
              <a:gd name="G24" fmla="*/ 11597 1604 1"/>
              <a:gd name="G25" fmla="*/ G24 1 62639"/>
              <a:gd name="G26" fmla="*/ 27677 454 1"/>
              <a:gd name="G27" fmla="*/ G26 1 27677"/>
              <a:gd name="G28" fmla="*/ 17498 1604 1"/>
              <a:gd name="G29" fmla="*/ G28 1 62639"/>
              <a:gd name="G30" fmla="*/ 20637 454 1"/>
              <a:gd name="G31" fmla="*/ G30 1 27677"/>
              <a:gd name="G32" fmla="*/ 9112 1604 1"/>
              <a:gd name="G33" fmla="*/ G32 1 62639"/>
              <a:gd name="G34" fmla="*/ 21776 454 1"/>
              <a:gd name="G35" fmla="*/ G34 1 27677"/>
              <a:gd name="G36" fmla="*/ 42450 1604 1"/>
              <a:gd name="G37" fmla="*/ G36 1 62639"/>
              <a:gd name="G38" fmla="*/ 21776 454 1"/>
              <a:gd name="G39" fmla="*/ G38 1 27677"/>
              <a:gd name="G40" fmla="*/ 10251 1604 1"/>
              <a:gd name="G41" fmla="*/ G40 1 62639"/>
              <a:gd name="G42" fmla="*/ 21776 454 1"/>
              <a:gd name="G43" fmla="*/ G42 1 27677"/>
              <a:gd name="G44" fmla="*/ 62639 1604 1"/>
              <a:gd name="G45" fmla="*/ G44 1 62639"/>
              <a:gd name="G46" fmla="*/ 21776 454 1"/>
              <a:gd name="G47" fmla="*/ G46 1 27677"/>
              <a:gd name="G48" fmla="*/ 62639 1604 1"/>
              <a:gd name="G49" fmla="*/ G48 1 62639"/>
              <a:gd name="G50" fmla="*/ 21776 454 1"/>
              <a:gd name="G51" fmla="*/ G50 1 27677"/>
              <a:gd name="G52" fmla="*/ 62639 1604 1"/>
              <a:gd name="G53" fmla="*/ G52 1 62639"/>
              <a:gd name="G54" fmla="*/ 21776 454 1"/>
              <a:gd name="G55" fmla="*/ G54 1 27677"/>
              <a:gd name="G56" fmla="+- 1604 0 0"/>
              <a:gd name="G57" fmla="+- 454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82549"/>
                </a:moveTo>
                <a:cubicBezTo>
                  <a:pt x="11906" y="41274"/>
                  <a:pt x="23813" y="0"/>
                  <a:pt x="42863" y="11112"/>
                </a:cubicBezTo>
                <a:cubicBezTo>
                  <a:pt x="61913" y="22224"/>
                  <a:pt x="90487" y="147636"/>
                  <a:pt x="114300" y="149224"/>
                </a:cubicBezTo>
                <a:cubicBezTo>
                  <a:pt x="138113" y="150812"/>
                  <a:pt x="161926" y="19843"/>
                  <a:pt x="185738" y="20637"/>
                </a:cubicBezTo>
                <a:cubicBezTo>
                  <a:pt x="209550" y="21431"/>
                  <a:pt x="233363" y="153987"/>
                  <a:pt x="257175" y="153987"/>
                </a:cubicBezTo>
                <a:cubicBezTo>
                  <a:pt x="280987" y="153987"/>
                  <a:pt x="304007" y="19843"/>
                  <a:pt x="328613" y="20637"/>
                </a:cubicBezTo>
                <a:cubicBezTo>
                  <a:pt x="353219" y="21431"/>
                  <a:pt x="380207" y="158749"/>
                  <a:pt x="404813" y="158749"/>
                </a:cubicBezTo>
                <a:cubicBezTo>
                  <a:pt x="429419" y="158749"/>
                  <a:pt x="454819" y="32543"/>
                  <a:pt x="476250" y="20637"/>
                </a:cubicBezTo>
                <a:cubicBezTo>
                  <a:pt x="497681" y="8731"/>
                  <a:pt x="518319" y="76199"/>
                  <a:pt x="533400" y="87312"/>
                </a:cubicBezTo>
                <a:cubicBezTo>
                  <a:pt x="548481" y="98425"/>
                  <a:pt x="566738" y="87312"/>
                  <a:pt x="566738" y="87312"/>
                </a:cubicBezTo>
                <a:lnTo>
                  <a:pt x="600075" y="87312"/>
                </a:lnTo>
                <a:lnTo>
                  <a:pt x="652463" y="87312"/>
                </a:lnTo>
              </a:path>
            </a:pathLst>
          </a:custGeom>
          <a:noFill/>
          <a:ln w="9360" cap="flat">
            <a:solidFill>
              <a:srgbClr val="00B050"/>
            </a:solidFill>
            <a:round/>
            <a:headEnd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86895" tIns="43448" rIns="86895" bIns="43448" anchor="ctr"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3187483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0</Words>
  <Application>Microsoft Office PowerPoint</Application>
  <PresentationFormat>Personnalisé</PresentationFormat>
  <Paragraphs>0</Paragraphs>
  <Slides>1</Slides>
  <Notes>0</Notes>
  <HiddenSlides>0</HiddenSlides>
  <MMClips>0</MMClips>
  <ScaleCrop>false</ScaleCrop>
  <HeadingPairs>
    <vt:vector size="6" baseType="variant">
      <vt:variant>
        <vt:lpstr>Thème</vt:lpstr>
      </vt:variant>
      <vt:variant>
        <vt:i4>1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3" baseType="lpstr">
      <vt:lpstr>Thème Office</vt:lpstr>
      <vt:lpstr>Microsoft Éditeur d'équations 3.0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5</cp:revision>
  <dcterms:created xsi:type="dcterms:W3CDTF">2017-10-18T11:29:09Z</dcterms:created>
  <dcterms:modified xsi:type="dcterms:W3CDTF">2017-10-31T12:14:54Z</dcterms:modified>
</cp:coreProperties>
</file>