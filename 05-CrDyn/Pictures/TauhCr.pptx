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671888" cy="3708400"/>
  <p:notesSz cx="6858000" cy="9144000"/>
  <p:defaultTextStyle>
    <a:defPPr>
      <a:defRPr lang="fr-FR"/>
    </a:defPPr>
    <a:lvl1pPr marL="0" algn="l" defTabSz="425697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212849" algn="l" defTabSz="425697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425697" algn="l" defTabSz="425697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638546" algn="l" defTabSz="425697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851395" algn="l" defTabSz="425697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064244" algn="l" defTabSz="425697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277093" algn="l" defTabSz="425697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1489941" algn="l" defTabSz="425697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1702790" algn="l" defTabSz="425697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1" d="100"/>
          <a:sy n="161" d="100"/>
        </p:scale>
        <p:origin x="-1986" y="-96"/>
      </p:cViewPr>
      <p:guideLst>
        <p:guide orient="horz" pos="1169"/>
        <p:guide pos="11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75393" y="1152009"/>
            <a:ext cx="3121105" cy="79490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50784" y="2101427"/>
            <a:ext cx="2570322" cy="94770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28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25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3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513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64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7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89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02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87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671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0055" y="2382991"/>
            <a:ext cx="3121105" cy="736530"/>
          </a:xfrm>
        </p:spPr>
        <p:txBody>
          <a:bodyPr anchor="t"/>
          <a:lstStyle>
            <a:lvl1pPr algn="l">
              <a:defRPr sz="19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90055" y="1571781"/>
            <a:ext cx="3121105" cy="811212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1284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425697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3pPr>
            <a:lvl4pPr marL="638546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851395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1064244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277093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489941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70279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5536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2038" y="431791"/>
            <a:ext cx="620269" cy="1220682"/>
          </a:xfrm>
        </p:spPr>
        <p:txBody>
          <a:bodyPr/>
          <a:lstStyle>
            <a:lvl1pPr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53504" y="431791"/>
            <a:ext cx="620269" cy="1220682"/>
          </a:xfrm>
        </p:spPr>
        <p:txBody>
          <a:bodyPr/>
          <a:lstStyle>
            <a:lvl1pPr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255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3596" y="148510"/>
            <a:ext cx="3304699" cy="618066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3595" y="830099"/>
            <a:ext cx="1622388" cy="34594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12849" indent="0">
              <a:buNone/>
              <a:defRPr sz="1000" b="1"/>
            </a:lvl2pPr>
            <a:lvl3pPr marL="425697" indent="0">
              <a:buNone/>
              <a:defRPr sz="800" b="1"/>
            </a:lvl3pPr>
            <a:lvl4pPr marL="638546" indent="0">
              <a:buNone/>
              <a:defRPr sz="700" b="1"/>
            </a:lvl4pPr>
            <a:lvl5pPr marL="851395" indent="0">
              <a:buNone/>
              <a:defRPr sz="700" b="1"/>
            </a:lvl5pPr>
            <a:lvl6pPr marL="1064244" indent="0">
              <a:buNone/>
              <a:defRPr sz="700" b="1"/>
            </a:lvl6pPr>
            <a:lvl7pPr marL="1277093" indent="0">
              <a:buNone/>
              <a:defRPr sz="700" b="1"/>
            </a:lvl7pPr>
            <a:lvl8pPr marL="1489941" indent="0">
              <a:buNone/>
              <a:defRPr sz="700" b="1"/>
            </a:lvl8pPr>
            <a:lvl9pPr marL="1702790" indent="0">
              <a:buNone/>
              <a:defRPr sz="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83595" y="1176044"/>
            <a:ext cx="1622388" cy="2136623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865269" y="830099"/>
            <a:ext cx="1623026" cy="34594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12849" indent="0">
              <a:buNone/>
              <a:defRPr sz="1000" b="1"/>
            </a:lvl2pPr>
            <a:lvl3pPr marL="425697" indent="0">
              <a:buNone/>
              <a:defRPr sz="800" b="1"/>
            </a:lvl3pPr>
            <a:lvl4pPr marL="638546" indent="0">
              <a:buNone/>
              <a:defRPr sz="700" b="1"/>
            </a:lvl4pPr>
            <a:lvl5pPr marL="851395" indent="0">
              <a:buNone/>
              <a:defRPr sz="700" b="1"/>
            </a:lvl5pPr>
            <a:lvl6pPr marL="1064244" indent="0">
              <a:buNone/>
              <a:defRPr sz="700" b="1"/>
            </a:lvl6pPr>
            <a:lvl7pPr marL="1277093" indent="0">
              <a:buNone/>
              <a:defRPr sz="700" b="1"/>
            </a:lvl7pPr>
            <a:lvl8pPr marL="1489941" indent="0">
              <a:buNone/>
              <a:defRPr sz="700" b="1"/>
            </a:lvl8pPr>
            <a:lvl9pPr marL="1702790" indent="0">
              <a:buNone/>
              <a:defRPr sz="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865269" y="1176044"/>
            <a:ext cx="1623026" cy="2136623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961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98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82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3595" y="147650"/>
            <a:ext cx="1208026" cy="628367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35606" y="147650"/>
            <a:ext cx="2052688" cy="3165016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3595" y="776019"/>
            <a:ext cx="1208026" cy="2536648"/>
          </a:xfrm>
        </p:spPr>
        <p:txBody>
          <a:bodyPr/>
          <a:lstStyle>
            <a:lvl1pPr marL="0" indent="0">
              <a:buNone/>
              <a:defRPr sz="600"/>
            </a:lvl1pPr>
            <a:lvl2pPr marL="212849" indent="0">
              <a:buNone/>
              <a:defRPr sz="500"/>
            </a:lvl2pPr>
            <a:lvl3pPr marL="425697" indent="0">
              <a:buNone/>
              <a:defRPr sz="400"/>
            </a:lvl3pPr>
            <a:lvl4pPr marL="638546" indent="0">
              <a:buNone/>
              <a:defRPr sz="400"/>
            </a:lvl4pPr>
            <a:lvl5pPr marL="851395" indent="0">
              <a:buNone/>
              <a:defRPr sz="400"/>
            </a:lvl5pPr>
            <a:lvl6pPr marL="1064244" indent="0">
              <a:buNone/>
              <a:defRPr sz="400"/>
            </a:lvl6pPr>
            <a:lvl7pPr marL="1277093" indent="0">
              <a:buNone/>
              <a:defRPr sz="400"/>
            </a:lvl7pPr>
            <a:lvl8pPr marL="1489941" indent="0">
              <a:buNone/>
              <a:defRPr sz="400"/>
            </a:lvl8pPr>
            <a:lvl9pPr marL="1702790" indent="0">
              <a:buNone/>
              <a:defRPr sz="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03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9717" y="2595881"/>
            <a:ext cx="2203133" cy="306458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719717" y="331353"/>
            <a:ext cx="2203133" cy="2225040"/>
          </a:xfrm>
        </p:spPr>
        <p:txBody>
          <a:bodyPr/>
          <a:lstStyle>
            <a:lvl1pPr marL="0" indent="0">
              <a:buNone/>
              <a:defRPr sz="1500"/>
            </a:lvl1pPr>
            <a:lvl2pPr marL="212849" indent="0">
              <a:buNone/>
              <a:defRPr sz="1300"/>
            </a:lvl2pPr>
            <a:lvl3pPr marL="425697" indent="0">
              <a:buNone/>
              <a:defRPr sz="1200"/>
            </a:lvl3pPr>
            <a:lvl4pPr marL="638546" indent="0">
              <a:buNone/>
              <a:defRPr sz="1000"/>
            </a:lvl4pPr>
            <a:lvl5pPr marL="851395" indent="0">
              <a:buNone/>
              <a:defRPr sz="1000"/>
            </a:lvl5pPr>
            <a:lvl6pPr marL="1064244" indent="0">
              <a:buNone/>
              <a:defRPr sz="1000"/>
            </a:lvl6pPr>
            <a:lvl7pPr marL="1277093" indent="0">
              <a:buNone/>
              <a:defRPr sz="1000"/>
            </a:lvl7pPr>
            <a:lvl8pPr marL="1489941" indent="0">
              <a:buNone/>
              <a:defRPr sz="1000"/>
            </a:lvl8pPr>
            <a:lvl9pPr marL="1702790" indent="0">
              <a:buNone/>
              <a:defRPr sz="1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19717" y="2902338"/>
            <a:ext cx="2203133" cy="435222"/>
          </a:xfrm>
        </p:spPr>
        <p:txBody>
          <a:bodyPr/>
          <a:lstStyle>
            <a:lvl1pPr marL="0" indent="0">
              <a:buNone/>
              <a:defRPr sz="600"/>
            </a:lvl1pPr>
            <a:lvl2pPr marL="212849" indent="0">
              <a:buNone/>
              <a:defRPr sz="500"/>
            </a:lvl2pPr>
            <a:lvl3pPr marL="425697" indent="0">
              <a:buNone/>
              <a:defRPr sz="400"/>
            </a:lvl3pPr>
            <a:lvl4pPr marL="638546" indent="0">
              <a:buNone/>
              <a:defRPr sz="400"/>
            </a:lvl4pPr>
            <a:lvl5pPr marL="851395" indent="0">
              <a:buNone/>
              <a:defRPr sz="400"/>
            </a:lvl5pPr>
            <a:lvl6pPr marL="1064244" indent="0">
              <a:buNone/>
              <a:defRPr sz="400"/>
            </a:lvl6pPr>
            <a:lvl7pPr marL="1277093" indent="0">
              <a:buNone/>
              <a:defRPr sz="400"/>
            </a:lvl7pPr>
            <a:lvl8pPr marL="1489941" indent="0">
              <a:buNone/>
              <a:defRPr sz="400"/>
            </a:lvl8pPr>
            <a:lvl9pPr marL="1702790" indent="0">
              <a:buNone/>
              <a:defRPr sz="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336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45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048658" y="73826"/>
            <a:ext cx="325115" cy="1578646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2035" y="73826"/>
            <a:ext cx="915422" cy="1578646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83596" y="148510"/>
            <a:ext cx="3304699" cy="618066"/>
          </a:xfrm>
          <a:prstGeom prst="rect">
            <a:avLst/>
          </a:prstGeom>
        </p:spPr>
        <p:txBody>
          <a:bodyPr vert="horz" lIns="42570" tIns="21284" rIns="42570" bIns="21284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3596" y="865296"/>
            <a:ext cx="3304699" cy="2447372"/>
          </a:xfrm>
          <a:prstGeom prst="rect">
            <a:avLst/>
          </a:prstGeom>
        </p:spPr>
        <p:txBody>
          <a:bodyPr vert="horz" lIns="42570" tIns="21284" rIns="42570" bIns="21284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83595" y="3437139"/>
            <a:ext cx="856774" cy="197438"/>
          </a:xfrm>
          <a:prstGeom prst="rect">
            <a:avLst/>
          </a:prstGeom>
        </p:spPr>
        <p:txBody>
          <a:bodyPr vert="horz" lIns="42570" tIns="21284" rIns="42570" bIns="21284" rtlCol="0" anchor="ctr"/>
          <a:lstStyle>
            <a:lvl1pPr algn="l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E2F2B-DA5F-40A5-AA8B-1CC432AA17FD}" type="datetimeFigureOut">
              <a:rPr lang="fr-FR" smtClean="0"/>
              <a:t>18/10/2017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254563" y="3437139"/>
            <a:ext cx="1162765" cy="197438"/>
          </a:xfrm>
          <a:prstGeom prst="rect">
            <a:avLst/>
          </a:prstGeom>
        </p:spPr>
        <p:txBody>
          <a:bodyPr vert="horz" lIns="42570" tIns="21284" rIns="42570" bIns="21284" rtlCol="0" anchor="ctr"/>
          <a:lstStyle>
            <a:lvl1pPr algn="ct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631521" y="3437139"/>
            <a:ext cx="856774" cy="197438"/>
          </a:xfrm>
          <a:prstGeom prst="rect">
            <a:avLst/>
          </a:prstGeom>
        </p:spPr>
        <p:txBody>
          <a:bodyPr vert="horz" lIns="42570" tIns="21284" rIns="42570" bIns="21284" rtlCol="0" anchor="ctr"/>
          <a:lstStyle>
            <a:lvl1pPr algn="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D6988-E547-4EBB-B85A-7C1AA10E32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9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25697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9636" indent="-159636" algn="l" defTabSz="425697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5879" indent="-133031" algn="l" defTabSz="425697" rtl="0" eaLnBrk="1" latinLnBrk="0" hangingPunct="1">
        <a:spcBef>
          <a:spcPct val="200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32122" indent="-106425" algn="l" defTabSz="42569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44971" indent="-106425" algn="l" defTabSz="425697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57819" indent="-106425" algn="l" defTabSz="425697" rtl="0" eaLnBrk="1" latinLnBrk="0" hangingPunct="1">
        <a:spcBef>
          <a:spcPct val="20000"/>
        </a:spcBef>
        <a:buFont typeface="Arial" panose="020B0604020202020204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70668" indent="-106425" algn="l" defTabSz="425697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83517" indent="-106425" algn="l" defTabSz="425697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6365" indent="-106425" algn="l" defTabSz="425697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09214" indent="-106425" algn="l" defTabSz="425697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25697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12849" algn="l" defTabSz="425697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25697" algn="l" defTabSz="425697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38546" algn="l" defTabSz="425697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51395" algn="l" defTabSz="425697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64244" algn="l" defTabSz="425697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77093" algn="l" defTabSz="425697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89941" algn="l" defTabSz="425697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02790" algn="l" defTabSz="425697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-99392"/>
            <a:ext cx="3973513" cy="388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" name="Obje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4929"/>
              </p:ext>
            </p:extLst>
          </p:nvPr>
        </p:nvGraphicFramePr>
        <p:xfrm>
          <a:off x="1593295" y="529381"/>
          <a:ext cx="85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Équation" r:id="rId4" imgW="571320" imgH="279360" progId="Equation.3">
                  <p:embed/>
                </p:oleObj>
              </mc:Choice>
              <mc:Fallback>
                <p:oleObj name="Équation" r:id="rId4" imgW="57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295" y="529381"/>
                        <a:ext cx="857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287310"/>
              </p:ext>
            </p:extLst>
          </p:nvPr>
        </p:nvGraphicFramePr>
        <p:xfrm>
          <a:off x="1665303" y="1753517"/>
          <a:ext cx="723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Équation" r:id="rId6" imgW="482400" imgH="279360" progId="Equation.3">
                  <p:embed/>
                </p:oleObj>
              </mc:Choice>
              <mc:Fallback>
                <p:oleObj name="Équation" r:id="rId6" imgW="4824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303" y="1753517"/>
                        <a:ext cx="723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AutoShape 12"/>
          <p:cNvSpPr>
            <a:spLocks/>
          </p:cNvSpPr>
          <p:nvPr/>
        </p:nvSpPr>
        <p:spPr bwMode="auto">
          <a:xfrm rot="5400000">
            <a:off x="1718792" y="1212851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B05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8748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</cp:revision>
  <dcterms:created xsi:type="dcterms:W3CDTF">2017-10-18T11:29:09Z</dcterms:created>
  <dcterms:modified xsi:type="dcterms:W3CDTF">2017-10-18T11:30:50Z</dcterms:modified>
</cp:coreProperties>
</file>