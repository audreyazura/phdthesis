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872788" cy="5580063"/>
  <p:notesSz cx="6858000" cy="9144000"/>
  <p:defaultTextStyle>
    <a:defPPr>
      <a:defRPr lang="fr-FR"/>
    </a:defPPr>
    <a:lvl1pPr marL="0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250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4499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6749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68998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1248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3497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5747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37996" algn="l" defTabSz="88449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50" y="-654"/>
      </p:cViewPr>
      <p:guideLst>
        <p:guide orient="horz" pos="1758"/>
        <p:guide pos="34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5462" y="1733436"/>
            <a:ext cx="9241870" cy="119609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30920" y="3162039"/>
            <a:ext cx="7610954" cy="14260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2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44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6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68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11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53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95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37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05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06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8878" y="3585708"/>
            <a:ext cx="9241870" cy="1108262"/>
          </a:xfrm>
        </p:spPr>
        <p:txBody>
          <a:bodyPr anchor="t"/>
          <a:lstStyle>
            <a:lvl1pPr algn="l">
              <a:defRPr sz="3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58878" y="2365073"/>
            <a:ext cx="9241870" cy="1220639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4225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844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267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7689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112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6534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09574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5379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24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98384" y="1229686"/>
            <a:ext cx="5304259" cy="347978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83858" y="1229686"/>
            <a:ext cx="5304259" cy="3479789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2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3640" y="223466"/>
            <a:ext cx="9785511" cy="930011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3641" y="1249058"/>
            <a:ext cx="4804036" cy="520547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42250" indent="0">
              <a:buNone/>
              <a:defRPr sz="1900" b="1"/>
            </a:lvl2pPr>
            <a:lvl3pPr marL="884499" indent="0">
              <a:buNone/>
              <a:defRPr sz="1700" b="1"/>
            </a:lvl3pPr>
            <a:lvl4pPr marL="1326749" indent="0">
              <a:buNone/>
              <a:defRPr sz="1500" b="1"/>
            </a:lvl4pPr>
            <a:lvl5pPr marL="1768998" indent="0">
              <a:buNone/>
              <a:defRPr sz="1500" b="1"/>
            </a:lvl5pPr>
            <a:lvl6pPr marL="2211248" indent="0">
              <a:buNone/>
              <a:defRPr sz="1500" b="1"/>
            </a:lvl6pPr>
            <a:lvl7pPr marL="2653497" indent="0">
              <a:buNone/>
              <a:defRPr sz="1500" b="1"/>
            </a:lvl7pPr>
            <a:lvl8pPr marL="3095747" indent="0">
              <a:buNone/>
              <a:defRPr sz="1500" b="1"/>
            </a:lvl8pPr>
            <a:lvl9pPr marL="3537996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3641" y="1769609"/>
            <a:ext cx="4804036" cy="3214995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523228" y="1249058"/>
            <a:ext cx="4805923" cy="520547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42250" indent="0">
              <a:buNone/>
              <a:defRPr sz="1900" b="1"/>
            </a:lvl2pPr>
            <a:lvl3pPr marL="884499" indent="0">
              <a:buNone/>
              <a:defRPr sz="1700" b="1"/>
            </a:lvl3pPr>
            <a:lvl4pPr marL="1326749" indent="0">
              <a:buNone/>
              <a:defRPr sz="1500" b="1"/>
            </a:lvl4pPr>
            <a:lvl5pPr marL="1768998" indent="0">
              <a:buNone/>
              <a:defRPr sz="1500" b="1"/>
            </a:lvl5pPr>
            <a:lvl6pPr marL="2211248" indent="0">
              <a:buNone/>
              <a:defRPr sz="1500" b="1"/>
            </a:lvl6pPr>
            <a:lvl7pPr marL="2653497" indent="0">
              <a:buNone/>
              <a:defRPr sz="1500" b="1"/>
            </a:lvl7pPr>
            <a:lvl8pPr marL="3095747" indent="0">
              <a:buNone/>
              <a:defRPr sz="1500" b="1"/>
            </a:lvl8pPr>
            <a:lvl9pPr marL="3537996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523228" y="1769609"/>
            <a:ext cx="4805923" cy="3214995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88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867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6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3641" y="222173"/>
            <a:ext cx="3577073" cy="945511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50959" y="222173"/>
            <a:ext cx="6078190" cy="4762429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43641" y="1167680"/>
            <a:ext cx="3577073" cy="3816918"/>
          </a:xfrm>
        </p:spPr>
        <p:txBody>
          <a:bodyPr/>
          <a:lstStyle>
            <a:lvl1pPr marL="0" indent="0">
              <a:buNone/>
              <a:defRPr sz="1400"/>
            </a:lvl1pPr>
            <a:lvl2pPr marL="442250" indent="0">
              <a:buNone/>
              <a:defRPr sz="1200"/>
            </a:lvl2pPr>
            <a:lvl3pPr marL="884499" indent="0">
              <a:buNone/>
              <a:defRPr sz="1000"/>
            </a:lvl3pPr>
            <a:lvl4pPr marL="1326749" indent="0">
              <a:buNone/>
              <a:defRPr sz="900"/>
            </a:lvl4pPr>
            <a:lvl5pPr marL="1768998" indent="0">
              <a:buNone/>
              <a:defRPr sz="900"/>
            </a:lvl5pPr>
            <a:lvl6pPr marL="2211248" indent="0">
              <a:buNone/>
              <a:defRPr sz="900"/>
            </a:lvl6pPr>
            <a:lvl7pPr marL="2653497" indent="0">
              <a:buNone/>
              <a:defRPr sz="900"/>
            </a:lvl7pPr>
            <a:lvl8pPr marL="3095747" indent="0">
              <a:buNone/>
              <a:defRPr sz="900"/>
            </a:lvl8pPr>
            <a:lvl9pPr marL="3537996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898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31145" y="3906045"/>
            <a:ext cx="6523673" cy="461130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131145" y="498590"/>
            <a:ext cx="6523673" cy="3348038"/>
          </a:xfrm>
        </p:spPr>
        <p:txBody>
          <a:bodyPr/>
          <a:lstStyle>
            <a:lvl1pPr marL="0" indent="0">
              <a:buNone/>
              <a:defRPr sz="3100"/>
            </a:lvl1pPr>
            <a:lvl2pPr marL="442250" indent="0">
              <a:buNone/>
              <a:defRPr sz="2700"/>
            </a:lvl2pPr>
            <a:lvl3pPr marL="884499" indent="0">
              <a:buNone/>
              <a:defRPr sz="2300"/>
            </a:lvl3pPr>
            <a:lvl4pPr marL="1326749" indent="0">
              <a:buNone/>
              <a:defRPr sz="1900"/>
            </a:lvl4pPr>
            <a:lvl5pPr marL="1768998" indent="0">
              <a:buNone/>
              <a:defRPr sz="1900"/>
            </a:lvl5pPr>
            <a:lvl6pPr marL="2211248" indent="0">
              <a:buNone/>
              <a:defRPr sz="1900"/>
            </a:lvl6pPr>
            <a:lvl7pPr marL="2653497" indent="0">
              <a:buNone/>
              <a:defRPr sz="1900"/>
            </a:lvl7pPr>
            <a:lvl8pPr marL="3095747" indent="0">
              <a:buNone/>
              <a:defRPr sz="1900"/>
            </a:lvl8pPr>
            <a:lvl9pPr marL="3537996" indent="0">
              <a:buNone/>
              <a:defRPr sz="19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31145" y="4367175"/>
            <a:ext cx="6523673" cy="654882"/>
          </a:xfrm>
        </p:spPr>
        <p:txBody>
          <a:bodyPr/>
          <a:lstStyle>
            <a:lvl1pPr marL="0" indent="0">
              <a:buNone/>
              <a:defRPr sz="1400"/>
            </a:lvl1pPr>
            <a:lvl2pPr marL="442250" indent="0">
              <a:buNone/>
              <a:defRPr sz="1200"/>
            </a:lvl2pPr>
            <a:lvl3pPr marL="884499" indent="0">
              <a:buNone/>
              <a:defRPr sz="1000"/>
            </a:lvl3pPr>
            <a:lvl4pPr marL="1326749" indent="0">
              <a:buNone/>
              <a:defRPr sz="900"/>
            </a:lvl4pPr>
            <a:lvl5pPr marL="1768998" indent="0">
              <a:buNone/>
              <a:defRPr sz="900"/>
            </a:lvl5pPr>
            <a:lvl6pPr marL="2211248" indent="0">
              <a:buNone/>
              <a:defRPr sz="900"/>
            </a:lvl6pPr>
            <a:lvl7pPr marL="2653497" indent="0">
              <a:buNone/>
              <a:defRPr sz="900"/>
            </a:lvl7pPr>
            <a:lvl8pPr marL="3095747" indent="0">
              <a:buNone/>
              <a:defRPr sz="900"/>
            </a:lvl8pPr>
            <a:lvl9pPr marL="3537996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78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76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90680" y="210545"/>
            <a:ext cx="2697435" cy="449892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98385" y="210545"/>
            <a:ext cx="7911084" cy="449892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10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43640" y="223466"/>
            <a:ext cx="9785511" cy="930011"/>
          </a:xfrm>
          <a:prstGeom prst="rect">
            <a:avLst/>
          </a:prstGeom>
        </p:spPr>
        <p:txBody>
          <a:bodyPr vert="horz" lIns="88450" tIns="44225" rIns="88450" bIns="4422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3640" y="1302015"/>
            <a:ext cx="9785511" cy="3682584"/>
          </a:xfrm>
          <a:prstGeom prst="rect">
            <a:avLst/>
          </a:prstGeom>
        </p:spPr>
        <p:txBody>
          <a:bodyPr vert="horz" lIns="88450" tIns="44225" rIns="88450" bIns="4422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3639" y="5171897"/>
            <a:ext cx="2536986" cy="297087"/>
          </a:xfrm>
          <a:prstGeom prst="rect">
            <a:avLst/>
          </a:prstGeom>
        </p:spPr>
        <p:txBody>
          <a:bodyPr vert="horz" lIns="88450" tIns="44225" rIns="88450" bIns="4422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658F1-287C-49A0-86C8-F3A2CA321B91}" type="datetimeFigureOut">
              <a:rPr lang="fr-FR" smtClean="0"/>
              <a:t>20/10/2017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14871" y="5171897"/>
            <a:ext cx="3443050" cy="297087"/>
          </a:xfrm>
          <a:prstGeom prst="rect">
            <a:avLst/>
          </a:prstGeom>
        </p:spPr>
        <p:txBody>
          <a:bodyPr vert="horz" lIns="88450" tIns="44225" rIns="88450" bIns="4422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792167" y="5171897"/>
            <a:ext cx="2536986" cy="297087"/>
          </a:xfrm>
          <a:prstGeom prst="rect">
            <a:avLst/>
          </a:prstGeom>
        </p:spPr>
        <p:txBody>
          <a:bodyPr vert="horz" lIns="88450" tIns="44225" rIns="88450" bIns="4422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AA71A-835B-4B2A-97BC-7D98B2B7B8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6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4499" rtl="0" eaLnBrk="1" latinLnBrk="0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1687" indent="-331687" algn="l" defTabSz="8844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18656" indent="-276406" algn="l" defTabSz="884499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105624" indent="-221125" algn="l" defTabSz="884499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47873" indent="-221125" algn="l" defTabSz="884499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90123" indent="-221125" algn="l" defTabSz="884499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32373" indent="-221125" algn="l" defTabSz="8844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4622" indent="-221125" algn="l" defTabSz="8844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16872" indent="-221125" algn="l" defTabSz="8844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59121" indent="-221125" algn="l" defTabSz="88449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42250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84499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26749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68998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11248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497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95747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37996" algn="l" defTabSz="88449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627" y="-142504"/>
            <a:ext cx="11423650" cy="588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ZoneTexte 17"/>
          <p:cNvSpPr txBox="1"/>
          <p:nvPr/>
        </p:nvSpPr>
        <p:spPr>
          <a:xfrm>
            <a:off x="486445" y="-119906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3960763" y="-123378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7377163" y="-123378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051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3</cp:revision>
  <dcterms:created xsi:type="dcterms:W3CDTF">2017-06-29T18:43:10Z</dcterms:created>
  <dcterms:modified xsi:type="dcterms:W3CDTF">2017-10-20T15:46:51Z</dcterms:modified>
</cp:coreProperties>
</file>