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72788" cy="5580063"/>
  <p:notesSz cx="6858000" cy="9144000"/>
  <p:defaultTextStyle>
    <a:defPPr>
      <a:defRPr lang="fr-FR"/>
    </a:defPPr>
    <a:lvl1pPr marL="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25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449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674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6899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124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349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574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37996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050" y="-654"/>
      </p:cViewPr>
      <p:guideLst>
        <p:guide orient="horz" pos="1758"/>
        <p:guide pos="34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15462" y="1733436"/>
            <a:ext cx="9241870" cy="119609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30920" y="3162039"/>
            <a:ext cx="7610954" cy="142601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2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44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67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8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1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34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5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37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3053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8060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58878" y="3585708"/>
            <a:ext cx="9241870" cy="1108262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58878" y="2365073"/>
            <a:ext cx="9241870" cy="1220639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25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449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674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689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12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34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57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3799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245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98384" y="1229686"/>
            <a:ext cx="5304259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83858" y="1229686"/>
            <a:ext cx="5304259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2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3640" y="223466"/>
            <a:ext cx="9785511" cy="93001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3641" y="1249058"/>
            <a:ext cx="4804036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43641" y="1769609"/>
            <a:ext cx="4804036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523228" y="1249058"/>
            <a:ext cx="4805923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523228" y="1769609"/>
            <a:ext cx="4805923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888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8670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6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3641" y="222173"/>
            <a:ext cx="3577073" cy="945511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50959" y="222173"/>
            <a:ext cx="6078190" cy="4762429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43641" y="1167680"/>
            <a:ext cx="3577073" cy="3816918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7898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31145" y="3906045"/>
            <a:ext cx="6523673" cy="461130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31145" y="498590"/>
            <a:ext cx="6523673" cy="3348038"/>
          </a:xfrm>
        </p:spPr>
        <p:txBody>
          <a:bodyPr/>
          <a:lstStyle>
            <a:lvl1pPr marL="0" indent="0">
              <a:buNone/>
              <a:defRPr sz="3100"/>
            </a:lvl1pPr>
            <a:lvl2pPr marL="442250" indent="0">
              <a:buNone/>
              <a:defRPr sz="2700"/>
            </a:lvl2pPr>
            <a:lvl3pPr marL="884499" indent="0">
              <a:buNone/>
              <a:defRPr sz="2300"/>
            </a:lvl3pPr>
            <a:lvl4pPr marL="1326749" indent="0">
              <a:buNone/>
              <a:defRPr sz="1900"/>
            </a:lvl4pPr>
            <a:lvl5pPr marL="1768998" indent="0">
              <a:buNone/>
              <a:defRPr sz="1900"/>
            </a:lvl5pPr>
            <a:lvl6pPr marL="2211248" indent="0">
              <a:buNone/>
              <a:defRPr sz="1900"/>
            </a:lvl6pPr>
            <a:lvl7pPr marL="2653497" indent="0">
              <a:buNone/>
              <a:defRPr sz="1900"/>
            </a:lvl7pPr>
            <a:lvl8pPr marL="3095747" indent="0">
              <a:buNone/>
              <a:defRPr sz="1900"/>
            </a:lvl8pPr>
            <a:lvl9pPr marL="3537996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31145" y="4367175"/>
            <a:ext cx="6523673" cy="654882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782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76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690680" y="210545"/>
            <a:ext cx="2697435" cy="449892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98385" y="210545"/>
            <a:ext cx="7911084" cy="449892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810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43640" y="223466"/>
            <a:ext cx="9785511" cy="930011"/>
          </a:xfrm>
          <a:prstGeom prst="rect">
            <a:avLst/>
          </a:prstGeom>
        </p:spPr>
        <p:txBody>
          <a:bodyPr vert="horz" lIns="88450" tIns="44225" rIns="88450" bIns="442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3640" y="1302015"/>
            <a:ext cx="9785511" cy="3682584"/>
          </a:xfrm>
          <a:prstGeom prst="rect">
            <a:avLst/>
          </a:prstGeom>
        </p:spPr>
        <p:txBody>
          <a:bodyPr vert="horz" lIns="88450" tIns="44225" rIns="88450" bIns="442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43639" y="5171897"/>
            <a:ext cx="2536986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658F1-287C-49A0-86C8-F3A2CA321B91}" type="datetimeFigureOut">
              <a:rPr lang="fr-FR" smtClean="0"/>
              <a:t>27/10/2017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714871" y="5171897"/>
            <a:ext cx="3443050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792167" y="5171897"/>
            <a:ext cx="2536986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56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449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687" indent="-331687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8656" indent="-276406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5624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78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012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23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462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687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59121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25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449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674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6899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124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349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574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37996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627" y="-142504"/>
            <a:ext cx="11423650" cy="5884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971898" y="125735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4428282" y="125735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ZoneTexte 19"/>
          <p:cNvSpPr txBox="1"/>
          <p:nvPr/>
        </p:nvSpPr>
        <p:spPr>
          <a:xfrm>
            <a:off x="7862616" y="125735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8051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4</cp:revision>
  <dcterms:created xsi:type="dcterms:W3CDTF">2017-06-29T18:43:10Z</dcterms:created>
  <dcterms:modified xsi:type="dcterms:W3CDTF">2017-10-27T17:24:10Z</dcterms:modified>
</cp:coreProperties>
</file>