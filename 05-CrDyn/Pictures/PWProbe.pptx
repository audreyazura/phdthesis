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0621963" cy="5580063"/>
  <p:notesSz cx="6858000" cy="9144000"/>
  <p:defaultTextStyle>
    <a:defPPr>
      <a:defRPr lang="fr-FR"/>
    </a:defPPr>
    <a:lvl1pPr marL="0" algn="l" defTabSz="88449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1pPr>
    <a:lvl2pPr marL="442250" algn="l" defTabSz="88449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2pPr>
    <a:lvl3pPr marL="884499" algn="l" defTabSz="88449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3pPr>
    <a:lvl4pPr marL="1326749" algn="l" defTabSz="88449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4pPr>
    <a:lvl5pPr marL="1768998" algn="l" defTabSz="88449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5pPr>
    <a:lvl6pPr marL="2211248" algn="l" defTabSz="88449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6pPr>
    <a:lvl7pPr marL="2653497" algn="l" defTabSz="88449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7pPr>
    <a:lvl8pPr marL="3095747" algn="l" defTabSz="88449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8pPr>
    <a:lvl9pPr marL="3537996" algn="l" defTabSz="884499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8" d="100"/>
          <a:sy n="88" d="100"/>
        </p:scale>
        <p:origin x="-612" y="-312"/>
      </p:cViewPr>
      <p:guideLst>
        <p:guide orient="horz" pos="1758"/>
        <p:guide pos="334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796649" y="1733436"/>
            <a:ext cx="9028668" cy="1196098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93295" y="3162036"/>
            <a:ext cx="7435376" cy="1426017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422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844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267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7689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112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6534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0957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53799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658F1-287C-49A0-86C8-F3A2CA321B91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BAA71A-835B-4B2A-97BC-7D98B2B7B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33053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658F1-287C-49A0-86C8-F3A2CA321B91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BAA71A-835B-4B2A-97BC-7D98B2B7B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80600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064" y="3585708"/>
            <a:ext cx="9028668" cy="1108262"/>
          </a:xfrm>
        </p:spPr>
        <p:txBody>
          <a:bodyPr anchor="t"/>
          <a:lstStyle>
            <a:lvl1pPr algn="l">
              <a:defRPr sz="39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064" y="2365070"/>
            <a:ext cx="9028668" cy="1220639"/>
          </a:xfrm>
        </p:spPr>
        <p:txBody>
          <a:bodyPr anchor="b"/>
          <a:lstStyle>
            <a:lvl1pPr marL="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1pPr>
            <a:lvl2pPr marL="442250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2pPr>
            <a:lvl3pPr marL="884499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3pPr>
            <a:lvl4pPr marL="132674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76899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1124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65349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09574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53799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658F1-287C-49A0-86C8-F3A2CA321B91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BAA71A-835B-4B2A-97BC-7D98B2B7B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92458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584579" y="1229683"/>
            <a:ext cx="5181895" cy="3479789"/>
          </a:xfrm>
        </p:spPr>
        <p:txBody>
          <a:bodyPr/>
          <a:lstStyle>
            <a:lvl1pPr>
              <a:defRPr sz="2700"/>
            </a:lvl1pPr>
            <a:lvl2pPr>
              <a:defRPr sz="2300"/>
            </a:lvl2pPr>
            <a:lvl3pPr>
              <a:defRPr sz="19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3508" y="1229683"/>
            <a:ext cx="5181895" cy="3479789"/>
          </a:xfrm>
        </p:spPr>
        <p:txBody>
          <a:bodyPr/>
          <a:lstStyle>
            <a:lvl1pPr>
              <a:defRPr sz="2700"/>
            </a:lvl1pPr>
            <a:lvl2pPr>
              <a:defRPr sz="2300"/>
            </a:lvl2pPr>
            <a:lvl3pPr>
              <a:defRPr sz="19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658F1-287C-49A0-86C8-F3A2CA321B91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BAA71A-835B-4B2A-97BC-7D98B2B7B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7529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31099" y="223463"/>
            <a:ext cx="9559768" cy="930011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31099" y="1249057"/>
            <a:ext cx="4693212" cy="520547"/>
          </a:xfrm>
        </p:spPr>
        <p:txBody>
          <a:bodyPr anchor="b"/>
          <a:lstStyle>
            <a:lvl1pPr marL="0" indent="0">
              <a:buNone/>
              <a:defRPr sz="2300" b="1"/>
            </a:lvl1pPr>
            <a:lvl2pPr marL="442250" indent="0">
              <a:buNone/>
              <a:defRPr sz="1900" b="1"/>
            </a:lvl2pPr>
            <a:lvl3pPr marL="884499" indent="0">
              <a:buNone/>
              <a:defRPr sz="1700" b="1"/>
            </a:lvl3pPr>
            <a:lvl4pPr marL="1326749" indent="0">
              <a:buNone/>
              <a:defRPr sz="1500" b="1"/>
            </a:lvl4pPr>
            <a:lvl5pPr marL="1768998" indent="0">
              <a:buNone/>
              <a:defRPr sz="1500" b="1"/>
            </a:lvl5pPr>
            <a:lvl6pPr marL="2211248" indent="0">
              <a:buNone/>
              <a:defRPr sz="1500" b="1"/>
            </a:lvl6pPr>
            <a:lvl7pPr marL="2653497" indent="0">
              <a:buNone/>
              <a:defRPr sz="1500" b="1"/>
            </a:lvl7pPr>
            <a:lvl8pPr marL="3095747" indent="0">
              <a:buNone/>
              <a:defRPr sz="1500" b="1"/>
            </a:lvl8pPr>
            <a:lvl9pPr marL="3537996" indent="0">
              <a:buNone/>
              <a:defRPr sz="15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31099" y="1769606"/>
            <a:ext cx="4693212" cy="3214995"/>
          </a:xfrm>
        </p:spPr>
        <p:txBody>
          <a:bodyPr/>
          <a:lstStyle>
            <a:lvl1pPr>
              <a:defRPr sz="2300"/>
            </a:lvl1pPr>
            <a:lvl2pPr>
              <a:defRPr sz="1900"/>
            </a:lvl2pPr>
            <a:lvl3pPr>
              <a:defRPr sz="17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5395812" y="1249057"/>
            <a:ext cx="4695054" cy="520547"/>
          </a:xfrm>
        </p:spPr>
        <p:txBody>
          <a:bodyPr anchor="b"/>
          <a:lstStyle>
            <a:lvl1pPr marL="0" indent="0">
              <a:buNone/>
              <a:defRPr sz="2300" b="1"/>
            </a:lvl1pPr>
            <a:lvl2pPr marL="442250" indent="0">
              <a:buNone/>
              <a:defRPr sz="1900" b="1"/>
            </a:lvl2pPr>
            <a:lvl3pPr marL="884499" indent="0">
              <a:buNone/>
              <a:defRPr sz="1700" b="1"/>
            </a:lvl3pPr>
            <a:lvl4pPr marL="1326749" indent="0">
              <a:buNone/>
              <a:defRPr sz="1500" b="1"/>
            </a:lvl4pPr>
            <a:lvl5pPr marL="1768998" indent="0">
              <a:buNone/>
              <a:defRPr sz="1500" b="1"/>
            </a:lvl5pPr>
            <a:lvl6pPr marL="2211248" indent="0">
              <a:buNone/>
              <a:defRPr sz="1500" b="1"/>
            </a:lvl6pPr>
            <a:lvl7pPr marL="2653497" indent="0">
              <a:buNone/>
              <a:defRPr sz="1500" b="1"/>
            </a:lvl7pPr>
            <a:lvl8pPr marL="3095747" indent="0">
              <a:buNone/>
              <a:defRPr sz="1500" b="1"/>
            </a:lvl8pPr>
            <a:lvl9pPr marL="3537996" indent="0">
              <a:buNone/>
              <a:defRPr sz="15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5395812" y="1769606"/>
            <a:ext cx="4695054" cy="3214995"/>
          </a:xfrm>
        </p:spPr>
        <p:txBody>
          <a:bodyPr/>
          <a:lstStyle>
            <a:lvl1pPr>
              <a:defRPr sz="2300"/>
            </a:lvl1pPr>
            <a:lvl2pPr>
              <a:defRPr sz="1900"/>
            </a:lvl2pPr>
            <a:lvl3pPr>
              <a:defRPr sz="17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658F1-287C-49A0-86C8-F3A2CA321B91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BAA71A-835B-4B2A-97BC-7D98B2B7B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8889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658F1-287C-49A0-86C8-F3A2CA321B91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BAA71A-835B-4B2A-97BC-7D98B2B7B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86703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658F1-287C-49A0-86C8-F3A2CA321B91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BAA71A-835B-4B2A-97BC-7D98B2B7B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30645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31099" y="222170"/>
            <a:ext cx="3494553" cy="945511"/>
          </a:xfrm>
        </p:spPr>
        <p:txBody>
          <a:bodyPr anchor="b"/>
          <a:lstStyle>
            <a:lvl1pPr algn="l">
              <a:defRPr sz="19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152893" y="222170"/>
            <a:ext cx="5937972" cy="4762429"/>
          </a:xfrm>
        </p:spPr>
        <p:txBody>
          <a:bodyPr/>
          <a:lstStyle>
            <a:lvl1pPr>
              <a:defRPr sz="3100"/>
            </a:lvl1pPr>
            <a:lvl2pPr>
              <a:defRPr sz="2700"/>
            </a:lvl2pPr>
            <a:lvl3pPr>
              <a:defRPr sz="2300"/>
            </a:lvl3pPr>
            <a:lvl4pPr>
              <a:defRPr sz="1900"/>
            </a:lvl4pPr>
            <a:lvl5pPr>
              <a:defRPr sz="1900"/>
            </a:lvl5pPr>
            <a:lvl6pPr>
              <a:defRPr sz="1900"/>
            </a:lvl6pPr>
            <a:lvl7pPr>
              <a:defRPr sz="1900"/>
            </a:lvl7pPr>
            <a:lvl8pPr>
              <a:defRPr sz="1900"/>
            </a:lvl8pPr>
            <a:lvl9pPr>
              <a:defRPr sz="19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31099" y="1167680"/>
            <a:ext cx="3494553" cy="3816918"/>
          </a:xfrm>
        </p:spPr>
        <p:txBody>
          <a:bodyPr/>
          <a:lstStyle>
            <a:lvl1pPr marL="0" indent="0">
              <a:buNone/>
              <a:defRPr sz="1400"/>
            </a:lvl1pPr>
            <a:lvl2pPr marL="442250" indent="0">
              <a:buNone/>
              <a:defRPr sz="1200"/>
            </a:lvl2pPr>
            <a:lvl3pPr marL="884499" indent="0">
              <a:buNone/>
              <a:defRPr sz="1000"/>
            </a:lvl3pPr>
            <a:lvl4pPr marL="1326749" indent="0">
              <a:buNone/>
              <a:defRPr sz="900"/>
            </a:lvl4pPr>
            <a:lvl5pPr marL="1768998" indent="0">
              <a:buNone/>
              <a:defRPr sz="900"/>
            </a:lvl5pPr>
            <a:lvl6pPr marL="2211248" indent="0">
              <a:buNone/>
              <a:defRPr sz="900"/>
            </a:lvl6pPr>
            <a:lvl7pPr marL="2653497" indent="0">
              <a:buNone/>
              <a:defRPr sz="900"/>
            </a:lvl7pPr>
            <a:lvl8pPr marL="3095747" indent="0">
              <a:buNone/>
              <a:defRPr sz="900"/>
            </a:lvl8pPr>
            <a:lvl9pPr marL="3537996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658F1-287C-49A0-86C8-F3A2CA321B91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BAA71A-835B-4B2A-97BC-7D98B2B7B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87898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081980" y="3906045"/>
            <a:ext cx="6373178" cy="461130"/>
          </a:xfrm>
        </p:spPr>
        <p:txBody>
          <a:bodyPr anchor="b"/>
          <a:lstStyle>
            <a:lvl1pPr algn="l">
              <a:defRPr sz="19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081980" y="498590"/>
            <a:ext cx="6373178" cy="3348038"/>
          </a:xfrm>
        </p:spPr>
        <p:txBody>
          <a:bodyPr/>
          <a:lstStyle>
            <a:lvl1pPr marL="0" indent="0">
              <a:buNone/>
              <a:defRPr sz="3100"/>
            </a:lvl1pPr>
            <a:lvl2pPr marL="442250" indent="0">
              <a:buNone/>
              <a:defRPr sz="2700"/>
            </a:lvl2pPr>
            <a:lvl3pPr marL="884499" indent="0">
              <a:buNone/>
              <a:defRPr sz="2300"/>
            </a:lvl3pPr>
            <a:lvl4pPr marL="1326749" indent="0">
              <a:buNone/>
              <a:defRPr sz="1900"/>
            </a:lvl4pPr>
            <a:lvl5pPr marL="1768998" indent="0">
              <a:buNone/>
              <a:defRPr sz="1900"/>
            </a:lvl5pPr>
            <a:lvl6pPr marL="2211248" indent="0">
              <a:buNone/>
              <a:defRPr sz="1900"/>
            </a:lvl6pPr>
            <a:lvl7pPr marL="2653497" indent="0">
              <a:buNone/>
              <a:defRPr sz="1900"/>
            </a:lvl7pPr>
            <a:lvl8pPr marL="3095747" indent="0">
              <a:buNone/>
              <a:defRPr sz="1900"/>
            </a:lvl8pPr>
            <a:lvl9pPr marL="3537996" indent="0">
              <a:buNone/>
              <a:defRPr sz="19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081980" y="4367175"/>
            <a:ext cx="6373178" cy="654882"/>
          </a:xfrm>
        </p:spPr>
        <p:txBody>
          <a:bodyPr/>
          <a:lstStyle>
            <a:lvl1pPr marL="0" indent="0">
              <a:buNone/>
              <a:defRPr sz="1400"/>
            </a:lvl1pPr>
            <a:lvl2pPr marL="442250" indent="0">
              <a:buNone/>
              <a:defRPr sz="1200"/>
            </a:lvl2pPr>
            <a:lvl3pPr marL="884499" indent="0">
              <a:buNone/>
              <a:defRPr sz="1000"/>
            </a:lvl3pPr>
            <a:lvl4pPr marL="1326749" indent="0">
              <a:buNone/>
              <a:defRPr sz="900"/>
            </a:lvl4pPr>
            <a:lvl5pPr marL="1768998" indent="0">
              <a:buNone/>
              <a:defRPr sz="900"/>
            </a:lvl5pPr>
            <a:lvl6pPr marL="2211248" indent="0">
              <a:buNone/>
              <a:defRPr sz="900"/>
            </a:lvl6pPr>
            <a:lvl7pPr marL="2653497" indent="0">
              <a:buNone/>
              <a:defRPr sz="900"/>
            </a:lvl7pPr>
            <a:lvl8pPr marL="3095747" indent="0">
              <a:buNone/>
              <a:defRPr sz="900"/>
            </a:lvl8pPr>
            <a:lvl9pPr marL="3537996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658F1-287C-49A0-86C8-F3A2CA321B91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BAA71A-835B-4B2A-97BC-7D98B2B7B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66782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658F1-287C-49A0-86C8-F3A2CA321B91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BAA71A-835B-4B2A-97BC-7D98B2B7B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77677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490194" y="210545"/>
            <a:ext cx="2635207" cy="4498926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584579" y="210545"/>
            <a:ext cx="7728583" cy="4498926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658F1-287C-49A0-86C8-F3A2CA321B91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BAA71A-835B-4B2A-97BC-7D98B2B7B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8105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31099" y="223463"/>
            <a:ext cx="9559768" cy="930011"/>
          </a:xfrm>
          <a:prstGeom prst="rect">
            <a:avLst/>
          </a:prstGeom>
        </p:spPr>
        <p:txBody>
          <a:bodyPr vert="horz" lIns="88450" tIns="44225" rIns="88450" bIns="44225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31099" y="1302015"/>
            <a:ext cx="9559768" cy="3682584"/>
          </a:xfrm>
          <a:prstGeom prst="rect">
            <a:avLst/>
          </a:prstGeom>
        </p:spPr>
        <p:txBody>
          <a:bodyPr vert="horz" lIns="88450" tIns="44225" rIns="88450" bIns="44225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31098" y="5171894"/>
            <a:ext cx="2478459" cy="297087"/>
          </a:xfrm>
          <a:prstGeom prst="rect">
            <a:avLst/>
          </a:prstGeom>
        </p:spPr>
        <p:txBody>
          <a:bodyPr vert="horz" lIns="88450" tIns="44225" rIns="88450" bIns="44225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2658F1-287C-49A0-86C8-F3A2CA321B91}" type="datetimeFigureOut">
              <a:rPr lang="fr-FR" smtClean="0"/>
              <a:t>03/07/2017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629172" y="5171894"/>
            <a:ext cx="3363622" cy="297087"/>
          </a:xfrm>
          <a:prstGeom prst="rect">
            <a:avLst/>
          </a:prstGeom>
        </p:spPr>
        <p:txBody>
          <a:bodyPr vert="horz" lIns="88450" tIns="44225" rIns="88450" bIns="44225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7612408" y="5171894"/>
            <a:ext cx="2478459" cy="297087"/>
          </a:xfrm>
          <a:prstGeom prst="rect">
            <a:avLst/>
          </a:prstGeom>
        </p:spPr>
        <p:txBody>
          <a:bodyPr vert="horz" lIns="88450" tIns="44225" rIns="88450" bIns="44225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BAA71A-835B-4B2A-97BC-7D98B2B7B8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55641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884499" rtl="0" eaLnBrk="1" latinLnBrk="0" hangingPunct="1">
        <a:spcBef>
          <a:spcPct val="0"/>
        </a:spcBef>
        <a:buNone/>
        <a:defRPr sz="4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1687" indent="-331687" algn="l" defTabSz="884499" rtl="0" eaLnBrk="1" latinLnBrk="0" hangingPunct="1">
        <a:spcBef>
          <a:spcPct val="20000"/>
        </a:spcBef>
        <a:buFont typeface="Arial" panose="020B0604020202020204" pitchFamily="34" charset="0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1pPr>
      <a:lvl2pPr marL="718656" indent="-276406" algn="l" defTabSz="884499" rtl="0" eaLnBrk="1" latinLnBrk="0" hangingPunct="1">
        <a:spcBef>
          <a:spcPct val="20000"/>
        </a:spcBef>
        <a:buFont typeface="Arial" panose="020B0604020202020204" pitchFamily="34" charset="0"/>
        <a:buChar char="–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105624" indent="-221125" algn="l" defTabSz="884499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547873" indent="-221125" algn="l" defTabSz="884499" rtl="0" eaLnBrk="1" latinLnBrk="0" hangingPunct="1">
        <a:spcBef>
          <a:spcPct val="20000"/>
        </a:spcBef>
        <a:buFont typeface="Arial" panose="020B0604020202020204" pitchFamily="34" charset="0"/>
        <a:buChar char="–"/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990123" indent="-221125" algn="l" defTabSz="884499" rtl="0" eaLnBrk="1" latinLnBrk="0" hangingPunct="1">
        <a:spcBef>
          <a:spcPct val="20000"/>
        </a:spcBef>
        <a:buFont typeface="Arial" panose="020B0604020202020204" pitchFamily="34" charset="0"/>
        <a:buChar char="»"/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432373" indent="-221125" algn="l" defTabSz="884499" rtl="0" eaLnBrk="1" latinLnBrk="0" hangingPunct="1">
        <a:spcBef>
          <a:spcPct val="200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2874622" indent="-221125" algn="l" defTabSz="884499" rtl="0" eaLnBrk="1" latinLnBrk="0" hangingPunct="1">
        <a:spcBef>
          <a:spcPct val="200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7pPr>
      <a:lvl8pPr marL="3316872" indent="-221125" algn="l" defTabSz="884499" rtl="0" eaLnBrk="1" latinLnBrk="0" hangingPunct="1">
        <a:spcBef>
          <a:spcPct val="200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3759121" indent="-221125" algn="l" defTabSz="884499" rtl="0" eaLnBrk="1" latinLnBrk="0" hangingPunct="1">
        <a:spcBef>
          <a:spcPct val="200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88449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442250" algn="l" defTabSz="88449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884499" algn="l" defTabSz="88449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26749" algn="l" defTabSz="88449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768998" algn="l" defTabSz="88449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2211248" algn="l" defTabSz="88449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653497" algn="l" defTabSz="88449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3095747" algn="l" defTabSz="88449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537996" algn="l" defTabSz="884499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80528" y="-171400"/>
            <a:ext cx="11134725" cy="5884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ZoneTexte 2"/>
          <p:cNvSpPr txBox="1"/>
          <p:nvPr/>
        </p:nvSpPr>
        <p:spPr>
          <a:xfrm>
            <a:off x="191269" y="-230833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ZoneTexte 3"/>
          <p:cNvSpPr txBox="1"/>
          <p:nvPr/>
        </p:nvSpPr>
        <p:spPr>
          <a:xfrm>
            <a:off x="3715200" y="-234305"/>
            <a:ext cx="543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ZoneTexte 4"/>
          <p:cNvSpPr txBox="1"/>
          <p:nvPr/>
        </p:nvSpPr>
        <p:spPr>
          <a:xfrm>
            <a:off x="7131600" y="-234305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080512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9</Words>
  <Application>Microsoft Office PowerPoint</Application>
  <PresentationFormat>Personnalisé</PresentationFormat>
  <Paragraphs>3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AudreyAzura</cp:lastModifiedBy>
  <cp:revision>2</cp:revision>
  <dcterms:created xsi:type="dcterms:W3CDTF">2017-06-29T18:43:10Z</dcterms:created>
  <dcterms:modified xsi:type="dcterms:W3CDTF">2017-07-02T22:44:44Z</dcterms:modified>
</cp:coreProperties>
</file>