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290050" cy="6911975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620"/>
    <p:restoredTop sz="94660"/>
  </p:normalViewPr>
  <p:slideViewPr>
    <p:cSldViewPr>
      <p:cViewPr>
        <p:scale>
          <a:sx n="75" d="100"/>
          <a:sy n="75" d="100"/>
        </p:scale>
        <p:origin x="-1260" y="-336"/>
      </p:cViewPr>
      <p:guideLst>
        <p:guide orient="horz" pos="2179"/>
        <p:guide pos="292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96757" y="2147197"/>
            <a:ext cx="7896542" cy="1481596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93510" y="3916792"/>
            <a:ext cx="6503036" cy="17663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2030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2930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33852" y="4441584"/>
            <a:ext cx="7896542" cy="137279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33852" y="2929591"/>
            <a:ext cx="7896542" cy="151199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201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64508" y="1566398"/>
            <a:ext cx="4103105" cy="44303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22446" y="1566398"/>
            <a:ext cx="4103105" cy="44303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4677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4508" y="276801"/>
            <a:ext cx="8361045" cy="1151996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4504" y="1547195"/>
            <a:ext cx="4104718" cy="64479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504" y="2192001"/>
            <a:ext cx="4104718" cy="398238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719223" y="1547195"/>
            <a:ext cx="4106331" cy="64479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719223" y="2192001"/>
            <a:ext cx="4106331" cy="398238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251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6219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065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4507" y="275208"/>
            <a:ext cx="3056362" cy="11711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632158" y="275208"/>
            <a:ext cx="5193395" cy="589918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64507" y="1446400"/>
            <a:ext cx="3056362" cy="472798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0132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820917" y="4838387"/>
            <a:ext cx="5574030" cy="57119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820917" y="617600"/>
            <a:ext cx="5574030" cy="414718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820917" y="5409584"/>
            <a:ext cx="5574030" cy="81119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755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1089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5291" y="268806"/>
            <a:ext cx="2090261" cy="572798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64507" y="268806"/>
            <a:ext cx="6115949" cy="572798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922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64508" y="276801"/>
            <a:ext cx="8361045" cy="11519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4508" y="1612802"/>
            <a:ext cx="8361045" cy="4561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64505" y="6406380"/>
            <a:ext cx="2167678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AFE361-676E-4EA1-848E-F6910BEB3DB0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74102" y="6406380"/>
            <a:ext cx="2941849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657872" y="6406380"/>
            <a:ext cx="2167678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823CF-AF47-4B89-8A1A-145A50F919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28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4800" y="291600"/>
            <a:ext cx="5100637" cy="669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2800" y="241200"/>
            <a:ext cx="5205600" cy="6789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1" name="ZoneTexte 150"/>
          <p:cNvSpPr txBox="1"/>
          <p:nvPr/>
        </p:nvSpPr>
        <p:spPr>
          <a:xfrm>
            <a:off x="468561" y="443931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2" name="ZoneTexte 151"/>
          <p:cNvSpPr txBox="1"/>
          <p:nvPr/>
        </p:nvSpPr>
        <p:spPr>
          <a:xfrm>
            <a:off x="5000629" y="515939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6" name="Connecteur droit 155"/>
          <p:cNvCxnSpPr/>
          <p:nvPr/>
        </p:nvCxnSpPr>
        <p:spPr>
          <a:xfrm>
            <a:off x="1677294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/>
          <p:cNvCxnSpPr/>
          <p:nvPr/>
        </p:nvCxnSpPr>
        <p:spPr>
          <a:xfrm>
            <a:off x="2844900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/>
          <p:cNvCxnSpPr/>
          <p:nvPr/>
        </p:nvCxnSpPr>
        <p:spPr>
          <a:xfrm>
            <a:off x="3106800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eur droit 158"/>
          <p:cNvCxnSpPr/>
          <p:nvPr/>
        </p:nvCxnSpPr>
        <p:spPr>
          <a:xfrm>
            <a:off x="4338000" y="36240"/>
            <a:ext cx="0" cy="2880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eur droit 159"/>
          <p:cNvCxnSpPr/>
          <p:nvPr/>
        </p:nvCxnSpPr>
        <p:spPr>
          <a:xfrm>
            <a:off x="468561" y="324272"/>
            <a:ext cx="120873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Connecteur droit 160"/>
          <p:cNvCxnSpPr/>
          <p:nvPr/>
        </p:nvCxnSpPr>
        <p:spPr>
          <a:xfrm>
            <a:off x="2844900" y="324272"/>
            <a:ext cx="261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eur droit 161"/>
          <p:cNvCxnSpPr/>
          <p:nvPr/>
        </p:nvCxnSpPr>
        <p:spPr>
          <a:xfrm>
            <a:off x="4338000" y="324272"/>
            <a:ext cx="23501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eur droit 162"/>
          <p:cNvCxnSpPr/>
          <p:nvPr/>
        </p:nvCxnSpPr>
        <p:spPr>
          <a:xfrm>
            <a:off x="1677294" y="36240"/>
            <a:ext cx="11676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eur droit 163"/>
          <p:cNvCxnSpPr/>
          <p:nvPr/>
        </p:nvCxnSpPr>
        <p:spPr>
          <a:xfrm>
            <a:off x="3106800" y="36240"/>
            <a:ext cx="123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ZoneTexte 164"/>
          <p:cNvSpPr txBox="1"/>
          <p:nvPr/>
        </p:nvSpPr>
        <p:spPr>
          <a:xfrm>
            <a:off x="1645200" y="36240"/>
            <a:ext cx="1237839" cy="338554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NRES Probe</a:t>
            </a:r>
            <a:endParaRPr lang="fr-F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ZoneTexte 165"/>
          <p:cNvSpPr txBox="1"/>
          <p:nvPr/>
        </p:nvSpPr>
        <p:spPr>
          <a:xfrm>
            <a:off x="3194622" y="36240"/>
            <a:ext cx="1090363" cy="338554"/>
          </a:xfrm>
          <a:prstGeom prst="rect">
            <a:avLst/>
          </a:prstGeom>
          <a:noFill/>
          <a:ln w="12700">
            <a:noFill/>
          </a:ln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 </a:t>
            </a:r>
            <a:r>
              <a:rPr lang="fr-FR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Pump</a:t>
            </a:r>
            <a:endParaRPr lang="fr-F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1368000" y="592882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1098000" y="1439763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ZoneTexte 33"/>
          <p:cNvSpPr txBox="1"/>
          <p:nvPr/>
        </p:nvSpPr>
        <p:spPr>
          <a:xfrm>
            <a:off x="974944" y="1079723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endParaRPr lang="fr-F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Groupe 7"/>
          <p:cNvGrpSpPr/>
          <p:nvPr/>
        </p:nvGrpSpPr>
        <p:grpSpPr>
          <a:xfrm>
            <a:off x="5024738" y="36240"/>
            <a:ext cx="4104456" cy="338554"/>
            <a:chOff x="5058000" y="36240"/>
            <a:chExt cx="4104456" cy="338554"/>
          </a:xfrm>
        </p:grpSpPr>
        <p:cxnSp>
          <p:nvCxnSpPr>
            <p:cNvPr id="40" name="Connecteur droit 39"/>
            <p:cNvCxnSpPr/>
            <p:nvPr/>
          </p:nvCxnSpPr>
          <p:spPr>
            <a:xfrm>
              <a:off x="6266733" y="36240"/>
              <a:ext cx="0" cy="2880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/>
            <p:cNvCxnSpPr/>
            <p:nvPr/>
          </p:nvCxnSpPr>
          <p:spPr>
            <a:xfrm>
              <a:off x="7434339" y="36240"/>
              <a:ext cx="0" cy="2880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/>
            <p:cNvCxnSpPr/>
            <p:nvPr/>
          </p:nvCxnSpPr>
          <p:spPr>
            <a:xfrm>
              <a:off x="7696239" y="36240"/>
              <a:ext cx="0" cy="2880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/>
            <p:cNvCxnSpPr/>
            <p:nvPr/>
          </p:nvCxnSpPr>
          <p:spPr>
            <a:xfrm>
              <a:off x="8927439" y="36240"/>
              <a:ext cx="0" cy="2880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eur droit 43"/>
            <p:cNvCxnSpPr/>
            <p:nvPr/>
          </p:nvCxnSpPr>
          <p:spPr>
            <a:xfrm>
              <a:off x="5058000" y="324272"/>
              <a:ext cx="120873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eur droit 44"/>
            <p:cNvCxnSpPr/>
            <p:nvPr/>
          </p:nvCxnSpPr>
          <p:spPr>
            <a:xfrm>
              <a:off x="7434339" y="324272"/>
              <a:ext cx="2619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eur droit 45"/>
            <p:cNvCxnSpPr/>
            <p:nvPr/>
          </p:nvCxnSpPr>
          <p:spPr>
            <a:xfrm>
              <a:off x="8927439" y="324272"/>
              <a:ext cx="23501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eur droit 46"/>
            <p:cNvCxnSpPr/>
            <p:nvPr/>
          </p:nvCxnSpPr>
          <p:spPr>
            <a:xfrm>
              <a:off x="6266733" y="36240"/>
              <a:ext cx="11676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/>
            <p:cNvCxnSpPr/>
            <p:nvPr/>
          </p:nvCxnSpPr>
          <p:spPr>
            <a:xfrm>
              <a:off x="7696239" y="36240"/>
              <a:ext cx="12312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ZoneTexte 48"/>
            <p:cNvSpPr txBox="1"/>
            <p:nvPr/>
          </p:nvSpPr>
          <p:spPr>
            <a:xfrm>
              <a:off x="6234639" y="36240"/>
              <a:ext cx="1237839" cy="338554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NRES Probe</a:t>
              </a:r>
              <a:endParaRPr lang="fr-FR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ZoneTexte 49"/>
            <p:cNvSpPr txBox="1"/>
            <p:nvPr/>
          </p:nvSpPr>
          <p:spPr>
            <a:xfrm>
              <a:off x="7784061" y="36240"/>
              <a:ext cx="1090363" cy="338554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 </a:t>
              </a:r>
              <a:r>
                <a:rPr lang="fr-FR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Pump</a:t>
              </a:r>
              <a:endParaRPr lang="fr-FR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399203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</Words>
  <Application>Microsoft Office PowerPoint</Application>
  <PresentationFormat>Personnalisé</PresentationFormat>
  <Paragraphs>9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17</cp:revision>
  <dcterms:created xsi:type="dcterms:W3CDTF">2017-10-17T17:35:48Z</dcterms:created>
  <dcterms:modified xsi:type="dcterms:W3CDTF">2017-10-24T17:56:24Z</dcterms:modified>
</cp:coreProperties>
</file>