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290050" cy="6911975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620"/>
    <p:restoredTop sz="94660"/>
  </p:normalViewPr>
  <p:slideViewPr>
    <p:cSldViewPr>
      <p:cViewPr>
        <p:scale>
          <a:sx n="75" d="100"/>
          <a:sy n="75" d="100"/>
        </p:scale>
        <p:origin x="-1260" y="-336"/>
      </p:cViewPr>
      <p:guideLst>
        <p:guide orient="horz" pos="2179"/>
        <p:guide pos="29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96757" y="2147197"/>
            <a:ext cx="7896542" cy="148159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93510" y="3916792"/>
            <a:ext cx="6503036" cy="17663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203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2930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3852" y="4441584"/>
            <a:ext cx="7896542" cy="137279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33852" y="2929591"/>
            <a:ext cx="7896542" cy="151199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01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64508" y="1566398"/>
            <a:ext cx="4103105" cy="44303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22446" y="1566398"/>
            <a:ext cx="4103105" cy="44303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4677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4508" y="276801"/>
            <a:ext cx="8361045" cy="1151996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4504" y="1547195"/>
            <a:ext cx="4104718" cy="64479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504" y="2192001"/>
            <a:ext cx="4104718" cy="398238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719223" y="1547195"/>
            <a:ext cx="4106331" cy="64479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719223" y="2192001"/>
            <a:ext cx="4106331" cy="398238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251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19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065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4507" y="275208"/>
            <a:ext cx="3056362" cy="11711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632158" y="275208"/>
            <a:ext cx="5193395" cy="589918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64507" y="1446400"/>
            <a:ext cx="3056362" cy="472798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0132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20917" y="4838387"/>
            <a:ext cx="5574030" cy="57119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20917" y="617600"/>
            <a:ext cx="5574030" cy="414718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20917" y="5409584"/>
            <a:ext cx="5574030" cy="81119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755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108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5291" y="268806"/>
            <a:ext cx="2090261" cy="572798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64507" y="268806"/>
            <a:ext cx="6115949" cy="572798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922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64508" y="276801"/>
            <a:ext cx="8361045" cy="11519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4508" y="1612802"/>
            <a:ext cx="8361045" cy="4561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4505" y="6406380"/>
            <a:ext cx="2167678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AFE361-676E-4EA1-848E-F6910BEB3DB0}" type="datetimeFigureOut">
              <a:rPr lang="fr-FR" smtClean="0"/>
              <a:t>20/10/2017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74102" y="6406380"/>
            <a:ext cx="2941849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657872" y="6406380"/>
            <a:ext cx="2167678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8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6179" y="292348"/>
            <a:ext cx="5100637" cy="669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0" name="Picture 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2800" y="242083"/>
            <a:ext cx="5205571" cy="678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1" name="ZoneTexte 150"/>
          <p:cNvSpPr txBox="1"/>
          <p:nvPr/>
        </p:nvSpPr>
        <p:spPr>
          <a:xfrm>
            <a:off x="468561" y="443931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ZoneTexte 151"/>
          <p:cNvSpPr txBox="1"/>
          <p:nvPr/>
        </p:nvSpPr>
        <p:spPr>
          <a:xfrm>
            <a:off x="5000629" y="515939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3" name="Connecteur droit 152"/>
          <p:cNvCxnSpPr/>
          <p:nvPr/>
        </p:nvCxnSpPr>
        <p:spPr>
          <a:xfrm>
            <a:off x="1555200" y="529107"/>
            <a:ext cx="0" cy="342000"/>
          </a:xfrm>
          <a:prstGeom prst="line">
            <a:avLst/>
          </a:prstGeom>
          <a:ln w="158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eur droit 153"/>
          <p:cNvCxnSpPr/>
          <p:nvPr/>
        </p:nvCxnSpPr>
        <p:spPr>
          <a:xfrm rot="10800000">
            <a:off x="1278000" y="1371507"/>
            <a:ext cx="0" cy="342000"/>
          </a:xfrm>
          <a:prstGeom prst="line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/>
          <p:cNvCxnSpPr/>
          <p:nvPr/>
        </p:nvCxnSpPr>
        <p:spPr>
          <a:xfrm rot="10800000">
            <a:off x="1162800" y="1007907"/>
            <a:ext cx="0" cy="342000"/>
          </a:xfrm>
          <a:prstGeom prst="line">
            <a:avLst/>
          </a:prstGeom>
          <a:ln w="158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/>
          <p:cNvCxnSpPr/>
          <p:nvPr/>
        </p:nvCxnSpPr>
        <p:spPr>
          <a:xfrm>
            <a:off x="1677294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/>
          <p:cNvCxnSpPr/>
          <p:nvPr/>
        </p:nvCxnSpPr>
        <p:spPr>
          <a:xfrm>
            <a:off x="2844900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/>
          <p:cNvCxnSpPr/>
          <p:nvPr/>
        </p:nvCxnSpPr>
        <p:spPr>
          <a:xfrm>
            <a:off x="3106800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158"/>
          <p:cNvCxnSpPr/>
          <p:nvPr/>
        </p:nvCxnSpPr>
        <p:spPr>
          <a:xfrm>
            <a:off x="4338000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eur droit 159"/>
          <p:cNvCxnSpPr/>
          <p:nvPr/>
        </p:nvCxnSpPr>
        <p:spPr>
          <a:xfrm>
            <a:off x="468561" y="324272"/>
            <a:ext cx="120873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eur droit 160"/>
          <p:cNvCxnSpPr/>
          <p:nvPr/>
        </p:nvCxnSpPr>
        <p:spPr>
          <a:xfrm>
            <a:off x="2844900" y="324272"/>
            <a:ext cx="261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 droit 161"/>
          <p:cNvCxnSpPr/>
          <p:nvPr/>
        </p:nvCxnSpPr>
        <p:spPr>
          <a:xfrm>
            <a:off x="4338000" y="324272"/>
            <a:ext cx="23501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eur droit 162"/>
          <p:cNvCxnSpPr/>
          <p:nvPr/>
        </p:nvCxnSpPr>
        <p:spPr>
          <a:xfrm>
            <a:off x="1677294" y="36240"/>
            <a:ext cx="11676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eur droit 163"/>
          <p:cNvCxnSpPr/>
          <p:nvPr/>
        </p:nvCxnSpPr>
        <p:spPr>
          <a:xfrm>
            <a:off x="3106800" y="36240"/>
            <a:ext cx="123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ZoneTexte 164"/>
          <p:cNvSpPr txBox="1"/>
          <p:nvPr/>
        </p:nvSpPr>
        <p:spPr>
          <a:xfrm>
            <a:off x="1645200" y="36240"/>
            <a:ext cx="1237839" cy="338554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NRES Probe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ZoneTexte 165"/>
          <p:cNvSpPr txBox="1"/>
          <p:nvPr/>
        </p:nvSpPr>
        <p:spPr>
          <a:xfrm>
            <a:off x="3194622" y="36240"/>
            <a:ext cx="1090363" cy="338554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 </a:t>
            </a:r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Connecteur droit 166"/>
          <p:cNvCxnSpPr/>
          <p:nvPr/>
        </p:nvCxnSpPr>
        <p:spPr>
          <a:xfrm>
            <a:off x="5509121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eur droit 167"/>
          <p:cNvCxnSpPr/>
          <p:nvPr/>
        </p:nvCxnSpPr>
        <p:spPr>
          <a:xfrm>
            <a:off x="7021289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eur droit 168"/>
          <p:cNvCxnSpPr/>
          <p:nvPr/>
        </p:nvCxnSpPr>
        <p:spPr>
          <a:xfrm>
            <a:off x="7309321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eur droit 169"/>
          <p:cNvCxnSpPr/>
          <p:nvPr/>
        </p:nvCxnSpPr>
        <p:spPr>
          <a:xfrm>
            <a:off x="8893497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Connecteur droit 170"/>
          <p:cNvCxnSpPr/>
          <p:nvPr/>
        </p:nvCxnSpPr>
        <p:spPr>
          <a:xfrm>
            <a:off x="5055285" y="324272"/>
            <a:ext cx="45383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Connecteur droit 171"/>
          <p:cNvCxnSpPr/>
          <p:nvPr/>
        </p:nvCxnSpPr>
        <p:spPr>
          <a:xfrm>
            <a:off x="7026497" y="324272"/>
            <a:ext cx="2828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eur droit 172"/>
          <p:cNvCxnSpPr/>
          <p:nvPr/>
        </p:nvCxnSpPr>
        <p:spPr>
          <a:xfrm>
            <a:off x="8898705" y="324272"/>
            <a:ext cx="2828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eur droit 173"/>
          <p:cNvCxnSpPr/>
          <p:nvPr/>
        </p:nvCxnSpPr>
        <p:spPr>
          <a:xfrm>
            <a:off x="5509121" y="36240"/>
            <a:ext cx="151737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necteur droit 174"/>
          <p:cNvCxnSpPr/>
          <p:nvPr/>
        </p:nvCxnSpPr>
        <p:spPr>
          <a:xfrm>
            <a:off x="7309321" y="36240"/>
            <a:ext cx="158417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ZoneTexte 175"/>
          <p:cNvSpPr txBox="1"/>
          <p:nvPr/>
        </p:nvSpPr>
        <p:spPr>
          <a:xfrm>
            <a:off x="5711442" y="36240"/>
            <a:ext cx="1237839" cy="338554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NRES Probe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ZoneTexte 176"/>
          <p:cNvSpPr txBox="1"/>
          <p:nvPr/>
        </p:nvSpPr>
        <p:spPr>
          <a:xfrm>
            <a:off x="7587110" y="36240"/>
            <a:ext cx="1090363" cy="338554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 </a:t>
            </a:r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99203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14</Words>
  <Application>Microsoft Office PowerPoint</Application>
  <PresentationFormat>Personnalisé</PresentationFormat>
  <Paragraphs>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15</cp:revision>
  <dcterms:created xsi:type="dcterms:W3CDTF">2017-10-17T17:35:48Z</dcterms:created>
  <dcterms:modified xsi:type="dcterms:W3CDTF">2017-10-20T18:25:51Z</dcterms:modified>
</cp:coreProperties>
</file>