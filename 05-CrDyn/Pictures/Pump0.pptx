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80625" cy="65532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468" y="-96"/>
      </p:cViewPr>
      <p:guideLst>
        <p:guide orient="horz" pos="2064"/>
        <p:guide pos="31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6049" y="2035743"/>
            <a:ext cx="8568532" cy="140469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12094" y="3713484"/>
            <a:ext cx="7056439" cy="16747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03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93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6301" y="4211038"/>
            <a:ext cx="8568532" cy="130153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96301" y="2777526"/>
            <a:ext cx="8568532" cy="1433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01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4033" y="1485090"/>
            <a:ext cx="4452276" cy="4200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24318" y="1485090"/>
            <a:ext cx="4452276" cy="4200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67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033" y="262432"/>
            <a:ext cx="9072563" cy="10922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4033" y="1466886"/>
            <a:ext cx="4454026" cy="6113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4033" y="2078218"/>
            <a:ext cx="4454026" cy="3775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20822" y="1466886"/>
            <a:ext cx="4455776" cy="6113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20822" y="2078218"/>
            <a:ext cx="4455776" cy="3775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25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21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65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035" y="260919"/>
            <a:ext cx="3316456" cy="111040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41245" y="260919"/>
            <a:ext cx="5635349" cy="55929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4035" y="1371321"/>
            <a:ext cx="3316456" cy="44825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13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5874" y="4587241"/>
            <a:ext cx="6048375" cy="5415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75874" y="585540"/>
            <a:ext cx="6048375" cy="39319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75874" y="5128791"/>
            <a:ext cx="6048375" cy="76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55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08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08454" y="254851"/>
            <a:ext cx="2268140" cy="543066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4032" y="254851"/>
            <a:ext cx="6636411" cy="543066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2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04033" y="262432"/>
            <a:ext cx="9072563" cy="1092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4033" y="1529085"/>
            <a:ext cx="9072563" cy="4324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04032" y="6073846"/>
            <a:ext cx="2352145" cy="348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FE361-676E-4EA1-848E-F6910BEB3DB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44215" y="6073846"/>
            <a:ext cx="3192198" cy="348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224449" y="6073846"/>
            <a:ext cx="2352145" cy="348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823CF-AF47-4B89-8A1A-145A50F919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8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799" y="-43335"/>
            <a:ext cx="5100637" cy="669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-43335"/>
            <a:ext cx="5086350" cy="667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" name="Groupe 61"/>
          <p:cNvGrpSpPr>
            <a:grpSpLocks noChangeAspect="1"/>
          </p:cNvGrpSpPr>
          <p:nvPr/>
        </p:nvGrpSpPr>
        <p:grpSpPr>
          <a:xfrm>
            <a:off x="3203848" y="16326"/>
            <a:ext cx="3024000" cy="2453315"/>
            <a:chOff x="5300662" y="260648"/>
            <a:chExt cx="2343151" cy="1900957"/>
          </a:xfrm>
        </p:grpSpPr>
        <p:pic>
          <p:nvPicPr>
            <p:cNvPr id="63" name="Picture 3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9" t="4145" r="6502" b="2731"/>
            <a:stretch/>
          </p:blipFill>
          <p:spPr bwMode="auto">
            <a:xfrm>
              <a:off x="5300662" y="341648"/>
              <a:ext cx="2343151" cy="1819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4" name="Connecteur droit avec flèche 63"/>
            <p:cNvCxnSpPr/>
            <p:nvPr/>
          </p:nvCxnSpPr>
          <p:spPr>
            <a:xfrm>
              <a:off x="6839744" y="260648"/>
              <a:ext cx="0" cy="329885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eur droit avec flèche 64"/>
            <p:cNvCxnSpPr/>
            <p:nvPr/>
          </p:nvCxnSpPr>
          <p:spPr>
            <a:xfrm>
              <a:off x="6637090" y="799810"/>
              <a:ext cx="0" cy="57661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65"/>
            <p:cNvCxnSpPr/>
            <p:nvPr/>
          </p:nvCxnSpPr>
          <p:spPr>
            <a:xfrm>
              <a:off x="6552073" y="418420"/>
              <a:ext cx="0" cy="57661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Connecteur droit 66"/>
          <p:cNvCxnSpPr/>
          <p:nvPr/>
        </p:nvCxnSpPr>
        <p:spPr>
          <a:xfrm>
            <a:off x="3131840" y="171126"/>
            <a:ext cx="5040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5868144" y="171126"/>
            <a:ext cx="5040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503808" y="18025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9432800" y="18025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9920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6</cp:revision>
  <dcterms:created xsi:type="dcterms:W3CDTF">2017-10-17T17:35:48Z</dcterms:created>
  <dcterms:modified xsi:type="dcterms:W3CDTF">2017-10-17T18:03:08Z</dcterms:modified>
</cp:coreProperties>
</file>