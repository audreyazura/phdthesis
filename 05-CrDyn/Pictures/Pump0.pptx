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290050" cy="65532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4660"/>
  </p:normalViewPr>
  <p:slideViewPr>
    <p:cSldViewPr>
      <p:cViewPr>
        <p:scale>
          <a:sx n="75" d="100"/>
          <a:sy n="75" d="100"/>
        </p:scale>
        <p:origin x="-1260" y="-420"/>
      </p:cViewPr>
      <p:guideLst>
        <p:guide orient="horz" pos="2065"/>
        <p:guide pos="29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96757" y="2035743"/>
            <a:ext cx="7896542" cy="140469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93510" y="3713484"/>
            <a:ext cx="6503036" cy="167470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03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2930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3852" y="4211037"/>
            <a:ext cx="7896542" cy="1301538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33852" y="2777527"/>
            <a:ext cx="7896542" cy="143351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01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64505" y="1485091"/>
            <a:ext cx="4103105" cy="420041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22443" y="1485091"/>
            <a:ext cx="4103105" cy="420041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4677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5" y="262433"/>
            <a:ext cx="8361045" cy="1092200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4" y="1466886"/>
            <a:ext cx="4104718" cy="61132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504" y="2078221"/>
            <a:ext cx="4104718" cy="37756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719220" y="1466886"/>
            <a:ext cx="4106331" cy="61132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719220" y="2078221"/>
            <a:ext cx="4106331" cy="37756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51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19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065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7" y="260922"/>
            <a:ext cx="3056362" cy="111040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632155" y="260922"/>
            <a:ext cx="5193395" cy="55929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64507" y="1371322"/>
            <a:ext cx="3056362" cy="44825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0132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20917" y="4587243"/>
            <a:ext cx="5574030" cy="5415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20917" y="585541"/>
            <a:ext cx="5574030" cy="393192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20917" y="5128792"/>
            <a:ext cx="5574030" cy="76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75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108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5288" y="254854"/>
            <a:ext cx="2090261" cy="543066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64506" y="254854"/>
            <a:ext cx="6115949" cy="543066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922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64505" y="262433"/>
            <a:ext cx="8361045" cy="1092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5" y="1529086"/>
            <a:ext cx="8361045" cy="43248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4505" y="6073847"/>
            <a:ext cx="2167678" cy="348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AFE361-676E-4EA1-848E-F6910BEB3DB0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74102" y="6073847"/>
            <a:ext cx="2941849" cy="348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657872" y="6073847"/>
            <a:ext cx="2167678" cy="348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8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6179" y="-78359"/>
            <a:ext cx="5100637" cy="669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2800" y="-128624"/>
            <a:ext cx="5205571" cy="678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" name="ZoneTexte 39"/>
          <p:cNvSpPr txBox="1"/>
          <p:nvPr/>
        </p:nvSpPr>
        <p:spPr>
          <a:xfrm>
            <a:off x="468561" y="73224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ZoneTexte 40"/>
          <p:cNvSpPr txBox="1"/>
          <p:nvPr/>
        </p:nvSpPr>
        <p:spPr>
          <a:xfrm>
            <a:off x="5000629" y="145232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Connecteur droit 9"/>
          <p:cNvCxnSpPr/>
          <p:nvPr/>
        </p:nvCxnSpPr>
        <p:spPr>
          <a:xfrm>
            <a:off x="1555200" y="158400"/>
            <a:ext cx="0" cy="342000"/>
          </a:xfrm>
          <a:prstGeom prst="line">
            <a:avLst/>
          </a:prstGeom>
          <a:ln w="158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 rot="10800000">
            <a:off x="1278000" y="1000800"/>
            <a:ext cx="0" cy="342000"/>
          </a:xfrm>
          <a:prstGeom prst="line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 rot="10800000">
            <a:off x="1162800" y="637200"/>
            <a:ext cx="0" cy="342000"/>
          </a:xfrm>
          <a:prstGeom prst="line">
            <a:avLst/>
          </a:prstGeom>
          <a:ln w="158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399203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6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11</cp:revision>
  <dcterms:created xsi:type="dcterms:W3CDTF">2017-10-17T17:35:48Z</dcterms:created>
  <dcterms:modified xsi:type="dcterms:W3CDTF">2017-10-19T14:43:39Z</dcterms:modified>
</cp:coreProperties>
</file>