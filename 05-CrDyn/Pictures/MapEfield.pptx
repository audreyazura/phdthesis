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4968875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-1374" y="-102"/>
      </p:cViewPr>
      <p:guideLst>
        <p:guide orient="horz" pos="1566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543573"/>
            <a:ext cx="7772400" cy="1065087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2815696"/>
            <a:ext cx="6400800" cy="126982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8249C-4BA3-4338-8D91-035235D4C769}" type="datetimeFigureOut">
              <a:rPr lang="fr-FR" smtClean="0"/>
              <a:t>01/09/2017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6DDC1-30CB-48D7-A6C7-64C1CC9C43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2961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8249C-4BA3-4338-8D91-035235D4C769}" type="datetimeFigureOut">
              <a:rPr lang="fr-FR" smtClean="0"/>
              <a:t>01/09/2017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6DDC1-30CB-48D7-A6C7-64C1CC9C43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1033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3192964"/>
            <a:ext cx="7772400" cy="9868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106023"/>
            <a:ext cx="7772400" cy="1086941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8249C-4BA3-4338-8D91-035235D4C769}" type="datetimeFigureOut">
              <a:rPr lang="fr-FR" smtClean="0"/>
              <a:t>01/09/2017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6DDC1-30CB-48D7-A6C7-64C1CC9C43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1548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159407"/>
            <a:ext cx="4038600" cy="327922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159407"/>
            <a:ext cx="4038600" cy="327922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8249C-4BA3-4338-8D91-035235D4C769}" type="datetimeFigureOut">
              <a:rPr lang="fr-FR" smtClean="0"/>
              <a:t>01/09/2017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6DDC1-30CB-48D7-A6C7-64C1CC9C43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2920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112247"/>
            <a:ext cx="4040188" cy="46353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1575778"/>
            <a:ext cx="4040188" cy="286285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30" y="1112247"/>
            <a:ext cx="4041775" cy="46353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30" y="1575778"/>
            <a:ext cx="4041775" cy="286285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8249C-4BA3-4338-8D91-035235D4C769}" type="datetimeFigureOut">
              <a:rPr lang="fr-FR" smtClean="0"/>
              <a:t>01/09/2017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6DDC1-30CB-48D7-A6C7-64C1CC9C43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86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8249C-4BA3-4338-8D91-035235D4C769}" type="datetimeFigureOut">
              <a:rPr lang="fr-FR" smtClean="0"/>
              <a:t>01/09/2017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6DDC1-30CB-48D7-A6C7-64C1CC9C43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5080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8249C-4BA3-4338-8D91-035235D4C769}" type="datetimeFigureOut">
              <a:rPr lang="fr-FR" smtClean="0"/>
              <a:t>01/09/2017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6DDC1-30CB-48D7-A6C7-64C1CC9C43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9516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5" y="197836"/>
            <a:ext cx="3008313" cy="84194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197836"/>
            <a:ext cx="5111750" cy="42407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5" y="1039784"/>
            <a:ext cx="3008313" cy="339884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8249C-4BA3-4338-8D91-035235D4C769}" type="datetimeFigureOut">
              <a:rPr lang="fr-FR" smtClean="0"/>
              <a:t>01/09/2017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6DDC1-30CB-48D7-A6C7-64C1CC9C43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8422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3478213"/>
            <a:ext cx="5486400" cy="410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443978"/>
            <a:ext cx="5486400" cy="29813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3888837"/>
            <a:ext cx="5486400" cy="58315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8249C-4BA3-4338-8D91-035235D4C769}" type="datetimeFigureOut">
              <a:rPr lang="fr-FR" smtClean="0"/>
              <a:t>01/09/2017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6DDC1-30CB-48D7-A6C7-64C1CC9C43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4338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8249C-4BA3-4338-8D91-035235D4C769}" type="datetimeFigureOut">
              <a:rPr lang="fr-FR" smtClean="0"/>
              <a:t>01/09/2017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6DDC1-30CB-48D7-A6C7-64C1CC9C43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1723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198986"/>
            <a:ext cx="2057400" cy="4239646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198986"/>
            <a:ext cx="6019800" cy="4239646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8249C-4BA3-4338-8D91-035235D4C769}" type="datetimeFigureOut">
              <a:rPr lang="fr-FR" smtClean="0"/>
              <a:t>01/09/2017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6DDC1-30CB-48D7-A6C7-64C1CC9C43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7204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198985"/>
            <a:ext cx="8229600" cy="8281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159407"/>
            <a:ext cx="8229600" cy="32792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4605412"/>
            <a:ext cx="2133600" cy="2645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88249C-4BA3-4338-8D91-035235D4C769}" type="datetimeFigureOut">
              <a:rPr lang="fr-FR" smtClean="0"/>
              <a:t>01/09/2017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4605412"/>
            <a:ext cx="2895600" cy="2645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4605412"/>
            <a:ext cx="2133600" cy="2645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A6DDC1-30CB-48D7-A6C7-64C1CC9C43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939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" name="Objet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4615174"/>
              </p:ext>
            </p:extLst>
          </p:nvPr>
        </p:nvGraphicFramePr>
        <p:xfrm>
          <a:off x="6950645" y="365001"/>
          <a:ext cx="2301875" cy="190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" name="Drawing" r:id="rId3" imgW="1757160" imgH="1453320" progId="Canvas.Drawing.6">
                  <p:embed/>
                </p:oleObj>
              </mc:Choice>
              <mc:Fallback>
                <p:oleObj name="Drawing" r:id="rId3" imgW="1757160" imgH="1453320" progId="Canvas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0645" y="365001"/>
                        <a:ext cx="2301875" cy="1903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6" name="Image 45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4" t="13191" r="19930" b="35919"/>
          <a:stretch/>
        </p:blipFill>
        <p:spPr>
          <a:xfrm>
            <a:off x="-36512" y="44624"/>
            <a:ext cx="6908800" cy="2616200"/>
          </a:xfrm>
          <a:prstGeom prst="rect">
            <a:avLst/>
          </a:prstGeom>
        </p:spPr>
      </p:pic>
      <p:sp>
        <p:nvSpPr>
          <p:cNvPr id="48" name="ZoneTexte 47"/>
          <p:cNvSpPr txBox="1"/>
          <p:nvPr/>
        </p:nvSpPr>
        <p:spPr>
          <a:xfrm>
            <a:off x="-36512" y="-27384"/>
            <a:ext cx="365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a)</a:t>
            </a:r>
            <a:endParaRPr lang="fr-F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" name="ZoneTexte 48"/>
          <p:cNvSpPr txBox="1"/>
          <p:nvPr/>
        </p:nvSpPr>
        <p:spPr>
          <a:xfrm>
            <a:off x="7019954" y="20338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fr-FR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0" name="Image 49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37" t="38328" r="19583" b="17762"/>
          <a:stretch/>
        </p:blipFill>
        <p:spPr>
          <a:xfrm>
            <a:off x="97192" y="2708920"/>
            <a:ext cx="6810376" cy="2257425"/>
          </a:xfrm>
          <a:prstGeom prst="rect">
            <a:avLst/>
          </a:prstGeom>
        </p:spPr>
      </p:pic>
      <p:sp>
        <p:nvSpPr>
          <p:cNvPr id="51" name="ZoneTexte 50"/>
          <p:cNvSpPr txBox="1"/>
          <p:nvPr/>
        </p:nvSpPr>
        <p:spPr>
          <a:xfrm>
            <a:off x="-36512" y="255561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b)</a:t>
            </a:r>
            <a:endParaRPr lang="fr-FR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8" name="Groupe 7"/>
          <p:cNvGrpSpPr>
            <a:grpSpLocks noChangeAspect="1"/>
          </p:cNvGrpSpPr>
          <p:nvPr/>
        </p:nvGrpSpPr>
        <p:grpSpPr>
          <a:xfrm>
            <a:off x="6732240" y="3252212"/>
            <a:ext cx="2373801" cy="1104433"/>
            <a:chOff x="4660717" y="4709567"/>
            <a:chExt cx="4281803" cy="2031801"/>
          </a:xfrm>
        </p:grpSpPr>
        <p:sp>
          <p:nvSpPr>
            <p:cNvPr id="9" name="Rectangle 8"/>
            <p:cNvSpPr/>
            <p:nvPr/>
          </p:nvSpPr>
          <p:spPr>
            <a:xfrm>
              <a:off x="5846176" y="5877272"/>
              <a:ext cx="2232248" cy="44192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5846176" y="5615529"/>
              <a:ext cx="2232248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Ellipse 10"/>
            <p:cNvSpPr/>
            <p:nvPr/>
          </p:nvSpPr>
          <p:spPr>
            <a:xfrm>
              <a:off x="5950692" y="5517232"/>
              <a:ext cx="216024" cy="14401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Ellipse 11"/>
            <p:cNvSpPr/>
            <p:nvPr/>
          </p:nvSpPr>
          <p:spPr>
            <a:xfrm>
              <a:off x="6350232" y="5517232"/>
              <a:ext cx="216024" cy="14401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Ellipse 12"/>
            <p:cNvSpPr/>
            <p:nvPr/>
          </p:nvSpPr>
          <p:spPr>
            <a:xfrm>
              <a:off x="6638264" y="5517232"/>
              <a:ext cx="216024" cy="14401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Ellipse 13"/>
            <p:cNvSpPr/>
            <p:nvPr/>
          </p:nvSpPr>
          <p:spPr>
            <a:xfrm>
              <a:off x="7214328" y="5517232"/>
              <a:ext cx="216024" cy="14401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Ellipse 14"/>
            <p:cNvSpPr/>
            <p:nvPr/>
          </p:nvSpPr>
          <p:spPr>
            <a:xfrm>
              <a:off x="7790392" y="5517232"/>
              <a:ext cx="216024" cy="14401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5846176" y="5327497"/>
              <a:ext cx="2232248" cy="4571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Connecteur droit 16"/>
            <p:cNvCxnSpPr/>
            <p:nvPr/>
          </p:nvCxnSpPr>
          <p:spPr>
            <a:xfrm flipV="1">
              <a:off x="5835948" y="5374170"/>
              <a:ext cx="10228" cy="945022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" name="Connecteur droit 17"/>
            <p:cNvCxnSpPr/>
            <p:nvPr/>
          </p:nvCxnSpPr>
          <p:spPr>
            <a:xfrm flipV="1">
              <a:off x="8078425" y="5371313"/>
              <a:ext cx="0" cy="947879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9" name="Connecteur droit 18"/>
            <p:cNvCxnSpPr/>
            <p:nvPr/>
          </p:nvCxnSpPr>
          <p:spPr>
            <a:xfrm>
              <a:off x="5846176" y="5373216"/>
              <a:ext cx="2232248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0" name="Rectangle 19"/>
            <p:cNvSpPr/>
            <p:nvPr/>
          </p:nvSpPr>
          <p:spPr>
            <a:xfrm>
              <a:off x="5776909" y="5901811"/>
              <a:ext cx="697772" cy="29492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p-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ZnTe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5801493" y="5504396"/>
              <a:ext cx="660909" cy="29492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i-ZnTe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660717" y="4709567"/>
              <a:ext cx="1554192" cy="5095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Au (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 </a:t>
              </a:r>
              <a:r>
                <a:rPr lang="en-US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nm)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3" name="Image 22" descr="Image3.png"/>
            <p:cNvPicPr>
              <a:picLocks noChangeAspect="1"/>
            </p:cNvPicPr>
            <p:nvPr/>
          </p:nvPicPr>
          <p:blipFill>
            <a:blip r:embed="rId7" cstate="print"/>
            <a:srcRect b="48823"/>
            <a:stretch>
              <a:fillRect/>
            </a:stretch>
          </p:blipFill>
          <p:spPr>
            <a:xfrm>
              <a:off x="5870644" y="4725144"/>
              <a:ext cx="1919748" cy="602353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>
            <a:xfrm>
              <a:off x="6035596" y="4944529"/>
              <a:ext cx="455022" cy="29492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SIL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Ellipse 24"/>
            <p:cNvSpPr/>
            <p:nvPr/>
          </p:nvSpPr>
          <p:spPr>
            <a:xfrm>
              <a:off x="8510473" y="5741021"/>
              <a:ext cx="432047" cy="406282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Connecteur droit 25"/>
            <p:cNvCxnSpPr/>
            <p:nvPr/>
          </p:nvCxnSpPr>
          <p:spPr>
            <a:xfrm flipV="1">
              <a:off x="7898404" y="4869160"/>
              <a:ext cx="0" cy="45338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eur droit 26"/>
            <p:cNvCxnSpPr/>
            <p:nvPr/>
          </p:nvCxnSpPr>
          <p:spPr>
            <a:xfrm>
              <a:off x="7898404" y="4869160"/>
              <a:ext cx="828092" cy="0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eur droit 27"/>
            <p:cNvCxnSpPr>
              <a:endCxn id="25" idx="0"/>
            </p:cNvCxnSpPr>
            <p:nvPr/>
          </p:nvCxnSpPr>
          <p:spPr>
            <a:xfrm>
              <a:off x="8726496" y="4869161"/>
              <a:ext cx="0" cy="871860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eur droit 28"/>
            <p:cNvCxnSpPr>
              <a:stCxn id="25" idx="4"/>
            </p:cNvCxnSpPr>
            <p:nvPr/>
          </p:nvCxnSpPr>
          <p:spPr>
            <a:xfrm>
              <a:off x="8726496" y="6147303"/>
              <a:ext cx="0" cy="594065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eur droit 29"/>
            <p:cNvCxnSpPr/>
            <p:nvPr/>
          </p:nvCxnSpPr>
          <p:spPr>
            <a:xfrm>
              <a:off x="7898404" y="6319192"/>
              <a:ext cx="0" cy="422176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eur droit 30"/>
            <p:cNvCxnSpPr/>
            <p:nvPr/>
          </p:nvCxnSpPr>
          <p:spPr>
            <a:xfrm>
              <a:off x="7898404" y="6741368"/>
              <a:ext cx="828092" cy="0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ectangle 31"/>
            <p:cNvSpPr/>
            <p:nvPr/>
          </p:nvSpPr>
          <p:spPr>
            <a:xfrm>
              <a:off x="8461184" y="5675405"/>
              <a:ext cx="351449" cy="358879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r>
                <a:rPr lang="en-US" sz="1600" dirty="0" smtClean="0"/>
                <a:t>V</a:t>
              </a:r>
              <a:endParaRPr lang="en-US" sz="1600" dirty="0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4916047" y="5239453"/>
              <a:ext cx="566111" cy="29492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CdTe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3" name="Connecteur droit 2"/>
          <p:cNvCxnSpPr>
            <a:stCxn id="22" idx="2"/>
            <a:endCxn id="16" idx="1"/>
          </p:cNvCxnSpPr>
          <p:nvPr/>
        </p:nvCxnSpPr>
        <p:spPr>
          <a:xfrm>
            <a:off x="7163057" y="3529211"/>
            <a:ext cx="226393" cy="713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ZoneTexte 35"/>
          <p:cNvSpPr txBox="1"/>
          <p:nvPr/>
        </p:nvSpPr>
        <p:spPr>
          <a:xfrm>
            <a:off x="7003286" y="2844477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fr-FR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84379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18</Words>
  <Application>Microsoft Office PowerPoint</Application>
  <PresentationFormat>Personnalisé</PresentationFormat>
  <Paragraphs>10</Paragraphs>
  <Slides>1</Slides>
  <Notes>0</Notes>
  <HiddenSlides>0</HiddenSlides>
  <MMClips>0</MMClips>
  <ScaleCrop>false</ScaleCrop>
  <HeadingPairs>
    <vt:vector size="6" baseType="variant"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3" baseType="lpstr">
      <vt:lpstr>Thème Office</vt:lpstr>
      <vt:lpstr>Drawing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user</dc:creator>
  <cp:lastModifiedBy>user</cp:lastModifiedBy>
  <cp:revision>7</cp:revision>
  <dcterms:created xsi:type="dcterms:W3CDTF">2017-08-28T11:29:18Z</dcterms:created>
  <dcterms:modified xsi:type="dcterms:W3CDTF">2017-09-01T06:43:56Z</dcterms:modified>
</cp:coreProperties>
</file>