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7200900" cy="5256213"/>
  <p:notesSz cx="6858000" cy="9144000"/>
  <p:defaultTextStyle>
    <a:defPPr>
      <a:defRPr lang="fr-FR"/>
    </a:defPPr>
    <a:lvl1pPr marL="0" algn="l" defTabSz="565739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82870" algn="l" defTabSz="565739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565739" algn="l" defTabSz="565739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848609" algn="l" defTabSz="565739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131479" algn="l" defTabSz="565739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1414348" algn="l" defTabSz="565739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1697218" algn="l" defTabSz="565739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1980087" algn="l" defTabSz="565739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2262957" algn="l" defTabSz="565739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920" y="-726"/>
      </p:cViewPr>
      <p:guideLst>
        <p:guide orient="horz" pos="1656"/>
        <p:guide pos="22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40072" y="1632841"/>
            <a:ext cx="6120767" cy="1126679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80142" y="2978523"/>
            <a:ext cx="5040631" cy="134325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828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65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48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1314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4143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697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9800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2629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86767-5D18-49F0-944B-FB1FAC7990BF}" type="datetimeFigureOut">
              <a:rPr lang="fr-FR" smtClean="0"/>
              <a:t>27/09/2017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9D80-0D94-4251-9FB6-963E3E5DC2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3167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86767-5D18-49F0-944B-FB1FAC7990BF}" type="datetimeFigureOut">
              <a:rPr lang="fr-FR" smtClean="0"/>
              <a:t>27/09/2017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9D80-0D94-4251-9FB6-963E3E5DC2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8698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68827" y="3377604"/>
            <a:ext cx="6120767" cy="1043942"/>
          </a:xfrm>
        </p:spPr>
        <p:txBody>
          <a:bodyPr anchor="t"/>
          <a:lstStyle>
            <a:lvl1pPr algn="l">
              <a:defRPr sz="25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68827" y="2227808"/>
            <a:ext cx="6120767" cy="1149796"/>
          </a:xfrm>
        </p:spPr>
        <p:txBody>
          <a:bodyPr anchor="b"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8287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2pPr>
            <a:lvl3pPr marL="565739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3pPr>
            <a:lvl4pPr marL="848609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131479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414348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697218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98008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26295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86767-5D18-49F0-944B-FB1FAC7990BF}" type="datetimeFigureOut">
              <a:rPr lang="fr-FR" smtClean="0"/>
              <a:t>27/09/2017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9D80-0D94-4251-9FB6-963E3E5DC2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0322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83778" y="933230"/>
            <a:ext cx="1598949" cy="2641491"/>
          </a:xfrm>
        </p:spPr>
        <p:txBody>
          <a:bodyPr/>
          <a:lstStyle>
            <a:lvl1pPr>
              <a:defRPr sz="1700"/>
            </a:lvl1pPr>
            <a:lvl2pPr>
              <a:defRPr sz="15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902744" y="933230"/>
            <a:ext cx="1598949" cy="2641491"/>
          </a:xfrm>
        </p:spPr>
        <p:txBody>
          <a:bodyPr/>
          <a:lstStyle>
            <a:lvl1pPr>
              <a:defRPr sz="1700"/>
            </a:lvl1pPr>
            <a:lvl2pPr>
              <a:defRPr sz="15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86767-5D18-49F0-944B-FB1FAC7990BF}" type="datetimeFigureOut">
              <a:rPr lang="fr-FR" smtClean="0"/>
              <a:t>27/09/2017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9D80-0D94-4251-9FB6-963E3E5DC2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1163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60051" y="210499"/>
            <a:ext cx="6480809" cy="876036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60047" y="1176565"/>
            <a:ext cx="3181651" cy="490336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282870" indent="0">
              <a:buNone/>
              <a:defRPr sz="1200" b="1"/>
            </a:lvl2pPr>
            <a:lvl3pPr marL="565739" indent="0">
              <a:buNone/>
              <a:defRPr sz="1100" b="1"/>
            </a:lvl3pPr>
            <a:lvl4pPr marL="848609" indent="0">
              <a:buNone/>
              <a:defRPr sz="1000" b="1"/>
            </a:lvl4pPr>
            <a:lvl5pPr marL="1131479" indent="0">
              <a:buNone/>
              <a:defRPr sz="1000" b="1"/>
            </a:lvl5pPr>
            <a:lvl6pPr marL="1414348" indent="0">
              <a:buNone/>
              <a:defRPr sz="1000" b="1"/>
            </a:lvl6pPr>
            <a:lvl7pPr marL="1697218" indent="0">
              <a:buNone/>
              <a:defRPr sz="1000" b="1"/>
            </a:lvl7pPr>
            <a:lvl8pPr marL="1980087" indent="0">
              <a:buNone/>
              <a:defRPr sz="1000" b="1"/>
            </a:lvl8pPr>
            <a:lvl9pPr marL="2262957" indent="0">
              <a:buNone/>
              <a:defRPr sz="10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60047" y="1666901"/>
            <a:ext cx="3181651" cy="3028406"/>
          </a:xfrm>
        </p:spPr>
        <p:txBody>
          <a:bodyPr/>
          <a:lstStyle>
            <a:lvl1pPr>
              <a:defRPr sz="15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657965" y="1176565"/>
            <a:ext cx="3182896" cy="490336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282870" indent="0">
              <a:buNone/>
              <a:defRPr sz="1200" b="1"/>
            </a:lvl2pPr>
            <a:lvl3pPr marL="565739" indent="0">
              <a:buNone/>
              <a:defRPr sz="1100" b="1"/>
            </a:lvl3pPr>
            <a:lvl4pPr marL="848609" indent="0">
              <a:buNone/>
              <a:defRPr sz="1000" b="1"/>
            </a:lvl4pPr>
            <a:lvl5pPr marL="1131479" indent="0">
              <a:buNone/>
              <a:defRPr sz="1000" b="1"/>
            </a:lvl5pPr>
            <a:lvl6pPr marL="1414348" indent="0">
              <a:buNone/>
              <a:defRPr sz="1000" b="1"/>
            </a:lvl6pPr>
            <a:lvl7pPr marL="1697218" indent="0">
              <a:buNone/>
              <a:defRPr sz="1000" b="1"/>
            </a:lvl7pPr>
            <a:lvl8pPr marL="1980087" indent="0">
              <a:buNone/>
              <a:defRPr sz="1000" b="1"/>
            </a:lvl8pPr>
            <a:lvl9pPr marL="2262957" indent="0">
              <a:buNone/>
              <a:defRPr sz="10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657965" y="1666901"/>
            <a:ext cx="3182896" cy="3028406"/>
          </a:xfrm>
        </p:spPr>
        <p:txBody>
          <a:bodyPr/>
          <a:lstStyle>
            <a:lvl1pPr>
              <a:defRPr sz="15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86767-5D18-49F0-944B-FB1FAC7990BF}" type="datetimeFigureOut">
              <a:rPr lang="fr-FR" smtClean="0"/>
              <a:t>27/09/2017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9D80-0D94-4251-9FB6-963E3E5DC2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6151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86767-5D18-49F0-944B-FB1FAC7990BF}" type="datetimeFigureOut">
              <a:rPr lang="fr-FR" smtClean="0"/>
              <a:t>27/09/2017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9D80-0D94-4251-9FB6-963E3E5DC2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1574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86767-5D18-49F0-944B-FB1FAC7990BF}" type="datetimeFigureOut">
              <a:rPr lang="fr-FR" smtClean="0"/>
              <a:t>27/09/2017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9D80-0D94-4251-9FB6-963E3E5DC2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3112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60050" y="209276"/>
            <a:ext cx="2369044" cy="890636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15355" y="209284"/>
            <a:ext cx="4025504" cy="4486032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5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60050" y="1099911"/>
            <a:ext cx="2369044" cy="3595396"/>
          </a:xfrm>
        </p:spPr>
        <p:txBody>
          <a:bodyPr/>
          <a:lstStyle>
            <a:lvl1pPr marL="0" indent="0">
              <a:buNone/>
              <a:defRPr sz="900"/>
            </a:lvl1pPr>
            <a:lvl2pPr marL="282870" indent="0">
              <a:buNone/>
              <a:defRPr sz="700"/>
            </a:lvl2pPr>
            <a:lvl3pPr marL="565739" indent="0">
              <a:buNone/>
              <a:defRPr sz="600"/>
            </a:lvl3pPr>
            <a:lvl4pPr marL="848609" indent="0">
              <a:buNone/>
              <a:defRPr sz="600"/>
            </a:lvl4pPr>
            <a:lvl5pPr marL="1131479" indent="0">
              <a:buNone/>
              <a:defRPr sz="600"/>
            </a:lvl5pPr>
            <a:lvl6pPr marL="1414348" indent="0">
              <a:buNone/>
              <a:defRPr sz="600"/>
            </a:lvl6pPr>
            <a:lvl7pPr marL="1697218" indent="0">
              <a:buNone/>
              <a:defRPr sz="600"/>
            </a:lvl7pPr>
            <a:lvl8pPr marL="1980087" indent="0">
              <a:buNone/>
              <a:defRPr sz="600"/>
            </a:lvl8pPr>
            <a:lvl9pPr marL="2262957" indent="0">
              <a:buNone/>
              <a:defRPr sz="6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86767-5D18-49F0-944B-FB1FAC7990BF}" type="datetimeFigureOut">
              <a:rPr lang="fr-FR" smtClean="0"/>
              <a:t>27/09/2017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9D80-0D94-4251-9FB6-963E3E5DC2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4087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11431" y="3679350"/>
            <a:ext cx="4320540" cy="434368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411431" y="469657"/>
            <a:ext cx="4320540" cy="3153728"/>
          </a:xfrm>
        </p:spPr>
        <p:txBody>
          <a:bodyPr/>
          <a:lstStyle>
            <a:lvl1pPr marL="0" indent="0">
              <a:buNone/>
              <a:defRPr sz="2000"/>
            </a:lvl1pPr>
            <a:lvl2pPr marL="282870" indent="0">
              <a:buNone/>
              <a:defRPr sz="1700"/>
            </a:lvl2pPr>
            <a:lvl3pPr marL="565739" indent="0">
              <a:buNone/>
              <a:defRPr sz="1500"/>
            </a:lvl3pPr>
            <a:lvl4pPr marL="848609" indent="0">
              <a:buNone/>
              <a:defRPr sz="1200"/>
            </a:lvl4pPr>
            <a:lvl5pPr marL="1131479" indent="0">
              <a:buNone/>
              <a:defRPr sz="1200"/>
            </a:lvl5pPr>
            <a:lvl6pPr marL="1414348" indent="0">
              <a:buNone/>
              <a:defRPr sz="1200"/>
            </a:lvl6pPr>
            <a:lvl7pPr marL="1697218" indent="0">
              <a:buNone/>
              <a:defRPr sz="1200"/>
            </a:lvl7pPr>
            <a:lvl8pPr marL="1980087" indent="0">
              <a:buNone/>
              <a:defRPr sz="1200"/>
            </a:lvl8pPr>
            <a:lvl9pPr marL="2262957" indent="0">
              <a:buNone/>
              <a:defRPr sz="12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411431" y="4113717"/>
            <a:ext cx="4320540" cy="616875"/>
          </a:xfrm>
        </p:spPr>
        <p:txBody>
          <a:bodyPr/>
          <a:lstStyle>
            <a:lvl1pPr marL="0" indent="0">
              <a:buNone/>
              <a:defRPr sz="900"/>
            </a:lvl1pPr>
            <a:lvl2pPr marL="282870" indent="0">
              <a:buNone/>
              <a:defRPr sz="700"/>
            </a:lvl2pPr>
            <a:lvl3pPr marL="565739" indent="0">
              <a:buNone/>
              <a:defRPr sz="600"/>
            </a:lvl3pPr>
            <a:lvl4pPr marL="848609" indent="0">
              <a:buNone/>
              <a:defRPr sz="600"/>
            </a:lvl4pPr>
            <a:lvl5pPr marL="1131479" indent="0">
              <a:buNone/>
              <a:defRPr sz="600"/>
            </a:lvl5pPr>
            <a:lvl6pPr marL="1414348" indent="0">
              <a:buNone/>
              <a:defRPr sz="600"/>
            </a:lvl6pPr>
            <a:lvl7pPr marL="1697218" indent="0">
              <a:buNone/>
              <a:defRPr sz="600"/>
            </a:lvl7pPr>
            <a:lvl8pPr marL="1980087" indent="0">
              <a:buNone/>
              <a:defRPr sz="600"/>
            </a:lvl8pPr>
            <a:lvl9pPr marL="2262957" indent="0">
              <a:buNone/>
              <a:defRPr sz="6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86767-5D18-49F0-944B-FB1FAC7990BF}" type="datetimeFigureOut">
              <a:rPr lang="fr-FR" smtClean="0"/>
              <a:t>27/09/2017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9D80-0D94-4251-9FB6-963E3E5DC2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4669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86767-5D18-49F0-944B-FB1FAC7990BF}" type="datetimeFigureOut">
              <a:rPr lang="fr-FR" smtClean="0"/>
              <a:t>27/09/2017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9D80-0D94-4251-9FB6-963E3E5DC2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3241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2672842" y="160606"/>
            <a:ext cx="828853" cy="3414106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83779" y="160606"/>
            <a:ext cx="2369044" cy="3414106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86767-5D18-49F0-944B-FB1FAC7990BF}" type="datetimeFigureOut">
              <a:rPr lang="fr-FR" smtClean="0"/>
              <a:t>27/09/2017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9D80-0D94-4251-9FB6-963E3E5DC2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2859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60051" y="210499"/>
            <a:ext cx="6480809" cy="876036"/>
          </a:xfrm>
          <a:prstGeom prst="rect">
            <a:avLst/>
          </a:prstGeom>
        </p:spPr>
        <p:txBody>
          <a:bodyPr vert="horz" lIns="56574" tIns="28287" rIns="56574" bIns="28287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60051" y="1226458"/>
            <a:ext cx="6480809" cy="3468858"/>
          </a:xfrm>
          <a:prstGeom prst="rect">
            <a:avLst/>
          </a:prstGeom>
        </p:spPr>
        <p:txBody>
          <a:bodyPr vert="horz" lIns="56574" tIns="28287" rIns="56574" bIns="28287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60049" y="4871739"/>
            <a:ext cx="1680208" cy="279844"/>
          </a:xfrm>
          <a:prstGeom prst="rect">
            <a:avLst/>
          </a:prstGeom>
        </p:spPr>
        <p:txBody>
          <a:bodyPr vert="horz" lIns="56574" tIns="28287" rIns="56574" bIns="28287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286767-5D18-49F0-944B-FB1FAC7990BF}" type="datetimeFigureOut">
              <a:rPr lang="fr-FR" smtClean="0"/>
              <a:t>27/09/2017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460310" y="4871739"/>
            <a:ext cx="2280284" cy="279844"/>
          </a:xfrm>
          <a:prstGeom prst="rect">
            <a:avLst/>
          </a:prstGeom>
        </p:spPr>
        <p:txBody>
          <a:bodyPr vert="horz" lIns="56574" tIns="28287" rIns="56574" bIns="28287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5160647" y="4871739"/>
            <a:ext cx="1680208" cy="279844"/>
          </a:xfrm>
          <a:prstGeom prst="rect">
            <a:avLst/>
          </a:prstGeom>
        </p:spPr>
        <p:txBody>
          <a:bodyPr vert="horz" lIns="56574" tIns="28287" rIns="56574" bIns="28287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89D80-0D94-4251-9FB6-963E3E5DC2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0795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65739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2152" indent="-212152" algn="l" defTabSz="56573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9663" indent="-176794" algn="l" defTabSz="565739" rtl="0" eaLnBrk="1" latinLnBrk="0" hangingPunct="1">
        <a:spcBef>
          <a:spcPct val="200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707174" indent="-141435" algn="l" defTabSz="565739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990044" indent="-141435" algn="l" defTabSz="565739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72913" indent="-141435" algn="l" defTabSz="565739" rtl="0" eaLnBrk="1" latinLnBrk="0" hangingPunct="1">
        <a:spcBef>
          <a:spcPct val="20000"/>
        </a:spcBef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55783" indent="-141435" algn="l" defTabSz="565739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38653" indent="-141435" algn="l" defTabSz="565739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21522" indent="-141435" algn="l" defTabSz="565739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04392" indent="-141435" algn="l" defTabSz="565739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565739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282870" algn="l" defTabSz="565739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565739" algn="l" defTabSz="565739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848609" algn="l" defTabSz="565739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131479" algn="l" defTabSz="565739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348" algn="l" defTabSz="565739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697218" algn="l" defTabSz="565739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980087" algn="l" defTabSz="565739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2262957" algn="l" defTabSz="565739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e 43"/>
          <p:cNvGrpSpPr>
            <a:grpSpLocks noChangeAspect="1"/>
          </p:cNvGrpSpPr>
          <p:nvPr/>
        </p:nvGrpSpPr>
        <p:grpSpPr>
          <a:xfrm>
            <a:off x="-612576" y="-171400"/>
            <a:ext cx="4956729" cy="5400000"/>
            <a:chOff x="96663" y="0"/>
            <a:chExt cx="2895488" cy="3154436"/>
          </a:xfrm>
        </p:grpSpPr>
        <p:pic>
          <p:nvPicPr>
            <p:cNvPr id="45" name="Picture 8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896"/>
            <a:stretch/>
          </p:blipFill>
          <p:spPr bwMode="auto">
            <a:xfrm>
              <a:off x="96663" y="0"/>
              <a:ext cx="2895488" cy="3154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6" name="Picture 7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99" r="9330"/>
            <a:stretch/>
          </p:blipFill>
          <p:spPr bwMode="auto">
            <a:xfrm>
              <a:off x="1538360" y="152911"/>
              <a:ext cx="1134638" cy="13669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7" name="Rectangle 46"/>
          <p:cNvSpPr/>
          <p:nvPr/>
        </p:nvSpPr>
        <p:spPr>
          <a:xfrm>
            <a:off x="756000" y="90366"/>
            <a:ext cx="349920" cy="38164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8" name="Picture 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7172" y="-136801"/>
            <a:ext cx="3681717" cy="549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" name="ZoneTexte 48"/>
          <p:cNvSpPr txBox="1"/>
          <p:nvPr/>
        </p:nvSpPr>
        <p:spPr>
          <a:xfrm>
            <a:off x="108049" y="-65807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ZoneTexte 49"/>
          <p:cNvSpPr txBox="1"/>
          <p:nvPr/>
        </p:nvSpPr>
        <p:spPr>
          <a:xfrm>
            <a:off x="3996481" y="-65807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37997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</Words>
  <Application>Microsoft Office PowerPoint</Application>
  <PresentationFormat>Personnalisé</PresentationFormat>
  <Paragraphs>2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8</cp:revision>
  <dcterms:created xsi:type="dcterms:W3CDTF">2017-06-29T19:01:58Z</dcterms:created>
  <dcterms:modified xsi:type="dcterms:W3CDTF">2017-09-27T18:02:21Z</dcterms:modified>
</cp:coreProperties>
</file>