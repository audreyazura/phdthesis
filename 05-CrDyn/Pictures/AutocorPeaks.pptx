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4968875" cy="9001125"/>
  <p:notesSz cx="6858000" cy="9144000"/>
  <p:defaultTextStyle>
    <a:defPPr>
      <a:defRPr lang="fr-FR"/>
    </a:defPPr>
    <a:lvl1pPr marL="0" algn="l" defTabSz="108013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1pPr>
    <a:lvl2pPr marL="540064" algn="l" defTabSz="108013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2pPr>
    <a:lvl3pPr marL="1080130" algn="l" defTabSz="108013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3pPr>
    <a:lvl4pPr marL="1620194" algn="l" defTabSz="108013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4pPr>
    <a:lvl5pPr marL="2160259" algn="l" defTabSz="108013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5pPr>
    <a:lvl6pPr marL="2700324" algn="l" defTabSz="108013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6pPr>
    <a:lvl7pPr marL="3240388" algn="l" defTabSz="108013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7pPr>
    <a:lvl8pPr marL="3780453" algn="l" defTabSz="108013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8pPr>
    <a:lvl9pPr marL="4320517" algn="l" defTabSz="1080130" rtl="0" eaLnBrk="1" latinLnBrk="0" hangingPunct="1">
      <a:defRPr sz="22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6" d="100"/>
          <a:sy n="66" d="100"/>
        </p:scale>
        <p:origin x="-2724" y="-108"/>
      </p:cViewPr>
      <p:guideLst>
        <p:guide orient="horz" pos="2835"/>
        <p:guide pos="156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72666" y="2796189"/>
            <a:ext cx="4223543" cy="1929407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745332" y="5100642"/>
            <a:ext cx="3478213" cy="230028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400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801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201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60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003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403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780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20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22/06/2017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5515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22/06/2017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0809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92508" y="5784056"/>
            <a:ext cx="4223543" cy="1787724"/>
          </a:xfrm>
        </p:spPr>
        <p:txBody>
          <a:bodyPr anchor="t"/>
          <a:lstStyle>
            <a:lvl1pPr algn="l">
              <a:defRPr sz="48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92508" y="3815067"/>
            <a:ext cx="4223543" cy="1968995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40064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08013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3pPr>
            <a:lvl4pPr marL="162019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4pPr>
            <a:lvl5pPr marL="2160259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5pPr>
            <a:lvl6pPr marL="270032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6pPr>
            <a:lvl7pPr marL="3240388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7pPr>
            <a:lvl8pPr marL="3780453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8pPr>
            <a:lvl9pPr marL="4320517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22/06/2017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9973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48446" y="2100266"/>
            <a:ext cx="2194586" cy="5940326"/>
          </a:xfrm>
        </p:spPr>
        <p:txBody>
          <a:bodyPr/>
          <a:lstStyle>
            <a:lvl1pPr>
              <a:defRPr sz="3400"/>
            </a:lvl1pPr>
            <a:lvl2pPr>
              <a:defRPr sz="2800"/>
            </a:lvl2pPr>
            <a:lvl3pPr>
              <a:defRPr sz="23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525849" y="2100266"/>
            <a:ext cx="2194586" cy="5940326"/>
          </a:xfrm>
        </p:spPr>
        <p:txBody>
          <a:bodyPr/>
          <a:lstStyle>
            <a:lvl1pPr>
              <a:defRPr sz="3400"/>
            </a:lvl1pPr>
            <a:lvl2pPr>
              <a:defRPr sz="2800"/>
            </a:lvl2pPr>
            <a:lvl3pPr>
              <a:defRPr sz="23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22/06/2017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0067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48444" y="2014839"/>
            <a:ext cx="2195450" cy="839687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40064" indent="0">
              <a:buNone/>
              <a:defRPr sz="2300" b="1"/>
            </a:lvl2pPr>
            <a:lvl3pPr marL="1080130" indent="0">
              <a:buNone/>
              <a:defRPr sz="2200" b="1"/>
            </a:lvl3pPr>
            <a:lvl4pPr marL="1620194" indent="0">
              <a:buNone/>
              <a:defRPr sz="1900" b="1"/>
            </a:lvl4pPr>
            <a:lvl5pPr marL="2160259" indent="0">
              <a:buNone/>
              <a:defRPr sz="1900" b="1"/>
            </a:lvl5pPr>
            <a:lvl6pPr marL="2700324" indent="0">
              <a:buNone/>
              <a:defRPr sz="1900" b="1"/>
            </a:lvl6pPr>
            <a:lvl7pPr marL="3240388" indent="0">
              <a:buNone/>
              <a:defRPr sz="1900" b="1"/>
            </a:lvl7pPr>
            <a:lvl8pPr marL="3780453" indent="0">
              <a:buNone/>
              <a:defRPr sz="1900" b="1"/>
            </a:lvl8pPr>
            <a:lvl9pPr marL="4320517" indent="0">
              <a:buNone/>
              <a:defRPr sz="19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48444" y="2854529"/>
            <a:ext cx="2195450" cy="5186065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2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2524121" y="2014839"/>
            <a:ext cx="2196311" cy="839687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40064" indent="0">
              <a:buNone/>
              <a:defRPr sz="2300" b="1"/>
            </a:lvl2pPr>
            <a:lvl3pPr marL="1080130" indent="0">
              <a:buNone/>
              <a:defRPr sz="2200" b="1"/>
            </a:lvl3pPr>
            <a:lvl4pPr marL="1620194" indent="0">
              <a:buNone/>
              <a:defRPr sz="1900" b="1"/>
            </a:lvl4pPr>
            <a:lvl5pPr marL="2160259" indent="0">
              <a:buNone/>
              <a:defRPr sz="1900" b="1"/>
            </a:lvl5pPr>
            <a:lvl6pPr marL="2700324" indent="0">
              <a:buNone/>
              <a:defRPr sz="1900" b="1"/>
            </a:lvl6pPr>
            <a:lvl7pPr marL="3240388" indent="0">
              <a:buNone/>
              <a:defRPr sz="1900" b="1"/>
            </a:lvl7pPr>
            <a:lvl8pPr marL="3780453" indent="0">
              <a:buNone/>
              <a:defRPr sz="1900" b="1"/>
            </a:lvl8pPr>
            <a:lvl9pPr marL="4320517" indent="0">
              <a:buNone/>
              <a:defRPr sz="19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2524121" y="2854529"/>
            <a:ext cx="2196311" cy="5186065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2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22/06/2017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7407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22/06/2017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0006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22/06/2017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4119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8445" y="358381"/>
            <a:ext cx="1634725" cy="1525191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942694" y="358384"/>
            <a:ext cx="2777739" cy="7682210"/>
          </a:xfrm>
        </p:spPr>
        <p:txBody>
          <a:bodyPr/>
          <a:lstStyle>
            <a:lvl1pPr>
              <a:defRPr sz="3900"/>
            </a:lvl1pPr>
            <a:lvl2pPr>
              <a:defRPr sz="34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48445" y="1883572"/>
            <a:ext cx="1634725" cy="6157022"/>
          </a:xfrm>
        </p:spPr>
        <p:txBody>
          <a:bodyPr/>
          <a:lstStyle>
            <a:lvl1pPr marL="0" indent="0">
              <a:buNone/>
              <a:defRPr sz="1700"/>
            </a:lvl1pPr>
            <a:lvl2pPr marL="540064" indent="0">
              <a:buNone/>
              <a:defRPr sz="1500"/>
            </a:lvl2pPr>
            <a:lvl3pPr marL="1080130" indent="0">
              <a:buNone/>
              <a:defRPr sz="1200"/>
            </a:lvl3pPr>
            <a:lvl4pPr marL="1620194" indent="0">
              <a:buNone/>
              <a:defRPr sz="1200"/>
            </a:lvl4pPr>
            <a:lvl5pPr marL="2160259" indent="0">
              <a:buNone/>
              <a:defRPr sz="1200"/>
            </a:lvl5pPr>
            <a:lvl6pPr marL="2700324" indent="0">
              <a:buNone/>
              <a:defRPr sz="1200"/>
            </a:lvl6pPr>
            <a:lvl7pPr marL="3240388" indent="0">
              <a:buNone/>
              <a:defRPr sz="1200"/>
            </a:lvl7pPr>
            <a:lvl8pPr marL="3780453" indent="0">
              <a:buNone/>
              <a:defRPr sz="1200"/>
            </a:lvl8pPr>
            <a:lvl9pPr marL="4320517" indent="0">
              <a:buNone/>
              <a:defRPr sz="12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22/06/2017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3369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73938" y="6300791"/>
            <a:ext cx="2981325" cy="7438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973938" y="804273"/>
            <a:ext cx="2981325" cy="5400675"/>
          </a:xfrm>
        </p:spPr>
        <p:txBody>
          <a:bodyPr/>
          <a:lstStyle>
            <a:lvl1pPr marL="0" indent="0">
              <a:buNone/>
              <a:defRPr sz="3900"/>
            </a:lvl1pPr>
            <a:lvl2pPr marL="540064" indent="0">
              <a:buNone/>
              <a:defRPr sz="3400"/>
            </a:lvl2pPr>
            <a:lvl3pPr marL="1080130" indent="0">
              <a:buNone/>
              <a:defRPr sz="2800"/>
            </a:lvl3pPr>
            <a:lvl4pPr marL="1620194" indent="0">
              <a:buNone/>
              <a:defRPr sz="2300"/>
            </a:lvl4pPr>
            <a:lvl5pPr marL="2160259" indent="0">
              <a:buNone/>
              <a:defRPr sz="2300"/>
            </a:lvl5pPr>
            <a:lvl6pPr marL="2700324" indent="0">
              <a:buNone/>
              <a:defRPr sz="2300"/>
            </a:lvl6pPr>
            <a:lvl7pPr marL="3240388" indent="0">
              <a:buNone/>
              <a:defRPr sz="2300"/>
            </a:lvl7pPr>
            <a:lvl8pPr marL="3780453" indent="0">
              <a:buNone/>
              <a:defRPr sz="2300"/>
            </a:lvl8pPr>
            <a:lvl9pPr marL="4320517" indent="0">
              <a:buNone/>
              <a:defRPr sz="23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973938" y="7044632"/>
            <a:ext cx="2981325" cy="1056382"/>
          </a:xfrm>
        </p:spPr>
        <p:txBody>
          <a:bodyPr/>
          <a:lstStyle>
            <a:lvl1pPr marL="0" indent="0">
              <a:buNone/>
              <a:defRPr sz="1700"/>
            </a:lvl1pPr>
            <a:lvl2pPr marL="540064" indent="0">
              <a:buNone/>
              <a:defRPr sz="1500"/>
            </a:lvl2pPr>
            <a:lvl3pPr marL="1080130" indent="0">
              <a:buNone/>
              <a:defRPr sz="1200"/>
            </a:lvl3pPr>
            <a:lvl4pPr marL="1620194" indent="0">
              <a:buNone/>
              <a:defRPr sz="1200"/>
            </a:lvl4pPr>
            <a:lvl5pPr marL="2160259" indent="0">
              <a:buNone/>
              <a:defRPr sz="1200"/>
            </a:lvl5pPr>
            <a:lvl6pPr marL="2700324" indent="0">
              <a:buNone/>
              <a:defRPr sz="1200"/>
            </a:lvl6pPr>
            <a:lvl7pPr marL="3240388" indent="0">
              <a:buNone/>
              <a:defRPr sz="1200"/>
            </a:lvl7pPr>
            <a:lvl8pPr marL="3780453" indent="0">
              <a:buNone/>
              <a:defRPr sz="1200"/>
            </a:lvl8pPr>
            <a:lvl9pPr marL="4320517" indent="0">
              <a:buNone/>
              <a:defRPr sz="12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22/06/2017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1655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22/06/2017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61238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3602436" y="360467"/>
            <a:ext cx="1117997" cy="7680127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248444" y="360467"/>
            <a:ext cx="3271176" cy="7680127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F3B9D-D187-4196-BC59-C5BAE8C8D526}" type="datetimeFigureOut">
              <a:rPr lang="fr-FR" smtClean="0"/>
              <a:t>22/06/2017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204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248447" y="360462"/>
            <a:ext cx="4471987" cy="1500188"/>
          </a:xfrm>
          <a:prstGeom prst="rect">
            <a:avLst/>
          </a:prstGeom>
        </p:spPr>
        <p:txBody>
          <a:bodyPr vert="horz" lIns="108013" tIns="54006" rIns="108013" bIns="54006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48447" y="2100266"/>
            <a:ext cx="4471987" cy="5940326"/>
          </a:xfrm>
          <a:prstGeom prst="rect">
            <a:avLst/>
          </a:prstGeom>
        </p:spPr>
        <p:txBody>
          <a:bodyPr vert="horz" lIns="108013" tIns="54006" rIns="108013" bIns="54006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48446" y="8342713"/>
            <a:ext cx="1159404" cy="479227"/>
          </a:xfrm>
          <a:prstGeom prst="rect">
            <a:avLst/>
          </a:prstGeom>
        </p:spPr>
        <p:txBody>
          <a:bodyPr vert="horz" lIns="108013" tIns="54006" rIns="108013" bIns="54006" rtlCol="0" anchor="ctr"/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1F3B9D-D187-4196-BC59-C5BAE8C8D526}" type="datetimeFigureOut">
              <a:rPr lang="fr-FR" smtClean="0"/>
              <a:t>22/06/2017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697699" y="8342713"/>
            <a:ext cx="1573478" cy="479227"/>
          </a:xfrm>
          <a:prstGeom prst="rect">
            <a:avLst/>
          </a:prstGeom>
        </p:spPr>
        <p:txBody>
          <a:bodyPr vert="horz" lIns="108013" tIns="54006" rIns="108013" bIns="54006" rtlCol="0" anchor="ctr"/>
          <a:lstStyle>
            <a:lvl1pPr algn="ct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3561028" y="8342713"/>
            <a:ext cx="1159404" cy="479227"/>
          </a:xfrm>
          <a:prstGeom prst="rect">
            <a:avLst/>
          </a:prstGeom>
        </p:spPr>
        <p:txBody>
          <a:bodyPr vert="horz" lIns="108013" tIns="54006" rIns="108013" bIns="54006" rtlCol="0" anchor="ctr"/>
          <a:lstStyle>
            <a:lvl1pPr algn="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E7E359-14CA-4B81-866D-1349CD94F96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0728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80130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05049" indent="-405049" algn="l" defTabSz="1080130" rtl="0" eaLnBrk="1" latinLnBrk="0" hangingPunct="1">
        <a:spcBef>
          <a:spcPct val="20000"/>
        </a:spcBef>
        <a:buFont typeface="Arial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1pPr>
      <a:lvl2pPr marL="877605" indent="-337541" algn="l" defTabSz="1080130" rtl="0" eaLnBrk="1" latinLnBrk="0" hangingPunct="1">
        <a:spcBef>
          <a:spcPct val="20000"/>
        </a:spcBef>
        <a:buFont typeface="Arial" pitchFamily="34" charset="0"/>
        <a:buChar char="–"/>
        <a:defRPr sz="3400" kern="1200">
          <a:solidFill>
            <a:schemeClr val="tx1"/>
          </a:solidFill>
          <a:latin typeface="+mn-lt"/>
          <a:ea typeface="+mn-ea"/>
          <a:cs typeface="+mn-cs"/>
        </a:defRPr>
      </a:lvl2pPr>
      <a:lvl3pPr marL="1350163" indent="-270033" algn="l" defTabSz="108013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90226" indent="-270033" algn="l" defTabSz="1080130" rtl="0" eaLnBrk="1" latinLnBrk="0" hangingPunct="1">
        <a:spcBef>
          <a:spcPct val="20000"/>
        </a:spcBef>
        <a:buFont typeface="Arial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430290" indent="-270033" algn="l" defTabSz="1080130" rtl="0" eaLnBrk="1" latinLnBrk="0" hangingPunct="1">
        <a:spcBef>
          <a:spcPct val="20000"/>
        </a:spcBef>
        <a:buFont typeface="Arial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970356" indent="-270033" algn="l" defTabSz="1080130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510420" indent="-270033" algn="l" defTabSz="1080130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50484" indent="-270033" algn="l" defTabSz="1080130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90550" indent="-270033" algn="l" defTabSz="1080130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0801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64" algn="l" defTabSz="10801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130" algn="l" defTabSz="10801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620194" algn="l" defTabSz="10801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160259" algn="l" defTabSz="10801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00324" algn="l" defTabSz="10801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40388" algn="l" defTabSz="10801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80453" algn="l" defTabSz="10801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320517" algn="l" defTabSz="1080130" rtl="0" eaLnBrk="1" latinLnBrk="0" hangingPunct="1"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9888" y="-86297"/>
            <a:ext cx="5230812" cy="9231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67055442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0</Words>
  <Application>Microsoft Office PowerPoint</Application>
  <PresentationFormat>Personnalisé</PresentationFormat>
  <Paragraphs>0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Alban Lafuente</cp:lastModifiedBy>
  <cp:revision>5</cp:revision>
  <dcterms:created xsi:type="dcterms:W3CDTF">2017-04-07T09:00:43Z</dcterms:created>
  <dcterms:modified xsi:type="dcterms:W3CDTF">2017-06-22T16:10:48Z</dcterms:modified>
</cp:coreProperties>
</file>