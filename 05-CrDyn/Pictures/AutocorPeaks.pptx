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4752975" cy="8640763"/>
  <p:notesSz cx="6858000" cy="9144000"/>
  <p:defaultTextStyle>
    <a:defPPr>
      <a:defRPr lang="fr-FR"/>
    </a:defPPr>
    <a:lvl1pPr marL="0" algn="l" defTabSz="106809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4048" algn="l" defTabSz="106809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68098" algn="l" defTabSz="106809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2148" algn="l" defTabSz="106809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36198" algn="l" defTabSz="106809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70246" algn="l" defTabSz="106809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04295" algn="l" defTabSz="106809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38345" algn="l" defTabSz="106809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72393" algn="l" defTabSz="1068098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2736" y="-114"/>
      </p:cViewPr>
      <p:guideLst>
        <p:guide orient="horz" pos="2723"/>
        <p:guide pos="14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56475" y="2684244"/>
            <a:ext cx="4040028" cy="185216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2951" y="4896439"/>
            <a:ext cx="3327081" cy="22081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340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0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21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6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0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4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383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23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19/10/2017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5515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19/10/2017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0809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5457" y="5552496"/>
            <a:ext cx="4040028" cy="1716152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5457" y="3662337"/>
            <a:ext cx="4040028" cy="1890165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3404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6809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602148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136198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67024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20429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73834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272393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19/10/2017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99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37652" y="2016182"/>
            <a:ext cx="2099231" cy="5702504"/>
          </a:xfrm>
        </p:spPr>
        <p:txBody>
          <a:bodyPr/>
          <a:lstStyle>
            <a:lvl1pPr>
              <a:defRPr sz="34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416102" y="2016182"/>
            <a:ext cx="2099231" cy="5702504"/>
          </a:xfrm>
        </p:spPr>
        <p:txBody>
          <a:bodyPr/>
          <a:lstStyle>
            <a:lvl1pPr>
              <a:defRPr sz="34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19/10/2017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0067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37653" y="1934182"/>
            <a:ext cx="2100055" cy="806070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34048" indent="0">
              <a:buNone/>
              <a:defRPr sz="2300" b="1"/>
            </a:lvl2pPr>
            <a:lvl3pPr marL="1068098" indent="0">
              <a:buNone/>
              <a:defRPr sz="2100" b="1"/>
            </a:lvl3pPr>
            <a:lvl4pPr marL="1602148" indent="0">
              <a:buNone/>
              <a:defRPr sz="1900" b="1"/>
            </a:lvl4pPr>
            <a:lvl5pPr marL="2136198" indent="0">
              <a:buNone/>
              <a:defRPr sz="1900" b="1"/>
            </a:lvl5pPr>
            <a:lvl6pPr marL="2670246" indent="0">
              <a:buNone/>
              <a:defRPr sz="1900" b="1"/>
            </a:lvl6pPr>
            <a:lvl7pPr marL="3204295" indent="0">
              <a:buNone/>
              <a:defRPr sz="1900" b="1"/>
            </a:lvl7pPr>
            <a:lvl8pPr marL="3738345" indent="0">
              <a:buNone/>
              <a:defRPr sz="1900" b="1"/>
            </a:lvl8pPr>
            <a:lvl9pPr marL="4272393" indent="0">
              <a:buNone/>
              <a:defRPr sz="19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37653" y="2740253"/>
            <a:ext cx="2100055" cy="4978440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2414448" y="1934182"/>
            <a:ext cx="2100880" cy="806070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34048" indent="0">
              <a:buNone/>
              <a:defRPr sz="2300" b="1"/>
            </a:lvl2pPr>
            <a:lvl3pPr marL="1068098" indent="0">
              <a:buNone/>
              <a:defRPr sz="2100" b="1"/>
            </a:lvl3pPr>
            <a:lvl4pPr marL="1602148" indent="0">
              <a:buNone/>
              <a:defRPr sz="1900" b="1"/>
            </a:lvl4pPr>
            <a:lvl5pPr marL="2136198" indent="0">
              <a:buNone/>
              <a:defRPr sz="1900" b="1"/>
            </a:lvl5pPr>
            <a:lvl6pPr marL="2670246" indent="0">
              <a:buNone/>
              <a:defRPr sz="1900" b="1"/>
            </a:lvl6pPr>
            <a:lvl7pPr marL="3204295" indent="0">
              <a:buNone/>
              <a:defRPr sz="1900" b="1"/>
            </a:lvl7pPr>
            <a:lvl8pPr marL="3738345" indent="0">
              <a:buNone/>
              <a:defRPr sz="1900" b="1"/>
            </a:lvl8pPr>
            <a:lvl9pPr marL="4272393" indent="0">
              <a:buNone/>
              <a:defRPr sz="19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414448" y="2740253"/>
            <a:ext cx="2100880" cy="4978440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19/10/2017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7407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19/10/2017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0006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19/10/2017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4119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7654" y="344040"/>
            <a:ext cx="1563696" cy="146413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58287" y="344038"/>
            <a:ext cx="2657045" cy="7374651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7654" y="1808163"/>
            <a:ext cx="1563696" cy="5910524"/>
          </a:xfrm>
        </p:spPr>
        <p:txBody>
          <a:bodyPr/>
          <a:lstStyle>
            <a:lvl1pPr marL="0" indent="0">
              <a:buNone/>
              <a:defRPr sz="1700"/>
            </a:lvl1pPr>
            <a:lvl2pPr marL="534048" indent="0">
              <a:buNone/>
              <a:defRPr sz="1500"/>
            </a:lvl2pPr>
            <a:lvl3pPr marL="1068098" indent="0">
              <a:buNone/>
              <a:defRPr sz="1100"/>
            </a:lvl3pPr>
            <a:lvl4pPr marL="1602148" indent="0">
              <a:buNone/>
              <a:defRPr sz="1100"/>
            </a:lvl4pPr>
            <a:lvl5pPr marL="2136198" indent="0">
              <a:buNone/>
              <a:defRPr sz="1100"/>
            </a:lvl5pPr>
            <a:lvl6pPr marL="2670246" indent="0">
              <a:buNone/>
              <a:defRPr sz="1100"/>
            </a:lvl6pPr>
            <a:lvl7pPr marL="3204295" indent="0">
              <a:buNone/>
              <a:defRPr sz="1100"/>
            </a:lvl7pPr>
            <a:lvl8pPr marL="3738345" indent="0">
              <a:buNone/>
              <a:defRPr sz="1100"/>
            </a:lvl8pPr>
            <a:lvl9pPr marL="4272393" indent="0">
              <a:buNone/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19/10/2017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3369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31623" y="6048544"/>
            <a:ext cx="2851785" cy="71406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931623" y="772074"/>
            <a:ext cx="2851785" cy="5184458"/>
          </a:xfrm>
        </p:spPr>
        <p:txBody>
          <a:bodyPr/>
          <a:lstStyle>
            <a:lvl1pPr marL="0" indent="0">
              <a:buNone/>
              <a:defRPr sz="3900"/>
            </a:lvl1pPr>
            <a:lvl2pPr marL="534048" indent="0">
              <a:buNone/>
              <a:defRPr sz="3400"/>
            </a:lvl2pPr>
            <a:lvl3pPr marL="1068098" indent="0">
              <a:buNone/>
              <a:defRPr sz="2700"/>
            </a:lvl3pPr>
            <a:lvl4pPr marL="1602148" indent="0">
              <a:buNone/>
              <a:defRPr sz="2300"/>
            </a:lvl4pPr>
            <a:lvl5pPr marL="2136198" indent="0">
              <a:buNone/>
              <a:defRPr sz="2300"/>
            </a:lvl5pPr>
            <a:lvl6pPr marL="2670246" indent="0">
              <a:buNone/>
              <a:defRPr sz="2300"/>
            </a:lvl6pPr>
            <a:lvl7pPr marL="3204295" indent="0">
              <a:buNone/>
              <a:defRPr sz="2300"/>
            </a:lvl7pPr>
            <a:lvl8pPr marL="3738345" indent="0">
              <a:buNone/>
              <a:defRPr sz="2300"/>
            </a:lvl8pPr>
            <a:lvl9pPr marL="4272393" indent="0">
              <a:buNone/>
              <a:defRPr sz="23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31623" y="6762605"/>
            <a:ext cx="2851785" cy="1014091"/>
          </a:xfrm>
        </p:spPr>
        <p:txBody>
          <a:bodyPr/>
          <a:lstStyle>
            <a:lvl1pPr marL="0" indent="0">
              <a:buNone/>
              <a:defRPr sz="1700"/>
            </a:lvl1pPr>
            <a:lvl2pPr marL="534048" indent="0">
              <a:buNone/>
              <a:defRPr sz="1500"/>
            </a:lvl2pPr>
            <a:lvl3pPr marL="1068098" indent="0">
              <a:buNone/>
              <a:defRPr sz="1100"/>
            </a:lvl3pPr>
            <a:lvl4pPr marL="1602148" indent="0">
              <a:buNone/>
              <a:defRPr sz="1100"/>
            </a:lvl4pPr>
            <a:lvl5pPr marL="2136198" indent="0">
              <a:buNone/>
              <a:defRPr sz="1100"/>
            </a:lvl5pPr>
            <a:lvl6pPr marL="2670246" indent="0">
              <a:buNone/>
              <a:defRPr sz="1100"/>
            </a:lvl6pPr>
            <a:lvl7pPr marL="3204295" indent="0">
              <a:buNone/>
              <a:defRPr sz="1100"/>
            </a:lvl7pPr>
            <a:lvl8pPr marL="3738345" indent="0">
              <a:buNone/>
              <a:defRPr sz="1100"/>
            </a:lvl8pPr>
            <a:lvl9pPr marL="4272393" indent="0">
              <a:buNone/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19/10/2017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165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19/10/2017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6123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445913" y="346044"/>
            <a:ext cx="1069419" cy="7372651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37654" y="346044"/>
            <a:ext cx="3129042" cy="7372651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19/10/2017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20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37656" y="346039"/>
            <a:ext cx="4277677" cy="1440129"/>
          </a:xfrm>
          <a:prstGeom prst="rect">
            <a:avLst/>
          </a:prstGeom>
        </p:spPr>
        <p:txBody>
          <a:bodyPr vert="horz" lIns="106809" tIns="53404" rIns="106809" bIns="53404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37656" y="2016182"/>
            <a:ext cx="4277677" cy="5702504"/>
          </a:xfrm>
          <a:prstGeom prst="rect">
            <a:avLst/>
          </a:prstGeom>
        </p:spPr>
        <p:txBody>
          <a:bodyPr vert="horz" lIns="106809" tIns="53404" rIns="106809" bIns="53404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37653" y="8008719"/>
            <a:ext cx="1109027" cy="460041"/>
          </a:xfrm>
          <a:prstGeom prst="rect">
            <a:avLst/>
          </a:prstGeom>
        </p:spPr>
        <p:txBody>
          <a:bodyPr vert="horz" lIns="106809" tIns="53404" rIns="106809" bIns="53404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F3B9D-D187-4196-BC59-C5BAE8C8D526}" type="datetimeFigureOut">
              <a:rPr lang="fr-FR" smtClean="0"/>
              <a:t>19/10/2017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623938" y="8008719"/>
            <a:ext cx="1505109" cy="460041"/>
          </a:xfrm>
          <a:prstGeom prst="rect">
            <a:avLst/>
          </a:prstGeom>
        </p:spPr>
        <p:txBody>
          <a:bodyPr vert="horz" lIns="106809" tIns="53404" rIns="106809" bIns="53404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3406302" y="8008719"/>
            <a:ext cx="1109027" cy="460041"/>
          </a:xfrm>
          <a:prstGeom prst="rect">
            <a:avLst/>
          </a:prstGeom>
        </p:spPr>
        <p:txBody>
          <a:bodyPr vert="horz" lIns="106809" tIns="53404" rIns="106809" bIns="53404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0728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68098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0537" indent="-400537" algn="l" defTabSz="106809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867830" indent="-333782" algn="l" defTabSz="1068098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35124" indent="-267026" algn="l" defTabSz="1068098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69172" indent="-267026" algn="l" defTabSz="1068098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403221" indent="-267026" algn="l" defTabSz="1068098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37271" indent="-267026" algn="l" defTabSz="1068098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1319" indent="-267026" algn="l" defTabSz="1068098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5368" indent="-267026" algn="l" defTabSz="1068098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39419" indent="-267026" algn="l" defTabSz="1068098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6809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048" algn="l" defTabSz="106809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098" algn="l" defTabSz="106809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148" algn="l" defTabSz="106809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6198" algn="l" defTabSz="106809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0246" algn="l" defTabSz="106809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4295" algn="l" defTabSz="106809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38345" algn="l" defTabSz="106809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2393" algn="l" defTabSz="106809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1801" y="-233660"/>
            <a:ext cx="5278438" cy="902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055442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Alban Lafuente</cp:lastModifiedBy>
  <cp:revision>8</cp:revision>
  <dcterms:created xsi:type="dcterms:W3CDTF">2017-04-07T09:00:43Z</dcterms:created>
  <dcterms:modified xsi:type="dcterms:W3CDTF">2017-10-19T14:04:27Z</dcterms:modified>
</cp:coreProperties>
</file>