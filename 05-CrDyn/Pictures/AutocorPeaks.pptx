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852863" cy="7021513"/>
  <p:notesSz cx="6858000" cy="9144000"/>
  <p:defaultTextStyle>
    <a:defPPr>
      <a:defRPr lang="fr-FR"/>
    </a:defPPr>
    <a:lvl1pPr marL="0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4510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49021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3532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698043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2553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47063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1574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396083" algn="l" defTabSz="849021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-2796" y="-78"/>
      </p:cViewPr>
      <p:guideLst>
        <p:guide orient="horz" pos="2212"/>
        <p:guide pos="12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88965" y="2181225"/>
            <a:ext cx="3274933" cy="150507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77931" y="3978861"/>
            <a:ext cx="2697003" cy="179438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24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90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73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980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225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4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715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96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5515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0809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4351" y="4511976"/>
            <a:ext cx="3274933" cy="1394551"/>
          </a:xfrm>
        </p:spPr>
        <p:txBody>
          <a:bodyPr anchor="t"/>
          <a:lstStyle>
            <a:lvl1pPr algn="l">
              <a:defRPr sz="3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4351" y="2976024"/>
            <a:ext cx="3274933" cy="1535955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2451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4902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27353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9804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2255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470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97157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39608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99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92646" y="1638356"/>
            <a:ext cx="1701681" cy="4633874"/>
          </a:xfrm>
        </p:spPr>
        <p:txBody>
          <a:bodyPr/>
          <a:lstStyle>
            <a:lvl1pPr>
              <a:defRPr sz="2700"/>
            </a:lvl1pPr>
            <a:lvl2pPr>
              <a:defRPr sz="2200"/>
            </a:lvl2pPr>
            <a:lvl3pPr>
              <a:defRPr sz="18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58542" y="1638356"/>
            <a:ext cx="1701681" cy="4633874"/>
          </a:xfrm>
        </p:spPr>
        <p:txBody>
          <a:bodyPr/>
          <a:lstStyle>
            <a:lvl1pPr>
              <a:defRPr sz="2700"/>
            </a:lvl1pPr>
            <a:lvl2pPr>
              <a:defRPr sz="2200"/>
            </a:lvl2pPr>
            <a:lvl3pPr>
              <a:defRPr sz="18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0067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2646" y="1571721"/>
            <a:ext cx="1702350" cy="655015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24510" indent="0">
              <a:buNone/>
              <a:defRPr sz="1800" b="1"/>
            </a:lvl2pPr>
            <a:lvl3pPr marL="849021" indent="0">
              <a:buNone/>
              <a:defRPr sz="1700" b="1"/>
            </a:lvl3pPr>
            <a:lvl4pPr marL="1273532" indent="0">
              <a:buNone/>
              <a:defRPr sz="1500" b="1"/>
            </a:lvl4pPr>
            <a:lvl5pPr marL="1698043" indent="0">
              <a:buNone/>
              <a:defRPr sz="1500" b="1"/>
            </a:lvl5pPr>
            <a:lvl6pPr marL="2122553" indent="0">
              <a:buNone/>
              <a:defRPr sz="1500" b="1"/>
            </a:lvl6pPr>
            <a:lvl7pPr marL="2547063" indent="0">
              <a:buNone/>
              <a:defRPr sz="1500" b="1"/>
            </a:lvl7pPr>
            <a:lvl8pPr marL="2971574" indent="0">
              <a:buNone/>
              <a:defRPr sz="1500" b="1"/>
            </a:lvl8pPr>
            <a:lvl9pPr marL="3396083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2646" y="2226738"/>
            <a:ext cx="1702350" cy="404549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57203" y="1571721"/>
            <a:ext cx="1703018" cy="655015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24510" indent="0">
              <a:buNone/>
              <a:defRPr sz="1800" b="1"/>
            </a:lvl2pPr>
            <a:lvl3pPr marL="849021" indent="0">
              <a:buNone/>
              <a:defRPr sz="1700" b="1"/>
            </a:lvl3pPr>
            <a:lvl4pPr marL="1273532" indent="0">
              <a:buNone/>
              <a:defRPr sz="1500" b="1"/>
            </a:lvl4pPr>
            <a:lvl5pPr marL="1698043" indent="0">
              <a:buNone/>
              <a:defRPr sz="1500" b="1"/>
            </a:lvl5pPr>
            <a:lvl6pPr marL="2122553" indent="0">
              <a:buNone/>
              <a:defRPr sz="1500" b="1"/>
            </a:lvl6pPr>
            <a:lvl7pPr marL="2547063" indent="0">
              <a:buNone/>
              <a:defRPr sz="1500" b="1"/>
            </a:lvl7pPr>
            <a:lvl8pPr marL="2971574" indent="0">
              <a:buNone/>
              <a:defRPr sz="1500" b="1"/>
            </a:lvl8pPr>
            <a:lvl9pPr marL="3396083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57203" y="2226738"/>
            <a:ext cx="1703018" cy="404549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7407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0006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1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2646" y="279567"/>
            <a:ext cx="1267565" cy="1189757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06366" y="279565"/>
            <a:ext cx="2153857" cy="5992666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2646" y="1469319"/>
            <a:ext cx="1267565" cy="4802912"/>
          </a:xfrm>
        </p:spPr>
        <p:txBody>
          <a:bodyPr/>
          <a:lstStyle>
            <a:lvl1pPr marL="0" indent="0">
              <a:buNone/>
              <a:defRPr sz="1300"/>
            </a:lvl1pPr>
            <a:lvl2pPr marL="424510" indent="0">
              <a:buNone/>
              <a:defRPr sz="1200"/>
            </a:lvl2pPr>
            <a:lvl3pPr marL="849021" indent="0">
              <a:buNone/>
              <a:defRPr sz="900"/>
            </a:lvl3pPr>
            <a:lvl4pPr marL="1273532" indent="0">
              <a:buNone/>
              <a:defRPr sz="900"/>
            </a:lvl4pPr>
            <a:lvl5pPr marL="1698043" indent="0">
              <a:buNone/>
              <a:defRPr sz="900"/>
            </a:lvl5pPr>
            <a:lvl6pPr marL="2122553" indent="0">
              <a:buNone/>
              <a:defRPr sz="900"/>
            </a:lvl6pPr>
            <a:lvl7pPr marL="2547063" indent="0">
              <a:buNone/>
              <a:defRPr sz="900"/>
            </a:lvl7pPr>
            <a:lvl8pPr marL="2971574" indent="0">
              <a:buNone/>
              <a:defRPr sz="900"/>
            </a:lvl8pPr>
            <a:lvl9pPr marL="3396083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3369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192" y="4915066"/>
            <a:ext cx="2311718" cy="580251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55192" y="627390"/>
            <a:ext cx="2311718" cy="4212908"/>
          </a:xfrm>
        </p:spPr>
        <p:txBody>
          <a:bodyPr/>
          <a:lstStyle>
            <a:lvl1pPr marL="0" indent="0">
              <a:buNone/>
              <a:defRPr sz="3100"/>
            </a:lvl1pPr>
            <a:lvl2pPr marL="424510" indent="0">
              <a:buNone/>
              <a:defRPr sz="2700"/>
            </a:lvl2pPr>
            <a:lvl3pPr marL="849021" indent="0">
              <a:buNone/>
              <a:defRPr sz="2200"/>
            </a:lvl3pPr>
            <a:lvl4pPr marL="1273532" indent="0">
              <a:buNone/>
              <a:defRPr sz="1800"/>
            </a:lvl4pPr>
            <a:lvl5pPr marL="1698043" indent="0">
              <a:buNone/>
              <a:defRPr sz="1800"/>
            </a:lvl5pPr>
            <a:lvl6pPr marL="2122553" indent="0">
              <a:buNone/>
              <a:defRPr sz="1800"/>
            </a:lvl6pPr>
            <a:lvl7pPr marL="2547063" indent="0">
              <a:buNone/>
              <a:defRPr sz="1800"/>
            </a:lvl7pPr>
            <a:lvl8pPr marL="2971574" indent="0">
              <a:buNone/>
              <a:defRPr sz="1800"/>
            </a:lvl8pPr>
            <a:lvl9pPr marL="3396083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55192" y="5495314"/>
            <a:ext cx="2311718" cy="824053"/>
          </a:xfrm>
        </p:spPr>
        <p:txBody>
          <a:bodyPr/>
          <a:lstStyle>
            <a:lvl1pPr marL="0" indent="0">
              <a:buNone/>
              <a:defRPr sz="1300"/>
            </a:lvl1pPr>
            <a:lvl2pPr marL="424510" indent="0">
              <a:buNone/>
              <a:defRPr sz="1200"/>
            </a:lvl2pPr>
            <a:lvl3pPr marL="849021" indent="0">
              <a:buNone/>
              <a:defRPr sz="900"/>
            </a:lvl3pPr>
            <a:lvl4pPr marL="1273532" indent="0">
              <a:buNone/>
              <a:defRPr sz="900"/>
            </a:lvl4pPr>
            <a:lvl5pPr marL="1698043" indent="0">
              <a:buNone/>
              <a:defRPr sz="900"/>
            </a:lvl5pPr>
            <a:lvl6pPr marL="2122553" indent="0">
              <a:buNone/>
              <a:defRPr sz="900"/>
            </a:lvl6pPr>
            <a:lvl7pPr marL="2547063" indent="0">
              <a:buNone/>
              <a:defRPr sz="900"/>
            </a:lvl7pPr>
            <a:lvl8pPr marL="2971574" indent="0">
              <a:buNone/>
              <a:defRPr sz="900"/>
            </a:lvl8pPr>
            <a:lvl9pPr marL="3396083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165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6123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793330" y="281194"/>
            <a:ext cx="866894" cy="599104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92647" y="281194"/>
            <a:ext cx="2536468" cy="599104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20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2648" y="281190"/>
            <a:ext cx="3467576" cy="1170253"/>
          </a:xfrm>
          <a:prstGeom prst="rect">
            <a:avLst/>
          </a:prstGeom>
        </p:spPr>
        <p:txBody>
          <a:bodyPr vert="horz" lIns="84902" tIns="42450" rIns="84902" bIns="4245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2648" y="1638356"/>
            <a:ext cx="3467576" cy="4633874"/>
          </a:xfrm>
          <a:prstGeom prst="rect">
            <a:avLst/>
          </a:prstGeom>
        </p:spPr>
        <p:txBody>
          <a:bodyPr vert="horz" lIns="84902" tIns="42450" rIns="84902" bIns="4245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2645" y="6507909"/>
            <a:ext cx="899001" cy="373831"/>
          </a:xfrm>
          <a:prstGeom prst="rect">
            <a:avLst/>
          </a:prstGeom>
        </p:spPr>
        <p:txBody>
          <a:bodyPr vert="horz" lIns="84902" tIns="42450" rIns="84902" bIns="4245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1F3B9D-D187-4196-BC59-C5BAE8C8D526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16396" y="6507909"/>
            <a:ext cx="1220074" cy="373831"/>
          </a:xfrm>
          <a:prstGeom prst="rect">
            <a:avLst/>
          </a:prstGeom>
        </p:spPr>
        <p:txBody>
          <a:bodyPr vert="horz" lIns="84902" tIns="42450" rIns="84902" bIns="4245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761220" y="6507909"/>
            <a:ext cx="899001" cy="373831"/>
          </a:xfrm>
          <a:prstGeom prst="rect">
            <a:avLst/>
          </a:prstGeom>
        </p:spPr>
        <p:txBody>
          <a:bodyPr vert="horz" lIns="84902" tIns="42450" rIns="84902" bIns="4245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0728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49021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8383" indent="-318383" algn="l" defTabSz="849021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689829" indent="-265320" algn="l" defTabSz="849021" rtl="0" eaLnBrk="1" latinLnBrk="0" hangingPunct="1">
        <a:spcBef>
          <a:spcPct val="20000"/>
        </a:spcBef>
        <a:buFont typeface="Arial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061277" indent="-212256" algn="l" defTabSz="849021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85787" indent="-212256" algn="l" defTabSz="849021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910297" indent="-212256" algn="l" defTabSz="849021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4808" indent="-212256" algn="l" defTabSz="849021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59318" indent="-212256" algn="l" defTabSz="849021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83828" indent="-212256" algn="l" defTabSz="849021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08340" indent="-212256" algn="l" defTabSz="849021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24510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49021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73532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698043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22553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47063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71574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96083" algn="l" defTabSz="849021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851" y="-107950"/>
            <a:ext cx="4230688" cy="7231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05544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6</cp:revision>
  <dcterms:created xsi:type="dcterms:W3CDTF">2017-04-07T09:00:43Z</dcterms:created>
  <dcterms:modified xsi:type="dcterms:W3CDTF">2017-06-29T17:45:05Z</dcterms:modified>
</cp:coreProperties>
</file>