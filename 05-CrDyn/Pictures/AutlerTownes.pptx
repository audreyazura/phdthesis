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4679950"/>
  <p:notesSz cx="6858000" cy="9144000"/>
  <p:defaultTextStyle>
    <a:defPPr>
      <a:defRPr lang="fr-FR"/>
    </a:defPPr>
    <a:lvl1pPr marL="0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18851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37703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956554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275405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594256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1913108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231959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550810" algn="l" defTabSz="63770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104" y="-126"/>
      </p:cViewPr>
      <p:guideLst>
        <p:guide orient="horz" pos="1474"/>
        <p:guide pos="2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86013" y="1453818"/>
            <a:ext cx="5508149" cy="100315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2027" y="2651972"/>
            <a:ext cx="4536123" cy="1195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18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37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56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75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942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13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31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55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75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80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890" y="3007302"/>
            <a:ext cx="5508149" cy="929490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1890" y="1983563"/>
            <a:ext cx="5508149" cy="1023739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31885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3770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56554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27540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59425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91310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23195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55081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68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65381" y="1031323"/>
            <a:ext cx="1438913" cy="291846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712297" y="1031323"/>
            <a:ext cx="1438915" cy="291846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51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010" y="187416"/>
            <a:ext cx="5832158" cy="779992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09" y="1047573"/>
            <a:ext cx="2863203" cy="436578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18851" indent="0">
              <a:buNone/>
              <a:defRPr sz="1400" b="1"/>
            </a:lvl2pPr>
            <a:lvl3pPr marL="637703" indent="0">
              <a:buNone/>
              <a:defRPr sz="1300" b="1"/>
            </a:lvl3pPr>
            <a:lvl4pPr marL="956554" indent="0">
              <a:buNone/>
              <a:defRPr sz="1100" b="1"/>
            </a:lvl4pPr>
            <a:lvl5pPr marL="1275405" indent="0">
              <a:buNone/>
              <a:defRPr sz="1100" b="1"/>
            </a:lvl5pPr>
            <a:lvl6pPr marL="1594256" indent="0">
              <a:buNone/>
              <a:defRPr sz="1100" b="1"/>
            </a:lvl6pPr>
            <a:lvl7pPr marL="1913108" indent="0">
              <a:buNone/>
              <a:defRPr sz="1100" b="1"/>
            </a:lvl7pPr>
            <a:lvl8pPr marL="2231959" indent="0">
              <a:buNone/>
              <a:defRPr sz="1100" b="1"/>
            </a:lvl8pPr>
            <a:lvl9pPr marL="2550810" indent="0">
              <a:buNone/>
              <a:defRPr sz="11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4009" y="1484152"/>
            <a:ext cx="2863203" cy="269638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91840" y="1047573"/>
            <a:ext cx="2864327" cy="436578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18851" indent="0">
              <a:buNone/>
              <a:defRPr sz="1400" b="1"/>
            </a:lvl2pPr>
            <a:lvl3pPr marL="637703" indent="0">
              <a:buNone/>
              <a:defRPr sz="1300" b="1"/>
            </a:lvl3pPr>
            <a:lvl4pPr marL="956554" indent="0">
              <a:buNone/>
              <a:defRPr sz="1100" b="1"/>
            </a:lvl4pPr>
            <a:lvl5pPr marL="1275405" indent="0">
              <a:buNone/>
              <a:defRPr sz="1100" b="1"/>
            </a:lvl5pPr>
            <a:lvl6pPr marL="1594256" indent="0">
              <a:buNone/>
              <a:defRPr sz="1100" b="1"/>
            </a:lvl6pPr>
            <a:lvl7pPr marL="1913108" indent="0">
              <a:buNone/>
              <a:defRPr sz="1100" b="1"/>
            </a:lvl7pPr>
            <a:lvl8pPr marL="2231959" indent="0">
              <a:buNone/>
              <a:defRPr sz="1100" b="1"/>
            </a:lvl8pPr>
            <a:lvl9pPr marL="2550810" indent="0">
              <a:buNone/>
              <a:defRPr sz="11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91840" y="1484152"/>
            <a:ext cx="2864327" cy="269638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55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48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32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010" y="186331"/>
            <a:ext cx="2131933" cy="792992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33568" y="186331"/>
            <a:ext cx="3622598" cy="399420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4010" y="979323"/>
            <a:ext cx="2131933" cy="3201216"/>
          </a:xfrm>
        </p:spPr>
        <p:txBody>
          <a:bodyPr/>
          <a:lstStyle>
            <a:lvl1pPr marL="0" indent="0">
              <a:buNone/>
              <a:defRPr sz="1000"/>
            </a:lvl1pPr>
            <a:lvl2pPr marL="318851" indent="0">
              <a:buNone/>
              <a:defRPr sz="800"/>
            </a:lvl2pPr>
            <a:lvl3pPr marL="637703" indent="0">
              <a:buNone/>
              <a:defRPr sz="700"/>
            </a:lvl3pPr>
            <a:lvl4pPr marL="956554" indent="0">
              <a:buNone/>
              <a:defRPr sz="600"/>
            </a:lvl4pPr>
            <a:lvl5pPr marL="1275405" indent="0">
              <a:buNone/>
              <a:defRPr sz="600"/>
            </a:lvl5pPr>
            <a:lvl6pPr marL="1594256" indent="0">
              <a:buNone/>
              <a:defRPr sz="600"/>
            </a:lvl6pPr>
            <a:lvl7pPr marL="1913108" indent="0">
              <a:buNone/>
              <a:defRPr sz="600"/>
            </a:lvl7pPr>
            <a:lvl8pPr marL="2231959" indent="0">
              <a:buNone/>
              <a:defRPr sz="600"/>
            </a:lvl8pPr>
            <a:lvl9pPr marL="2550810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94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160" y="3275965"/>
            <a:ext cx="3888105" cy="386746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70160" y="418163"/>
            <a:ext cx="3888105" cy="2807970"/>
          </a:xfrm>
        </p:spPr>
        <p:txBody>
          <a:bodyPr/>
          <a:lstStyle>
            <a:lvl1pPr marL="0" indent="0">
              <a:buNone/>
              <a:defRPr sz="2200"/>
            </a:lvl1pPr>
            <a:lvl2pPr marL="318851" indent="0">
              <a:buNone/>
              <a:defRPr sz="2000"/>
            </a:lvl2pPr>
            <a:lvl3pPr marL="637703" indent="0">
              <a:buNone/>
              <a:defRPr sz="1700"/>
            </a:lvl3pPr>
            <a:lvl4pPr marL="956554" indent="0">
              <a:buNone/>
              <a:defRPr sz="1400"/>
            </a:lvl4pPr>
            <a:lvl5pPr marL="1275405" indent="0">
              <a:buNone/>
              <a:defRPr sz="1400"/>
            </a:lvl5pPr>
            <a:lvl6pPr marL="1594256" indent="0">
              <a:buNone/>
              <a:defRPr sz="1400"/>
            </a:lvl6pPr>
            <a:lvl7pPr marL="1913108" indent="0">
              <a:buNone/>
              <a:defRPr sz="1400"/>
            </a:lvl7pPr>
            <a:lvl8pPr marL="2231959" indent="0">
              <a:buNone/>
              <a:defRPr sz="1400"/>
            </a:lvl8pPr>
            <a:lvl9pPr marL="2550810" indent="0">
              <a:buNone/>
              <a:defRPr sz="14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70160" y="3662711"/>
            <a:ext cx="3888105" cy="549244"/>
          </a:xfrm>
        </p:spPr>
        <p:txBody>
          <a:bodyPr/>
          <a:lstStyle>
            <a:lvl1pPr marL="0" indent="0">
              <a:buNone/>
              <a:defRPr sz="1000"/>
            </a:lvl1pPr>
            <a:lvl2pPr marL="318851" indent="0">
              <a:buNone/>
              <a:defRPr sz="800"/>
            </a:lvl2pPr>
            <a:lvl3pPr marL="637703" indent="0">
              <a:buNone/>
              <a:defRPr sz="700"/>
            </a:lvl3pPr>
            <a:lvl4pPr marL="956554" indent="0">
              <a:buNone/>
              <a:defRPr sz="600"/>
            </a:lvl4pPr>
            <a:lvl5pPr marL="1275405" indent="0">
              <a:buNone/>
              <a:defRPr sz="600"/>
            </a:lvl5pPr>
            <a:lvl6pPr marL="1594256" indent="0">
              <a:buNone/>
              <a:defRPr sz="600"/>
            </a:lvl6pPr>
            <a:lvl7pPr marL="1913108" indent="0">
              <a:buNone/>
              <a:defRPr sz="600"/>
            </a:lvl7pPr>
            <a:lvl8pPr marL="2231959" indent="0">
              <a:buNone/>
              <a:defRPr sz="600"/>
            </a:lvl8pPr>
            <a:lvl9pPr marL="2550810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62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63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405316" y="176582"/>
            <a:ext cx="745895" cy="377321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5380" y="176582"/>
            <a:ext cx="2131933" cy="377321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92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24010" y="187416"/>
            <a:ext cx="5832158" cy="779992"/>
          </a:xfrm>
          <a:prstGeom prst="rect">
            <a:avLst/>
          </a:prstGeom>
        </p:spPr>
        <p:txBody>
          <a:bodyPr vert="horz" lIns="63770" tIns="31885" rIns="63770" bIns="3188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10" y="1091988"/>
            <a:ext cx="5832158" cy="3088551"/>
          </a:xfrm>
          <a:prstGeom prst="rect">
            <a:avLst/>
          </a:prstGeom>
        </p:spPr>
        <p:txBody>
          <a:bodyPr vert="horz" lIns="63770" tIns="31885" rIns="63770" bIns="3188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24010" y="4337621"/>
            <a:ext cx="1512040" cy="249164"/>
          </a:xfrm>
          <a:prstGeom prst="rect">
            <a:avLst/>
          </a:prstGeom>
        </p:spPr>
        <p:txBody>
          <a:bodyPr vert="horz" lIns="63770" tIns="31885" rIns="63770" bIns="31885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6863B-ED44-4C33-9972-10BDD73B4050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14060" y="4337621"/>
            <a:ext cx="2052055" cy="249164"/>
          </a:xfrm>
          <a:prstGeom prst="rect">
            <a:avLst/>
          </a:prstGeom>
        </p:spPr>
        <p:txBody>
          <a:bodyPr vert="horz" lIns="63770" tIns="31885" rIns="63770" bIns="31885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644125" y="4337621"/>
            <a:ext cx="1512040" cy="249164"/>
          </a:xfrm>
          <a:prstGeom prst="rect">
            <a:avLst/>
          </a:prstGeom>
        </p:spPr>
        <p:txBody>
          <a:bodyPr vert="horz" lIns="63770" tIns="31885" rIns="63770" bIns="31885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A0B7A-F103-40D9-A1DA-A2555FE9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39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37703" rtl="0" eaLnBrk="1" latinLnBrk="0" hangingPunct="1">
        <a:spcBef>
          <a:spcPct val="0"/>
        </a:spcBef>
        <a:buNone/>
        <a:defRPr sz="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138" indent="-239138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8133" indent="-199282" algn="l" defTabSz="637703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7128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979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4831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53682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72533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1385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10236" indent="-159426" algn="l" defTabSz="637703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18851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37703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56554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75405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594256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13108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31959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50810" algn="l" defTabSz="6377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Line 4"/>
          <p:cNvSpPr>
            <a:spLocks noChangeShapeType="1"/>
          </p:cNvSpPr>
          <p:nvPr/>
        </p:nvSpPr>
        <p:spPr bwMode="auto">
          <a:xfrm>
            <a:off x="2399057" y="3614547"/>
            <a:ext cx="167871" cy="12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9" name="Rectangle 6"/>
          <p:cNvSpPr>
            <a:spLocks noChangeArrowheads="1"/>
          </p:cNvSpPr>
          <p:nvPr/>
        </p:nvSpPr>
        <p:spPr bwMode="auto">
          <a:xfrm>
            <a:off x="1070387" y="-36289"/>
            <a:ext cx="454652" cy="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70" name="Line 10"/>
          <p:cNvSpPr>
            <a:spLocks noChangeShapeType="1"/>
          </p:cNvSpPr>
          <p:nvPr/>
        </p:nvSpPr>
        <p:spPr bwMode="auto">
          <a:xfrm flipV="1">
            <a:off x="1436059" y="2182718"/>
            <a:ext cx="700" cy="1861697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1" name="Rectangle 11"/>
          <p:cNvSpPr>
            <a:spLocks noChangeArrowheads="1"/>
          </p:cNvSpPr>
          <p:nvPr/>
        </p:nvSpPr>
        <p:spPr bwMode="auto">
          <a:xfrm>
            <a:off x="5661133" y="2008862"/>
            <a:ext cx="771654" cy="28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s-</a:t>
            </a:r>
          </a:p>
        </p:txBody>
      </p:sp>
      <p:sp>
        <p:nvSpPr>
          <p:cNvPr id="72" name="AutoShape 12"/>
          <p:cNvSpPr>
            <a:spLocks/>
          </p:cNvSpPr>
          <p:nvPr/>
        </p:nvSpPr>
        <p:spPr bwMode="auto">
          <a:xfrm>
            <a:off x="5746739" y="2338392"/>
            <a:ext cx="509210" cy="132281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73" name="Line 34"/>
          <p:cNvSpPr>
            <a:spLocks noChangeShapeType="1"/>
          </p:cNvSpPr>
          <p:nvPr/>
        </p:nvSpPr>
        <p:spPr bwMode="auto">
          <a:xfrm flipV="1">
            <a:off x="1351424" y="1462368"/>
            <a:ext cx="169271" cy="2379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 flipV="1">
            <a:off x="1537857" y="1060489"/>
            <a:ext cx="532125" cy="41421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5" name="Line 38"/>
          <p:cNvSpPr>
            <a:spLocks noChangeShapeType="1"/>
          </p:cNvSpPr>
          <p:nvPr/>
        </p:nvSpPr>
        <p:spPr bwMode="auto">
          <a:xfrm flipV="1">
            <a:off x="1547061" y="1315231"/>
            <a:ext cx="522920" cy="147137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6" name="Line 39"/>
          <p:cNvSpPr>
            <a:spLocks noChangeShapeType="1"/>
          </p:cNvSpPr>
          <p:nvPr/>
        </p:nvSpPr>
        <p:spPr bwMode="auto">
          <a:xfrm>
            <a:off x="1537854" y="1468140"/>
            <a:ext cx="532127" cy="1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7" name="Rectangle 40"/>
          <p:cNvSpPr>
            <a:spLocks noChangeArrowheads="1"/>
          </p:cNvSpPr>
          <p:nvPr/>
        </p:nvSpPr>
        <p:spPr bwMode="auto">
          <a:xfrm>
            <a:off x="846135" y="1285527"/>
            <a:ext cx="560308" cy="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I±1&gt;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78" name="Line 52"/>
          <p:cNvSpPr>
            <a:spLocks noChangeShapeType="1"/>
          </p:cNvSpPr>
          <p:nvPr/>
        </p:nvSpPr>
        <p:spPr bwMode="auto">
          <a:xfrm>
            <a:off x="3261843" y="1051946"/>
            <a:ext cx="171098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9" name="Line 53"/>
          <p:cNvSpPr>
            <a:spLocks noChangeShapeType="1"/>
          </p:cNvSpPr>
          <p:nvPr/>
        </p:nvSpPr>
        <p:spPr bwMode="auto">
          <a:xfrm>
            <a:off x="2790469" y="1470783"/>
            <a:ext cx="167871" cy="1284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0" name="Line 54"/>
          <p:cNvSpPr>
            <a:spLocks noChangeShapeType="1"/>
          </p:cNvSpPr>
          <p:nvPr/>
        </p:nvSpPr>
        <p:spPr bwMode="auto">
          <a:xfrm>
            <a:off x="2439933" y="1315231"/>
            <a:ext cx="167870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1" name="Line 58"/>
          <p:cNvSpPr>
            <a:spLocks noChangeShapeType="1"/>
          </p:cNvSpPr>
          <p:nvPr/>
        </p:nvSpPr>
        <p:spPr bwMode="auto">
          <a:xfrm>
            <a:off x="2441331" y="1055550"/>
            <a:ext cx="166472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2" name="Line 59"/>
          <p:cNvSpPr>
            <a:spLocks noChangeShapeType="1"/>
          </p:cNvSpPr>
          <p:nvPr/>
        </p:nvSpPr>
        <p:spPr bwMode="auto">
          <a:xfrm>
            <a:off x="2978351" y="1472068"/>
            <a:ext cx="166472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3" name="Line 60"/>
          <p:cNvSpPr>
            <a:spLocks noChangeShapeType="1"/>
          </p:cNvSpPr>
          <p:nvPr/>
        </p:nvSpPr>
        <p:spPr bwMode="auto">
          <a:xfrm>
            <a:off x="3266469" y="1315231"/>
            <a:ext cx="166472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4" name="Line 67"/>
          <p:cNvSpPr>
            <a:spLocks noChangeShapeType="1"/>
          </p:cNvSpPr>
          <p:nvPr/>
        </p:nvSpPr>
        <p:spPr bwMode="auto">
          <a:xfrm>
            <a:off x="2607804" y="1060489"/>
            <a:ext cx="658665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5" name="Rectangle 71"/>
          <p:cNvSpPr>
            <a:spLocks noChangeArrowheads="1"/>
          </p:cNvSpPr>
          <p:nvPr/>
        </p:nvSpPr>
        <p:spPr bwMode="auto">
          <a:xfrm>
            <a:off x="2006357" y="553187"/>
            <a:ext cx="518210" cy="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FF0000"/>
                </a:solidFill>
                <a:latin typeface="Calibri" charset="0"/>
              </a:rPr>
              <a:t>I-1&gt;</a:t>
            </a:r>
            <a:endParaRPr lang="en-GB" sz="1600" dirty="0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86" name="Rectangle 72"/>
          <p:cNvSpPr>
            <a:spLocks noChangeArrowheads="1"/>
          </p:cNvSpPr>
          <p:nvPr/>
        </p:nvSpPr>
        <p:spPr bwMode="auto">
          <a:xfrm>
            <a:off x="1995480" y="1369413"/>
            <a:ext cx="560308" cy="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33CC"/>
                </a:solidFill>
                <a:latin typeface="Calibri" charset="0"/>
              </a:rPr>
              <a:t>I+1&gt;</a:t>
            </a:r>
          </a:p>
        </p:txBody>
      </p:sp>
      <p:sp>
        <p:nvSpPr>
          <p:cNvPr id="87" name="Line 3"/>
          <p:cNvSpPr>
            <a:spLocks noChangeShapeType="1"/>
          </p:cNvSpPr>
          <p:nvPr/>
        </p:nvSpPr>
        <p:spPr bwMode="auto">
          <a:xfrm>
            <a:off x="2849456" y="3883964"/>
            <a:ext cx="181511" cy="2469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8" name="Forme libre 10"/>
          <p:cNvSpPr>
            <a:spLocks/>
          </p:cNvSpPr>
          <p:nvPr/>
        </p:nvSpPr>
        <p:spPr bwMode="auto">
          <a:xfrm>
            <a:off x="1318459" y="2011441"/>
            <a:ext cx="220311" cy="145568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89" name="Forme libre 11"/>
          <p:cNvSpPr>
            <a:spLocks/>
          </p:cNvSpPr>
          <p:nvPr/>
        </p:nvSpPr>
        <p:spPr bwMode="auto">
          <a:xfrm>
            <a:off x="1312612" y="2087081"/>
            <a:ext cx="220311" cy="144246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90" name="Line 10"/>
          <p:cNvSpPr>
            <a:spLocks noChangeShapeType="1"/>
          </p:cNvSpPr>
          <p:nvPr/>
        </p:nvSpPr>
        <p:spPr bwMode="auto">
          <a:xfrm flipH="1" flipV="1">
            <a:off x="1436059" y="135333"/>
            <a:ext cx="700" cy="1909803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1" name="Rectangle 11"/>
          <p:cNvSpPr>
            <a:spLocks noChangeArrowheads="1"/>
          </p:cNvSpPr>
          <p:nvPr/>
        </p:nvSpPr>
        <p:spPr bwMode="auto">
          <a:xfrm>
            <a:off x="2676304" y="1992605"/>
            <a:ext cx="802948" cy="3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</a:t>
            </a:r>
            <a:r>
              <a:rPr lang="en-GB" sz="1500" dirty="0" smtClean="0">
                <a:solidFill>
                  <a:srgbClr val="0033CC"/>
                </a:solidFill>
                <a:latin typeface="Symbol" charset="2"/>
              </a:rPr>
              <a:t>s+</a:t>
            </a:r>
            <a:endParaRPr lang="en-GB" sz="1500" dirty="0">
              <a:solidFill>
                <a:srgbClr val="0033CC"/>
              </a:solidFill>
              <a:latin typeface="Symbol" charset="2"/>
            </a:endParaRPr>
          </a:p>
        </p:txBody>
      </p:sp>
      <p:sp>
        <p:nvSpPr>
          <p:cNvPr id="92" name="Rectangle 25"/>
          <p:cNvSpPr>
            <a:spLocks noChangeArrowheads="1"/>
          </p:cNvSpPr>
          <p:nvPr/>
        </p:nvSpPr>
        <p:spPr bwMode="auto">
          <a:xfrm>
            <a:off x="1970008" y="4326680"/>
            <a:ext cx="604088" cy="31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=-1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93" name="Rectangle 24"/>
          <p:cNvSpPr>
            <a:spLocks noChangeArrowheads="1"/>
          </p:cNvSpPr>
          <p:nvPr/>
        </p:nvSpPr>
        <p:spPr bwMode="auto">
          <a:xfrm>
            <a:off x="2652642" y="4326680"/>
            <a:ext cx="546837" cy="31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sp>
        <p:nvSpPr>
          <p:cNvPr id="94" name="ZoneTexte 93"/>
          <p:cNvSpPr txBox="1"/>
          <p:nvPr/>
        </p:nvSpPr>
        <p:spPr>
          <a:xfrm>
            <a:off x="946182" y="3436809"/>
            <a:ext cx="392677" cy="323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ZoneTexte 94"/>
          <p:cNvSpPr txBox="1"/>
          <p:nvPr/>
        </p:nvSpPr>
        <p:spPr>
          <a:xfrm>
            <a:off x="1055998" y="3721114"/>
            <a:ext cx="288277" cy="323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13"/>
          <p:cNvSpPr>
            <a:spLocks noChangeArrowheads="1"/>
          </p:cNvSpPr>
          <p:nvPr/>
        </p:nvSpPr>
        <p:spPr bwMode="auto">
          <a:xfrm>
            <a:off x="-72281" y="816097"/>
            <a:ext cx="956440" cy="31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Times New Roman" pitchFamily="16" charset="0"/>
              </a:rPr>
              <a:t>X-Cr</a:t>
            </a:r>
            <a:endParaRPr lang="en-GB" sz="14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pic>
        <p:nvPicPr>
          <p:cNvPr id="9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" y="1133129"/>
            <a:ext cx="738168" cy="335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8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" y="3535429"/>
            <a:ext cx="739680" cy="337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9" name="Rectangle 73"/>
          <p:cNvSpPr>
            <a:spLocks noChangeArrowheads="1"/>
          </p:cNvSpPr>
          <p:nvPr/>
        </p:nvSpPr>
        <p:spPr bwMode="auto">
          <a:xfrm>
            <a:off x="148034" y="3115060"/>
            <a:ext cx="515810" cy="31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>
                <a:solidFill>
                  <a:srgbClr val="000000"/>
                </a:solidFill>
                <a:latin typeface="Times New Roman" pitchFamily="16" charset="0"/>
              </a:rPr>
              <a:t>Cr</a:t>
            </a:r>
          </a:p>
        </p:txBody>
      </p:sp>
      <p:sp>
        <p:nvSpPr>
          <p:cNvPr id="100" name="Accolade ouvrante 99"/>
          <p:cNvSpPr/>
          <p:nvPr/>
        </p:nvSpPr>
        <p:spPr>
          <a:xfrm>
            <a:off x="789821" y="690042"/>
            <a:ext cx="188677" cy="112537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3358667" y="1771424"/>
            <a:ext cx="232102" cy="136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Connecteur droit avec flèche 101"/>
          <p:cNvCxnSpPr/>
          <p:nvPr/>
        </p:nvCxnSpPr>
        <p:spPr>
          <a:xfrm flipH="1">
            <a:off x="3493652" y="1060090"/>
            <a:ext cx="20013" cy="2556605"/>
          </a:xfrm>
          <a:prstGeom prst="straightConnector1">
            <a:avLst/>
          </a:prstGeom>
          <a:ln w="19050">
            <a:solidFill>
              <a:srgbClr val="0033CC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ne 39"/>
          <p:cNvSpPr>
            <a:spLocks noChangeShapeType="1"/>
          </p:cNvSpPr>
          <p:nvPr/>
        </p:nvSpPr>
        <p:spPr bwMode="auto">
          <a:xfrm flipV="1">
            <a:off x="1359593" y="3616695"/>
            <a:ext cx="1252098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04" name="Line 39"/>
          <p:cNvSpPr>
            <a:spLocks noChangeShapeType="1"/>
          </p:cNvSpPr>
          <p:nvPr/>
        </p:nvSpPr>
        <p:spPr bwMode="auto">
          <a:xfrm flipV="1">
            <a:off x="1351425" y="3882765"/>
            <a:ext cx="1692310" cy="7672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05" name="Rectangle 25"/>
          <p:cNvSpPr>
            <a:spLocks noChangeArrowheads="1"/>
          </p:cNvSpPr>
          <p:nvPr/>
        </p:nvSpPr>
        <p:spPr bwMode="auto">
          <a:xfrm>
            <a:off x="3222135" y="4326680"/>
            <a:ext cx="647868" cy="31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=+1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106" name="AutoShape 12"/>
          <p:cNvSpPr>
            <a:spLocks/>
          </p:cNvSpPr>
          <p:nvPr/>
        </p:nvSpPr>
        <p:spPr bwMode="auto">
          <a:xfrm>
            <a:off x="2779879" y="2396582"/>
            <a:ext cx="509210" cy="132281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07" name="Accolade ouvrante 106"/>
          <p:cNvSpPr/>
          <p:nvPr/>
        </p:nvSpPr>
        <p:spPr>
          <a:xfrm>
            <a:off x="750400" y="3110532"/>
            <a:ext cx="188677" cy="112537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Line 39"/>
          <p:cNvSpPr>
            <a:spLocks noChangeShapeType="1"/>
          </p:cNvSpPr>
          <p:nvPr/>
        </p:nvSpPr>
        <p:spPr bwMode="auto">
          <a:xfrm flipV="1">
            <a:off x="3615161" y="3616694"/>
            <a:ext cx="1607381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09" name="Line 39"/>
          <p:cNvSpPr>
            <a:spLocks noChangeShapeType="1"/>
          </p:cNvSpPr>
          <p:nvPr/>
        </p:nvSpPr>
        <p:spPr bwMode="auto">
          <a:xfrm flipV="1">
            <a:off x="3619695" y="1035549"/>
            <a:ext cx="1610654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0" name="Line 39"/>
          <p:cNvSpPr>
            <a:spLocks noChangeShapeType="1"/>
          </p:cNvSpPr>
          <p:nvPr/>
        </p:nvSpPr>
        <p:spPr bwMode="auto">
          <a:xfrm flipV="1">
            <a:off x="3615160" y="1315230"/>
            <a:ext cx="1622998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1" name="Line 2"/>
          <p:cNvSpPr>
            <a:spLocks noChangeShapeType="1"/>
          </p:cNvSpPr>
          <p:nvPr/>
        </p:nvSpPr>
        <p:spPr bwMode="auto">
          <a:xfrm>
            <a:off x="5453555" y="3540433"/>
            <a:ext cx="16647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2" name="Line 2"/>
          <p:cNvSpPr>
            <a:spLocks noChangeShapeType="1"/>
          </p:cNvSpPr>
          <p:nvPr/>
        </p:nvSpPr>
        <p:spPr bwMode="auto">
          <a:xfrm>
            <a:off x="5452156" y="3690430"/>
            <a:ext cx="167871" cy="1284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3" name="Line 60"/>
          <p:cNvSpPr>
            <a:spLocks noChangeShapeType="1"/>
          </p:cNvSpPr>
          <p:nvPr/>
        </p:nvSpPr>
        <p:spPr bwMode="auto">
          <a:xfrm>
            <a:off x="5453555" y="1315231"/>
            <a:ext cx="166472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cxnSp>
        <p:nvCxnSpPr>
          <p:cNvPr id="114" name="Connecteur droit avec flèche 113"/>
          <p:cNvCxnSpPr>
            <a:endCxn id="111" idx="0"/>
          </p:cNvCxnSpPr>
          <p:nvPr/>
        </p:nvCxnSpPr>
        <p:spPr>
          <a:xfrm flipH="1">
            <a:off x="5453555" y="1373133"/>
            <a:ext cx="14218" cy="21673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Connecteur droit avec flèche 114"/>
          <p:cNvCxnSpPr/>
          <p:nvPr/>
        </p:nvCxnSpPr>
        <p:spPr>
          <a:xfrm>
            <a:off x="5604468" y="1369413"/>
            <a:ext cx="1150" cy="229183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6" name="Line 2"/>
          <p:cNvSpPr>
            <a:spLocks noChangeShapeType="1"/>
          </p:cNvSpPr>
          <p:nvPr/>
        </p:nvSpPr>
        <p:spPr bwMode="auto">
          <a:xfrm>
            <a:off x="5452156" y="967378"/>
            <a:ext cx="167871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7" name="Line 2"/>
          <p:cNvSpPr>
            <a:spLocks noChangeShapeType="1"/>
          </p:cNvSpPr>
          <p:nvPr/>
        </p:nvSpPr>
        <p:spPr bwMode="auto">
          <a:xfrm>
            <a:off x="5452156" y="1119943"/>
            <a:ext cx="167871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8" name="Line 2"/>
          <p:cNvSpPr>
            <a:spLocks noChangeShapeType="1"/>
          </p:cNvSpPr>
          <p:nvPr/>
        </p:nvSpPr>
        <p:spPr bwMode="auto">
          <a:xfrm>
            <a:off x="4314858" y="1034265"/>
            <a:ext cx="167871" cy="12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9" name="Line 2"/>
          <p:cNvSpPr>
            <a:spLocks noChangeShapeType="1"/>
          </p:cNvSpPr>
          <p:nvPr/>
        </p:nvSpPr>
        <p:spPr bwMode="auto">
          <a:xfrm>
            <a:off x="4837897" y="1041958"/>
            <a:ext cx="167871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20" name="Line 2"/>
          <p:cNvSpPr>
            <a:spLocks noChangeShapeType="1"/>
          </p:cNvSpPr>
          <p:nvPr/>
        </p:nvSpPr>
        <p:spPr bwMode="auto">
          <a:xfrm>
            <a:off x="4314858" y="3597176"/>
            <a:ext cx="167871" cy="12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21" name="Line 2"/>
          <p:cNvSpPr>
            <a:spLocks noChangeShapeType="1"/>
          </p:cNvSpPr>
          <p:nvPr/>
        </p:nvSpPr>
        <p:spPr bwMode="auto">
          <a:xfrm>
            <a:off x="4773972" y="3616695"/>
            <a:ext cx="167871" cy="12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22" name="Arc 121"/>
          <p:cNvSpPr/>
          <p:nvPr/>
        </p:nvSpPr>
        <p:spPr>
          <a:xfrm rot="10800000">
            <a:off x="4439718" y="828135"/>
            <a:ext cx="480263" cy="606999"/>
          </a:xfrm>
          <a:prstGeom prst="arc">
            <a:avLst>
              <a:gd name="adj1" fmla="val 11070839"/>
              <a:gd name="adj2" fmla="val 0"/>
            </a:avLst>
          </a:prstGeom>
          <a:ln w="19050">
            <a:solidFill>
              <a:srgbClr val="FF99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" name="Arc 122"/>
          <p:cNvSpPr/>
          <p:nvPr/>
        </p:nvSpPr>
        <p:spPr>
          <a:xfrm>
            <a:off x="4390498" y="3264118"/>
            <a:ext cx="480263" cy="608666"/>
          </a:xfrm>
          <a:prstGeom prst="arc">
            <a:avLst>
              <a:gd name="adj1" fmla="val 11070839"/>
              <a:gd name="adj2" fmla="val 0"/>
            </a:avLst>
          </a:prstGeom>
          <a:ln w="19050">
            <a:solidFill>
              <a:srgbClr val="FF99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5" name="ZoneTexte 54"/>
          <p:cNvSpPr txBox="1">
            <a:spLocks noChangeArrowheads="1"/>
          </p:cNvSpPr>
          <p:nvPr/>
        </p:nvSpPr>
        <p:spPr bwMode="auto">
          <a:xfrm>
            <a:off x="3538664" y="3818431"/>
            <a:ext cx="1285703" cy="32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 err="1" smtClean="0">
                <a:latin typeface="Times New Roman" pitchFamily="18" charset="0"/>
                <a:cs typeface="Times New Roman" pitchFamily="18" charset="0"/>
              </a:rPr>
              <a:t>XCr</a:t>
            </a:r>
            <a:r>
              <a:rPr lang="fr-FR" alt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fr-FR" altLang="en-US" sz="1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en-US" sz="1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6" name="ZoneTexte 54"/>
          <p:cNvSpPr txBox="1">
            <a:spLocks noChangeArrowheads="1"/>
          </p:cNvSpPr>
          <p:nvPr/>
        </p:nvSpPr>
        <p:spPr bwMode="auto">
          <a:xfrm>
            <a:off x="4314858" y="3828765"/>
            <a:ext cx="1285703" cy="32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latin typeface="Times New Roman" pitchFamily="18" charset="0"/>
                <a:cs typeface="Times New Roman" pitchFamily="18" charset="0"/>
              </a:rPr>
              <a:t>(Cr,</a:t>
            </a:r>
            <a:r>
              <a:rPr lang="fr-FR" altLang="en-US" sz="1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en-US" sz="1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7" name="ZoneTexte 54"/>
          <p:cNvSpPr txBox="1">
            <a:spLocks noChangeArrowheads="1"/>
          </p:cNvSpPr>
          <p:nvPr/>
        </p:nvSpPr>
        <p:spPr bwMode="auto">
          <a:xfrm>
            <a:off x="4390498" y="541520"/>
            <a:ext cx="1285704" cy="32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latin typeface="Times New Roman" pitchFamily="18" charset="0"/>
                <a:cs typeface="Times New Roman" pitchFamily="18" charset="0"/>
              </a:rPr>
              <a:t>(Cr,</a:t>
            </a:r>
            <a:r>
              <a:rPr lang="fr-FR" altLang="en-US" sz="1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en-US" sz="1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n+1</a:t>
            </a:r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8" name="ZoneTexte 54"/>
          <p:cNvSpPr txBox="1">
            <a:spLocks noChangeArrowheads="1"/>
          </p:cNvSpPr>
          <p:nvPr/>
        </p:nvSpPr>
        <p:spPr bwMode="auto">
          <a:xfrm>
            <a:off x="3634095" y="529955"/>
            <a:ext cx="1285703" cy="32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 err="1" smtClean="0">
                <a:latin typeface="Times New Roman" pitchFamily="18" charset="0"/>
                <a:cs typeface="Times New Roman" pitchFamily="18" charset="0"/>
              </a:rPr>
              <a:t>XCr</a:t>
            </a:r>
            <a:r>
              <a:rPr lang="fr-FR" alt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fr-FR" altLang="en-US" sz="1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en-US" sz="1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alt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9" name="Line 2"/>
          <p:cNvSpPr>
            <a:spLocks noChangeShapeType="1"/>
          </p:cNvSpPr>
          <p:nvPr/>
        </p:nvSpPr>
        <p:spPr bwMode="auto">
          <a:xfrm>
            <a:off x="3274731" y="3614547"/>
            <a:ext cx="167871" cy="12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4" name="ZoneTexte 54"/>
          <p:cNvSpPr txBox="1">
            <a:spLocks noChangeArrowheads="1"/>
          </p:cNvSpPr>
          <p:nvPr/>
        </p:nvSpPr>
        <p:spPr bwMode="auto">
          <a:xfrm>
            <a:off x="5550541" y="3530342"/>
            <a:ext cx="7858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en-US" sz="1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n)</a:t>
            </a:r>
          </a:p>
        </p:txBody>
      </p:sp>
      <p:sp>
        <p:nvSpPr>
          <p:cNvPr id="65" name="ZoneTexte 54"/>
          <p:cNvSpPr txBox="1">
            <a:spLocks noChangeArrowheads="1"/>
          </p:cNvSpPr>
          <p:nvPr/>
        </p:nvSpPr>
        <p:spPr bwMode="auto">
          <a:xfrm>
            <a:off x="5550541" y="3328342"/>
            <a:ext cx="7858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en-US" sz="1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n)</a:t>
            </a:r>
          </a:p>
        </p:txBody>
      </p:sp>
      <p:sp>
        <p:nvSpPr>
          <p:cNvPr id="66" name="ZoneTexte 54"/>
          <p:cNvSpPr txBox="1">
            <a:spLocks noChangeArrowheads="1"/>
          </p:cNvSpPr>
          <p:nvPr/>
        </p:nvSpPr>
        <p:spPr bwMode="auto">
          <a:xfrm>
            <a:off x="5622549" y="952078"/>
            <a:ext cx="7858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n+1)</a:t>
            </a:r>
            <a:endParaRPr lang="fr-FR" altLang="en-US" sz="1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ZoneTexte 54"/>
          <p:cNvSpPr txBox="1">
            <a:spLocks noChangeArrowheads="1"/>
          </p:cNvSpPr>
          <p:nvPr/>
        </p:nvSpPr>
        <p:spPr bwMode="auto">
          <a:xfrm>
            <a:off x="5622549" y="750078"/>
            <a:ext cx="7858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fr-FR" altLang="en-US" sz="1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n+1)</a:t>
            </a:r>
            <a:endParaRPr lang="fr-FR" altLang="en-US" sz="1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905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</Words>
  <Application>Microsoft Office PowerPoint</Application>
  <PresentationFormat>Personnalisé</PresentationFormat>
  <Paragraphs>21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5</cp:revision>
  <dcterms:created xsi:type="dcterms:W3CDTF">2017-06-29T19:11:00Z</dcterms:created>
  <dcterms:modified xsi:type="dcterms:W3CDTF">2017-07-03T18:20:49Z</dcterms:modified>
</cp:coreProperties>
</file>