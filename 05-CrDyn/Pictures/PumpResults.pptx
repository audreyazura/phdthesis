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0261600" cy="8893175"/>
  <p:notesSz cx="7099300" cy="10234613"/>
  <p:defaultTextStyle>
    <a:defPPr>
      <a:defRPr lang="en-US"/>
    </a:defPPr>
    <a:lvl1pPr marL="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 varScale="1">
        <p:scale>
          <a:sx n="69" d="100"/>
          <a:sy n="69" d="100"/>
        </p:scale>
        <p:origin x="-1350" y="-96"/>
      </p:cViewPr>
      <p:guideLst>
        <p:guide orient="horz" pos="2802"/>
        <p:guide pos="32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36675" y="768350"/>
            <a:ext cx="442595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36675" y="768350"/>
            <a:ext cx="4425950" cy="3836988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69620" y="2762653"/>
            <a:ext cx="8722361" cy="190626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39240" y="5039469"/>
            <a:ext cx="7183121" cy="22726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0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0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0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11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1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17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20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23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0596" y="5714693"/>
            <a:ext cx="8722361" cy="176628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10596" y="3769310"/>
            <a:ext cx="8722361" cy="1945382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53029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6059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90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2118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51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8177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120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423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13084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16318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4" y="1990674"/>
            <a:ext cx="4533989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084" y="2820291"/>
            <a:ext cx="4533989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212754" y="1990674"/>
            <a:ext cx="4535770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212754" y="2820291"/>
            <a:ext cx="4535770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3083" y="354083"/>
            <a:ext cx="3375995" cy="1506901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12005" y="354086"/>
            <a:ext cx="5736521" cy="7590079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13083" y="1860980"/>
            <a:ext cx="3375995" cy="6083179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11347" y="6225224"/>
            <a:ext cx="6156960" cy="734923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11347" y="794623"/>
            <a:ext cx="6156960" cy="5335905"/>
          </a:xfrm>
        </p:spPr>
        <p:txBody>
          <a:bodyPr/>
          <a:lstStyle>
            <a:lvl1pPr marL="0" indent="0">
              <a:buNone/>
              <a:defRPr sz="3800"/>
            </a:lvl1pPr>
            <a:lvl2pPr marL="530295" indent="0">
              <a:buNone/>
              <a:defRPr sz="3200"/>
            </a:lvl2pPr>
            <a:lvl3pPr marL="1060590" indent="0">
              <a:buNone/>
              <a:defRPr sz="2700"/>
            </a:lvl3pPr>
            <a:lvl4pPr marL="1590886" indent="0">
              <a:buNone/>
              <a:defRPr sz="2400"/>
            </a:lvl4pPr>
            <a:lvl5pPr marL="2121181" indent="0">
              <a:buNone/>
              <a:defRPr sz="2400"/>
            </a:lvl5pPr>
            <a:lvl6pPr marL="2651476" indent="0">
              <a:buNone/>
              <a:defRPr sz="2400"/>
            </a:lvl6pPr>
            <a:lvl7pPr marL="3181771" indent="0">
              <a:buNone/>
              <a:defRPr sz="2400"/>
            </a:lvl7pPr>
            <a:lvl8pPr marL="3712067" indent="0">
              <a:buNone/>
              <a:defRPr sz="2400"/>
            </a:lvl8pPr>
            <a:lvl9pPr marL="4242362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11347" y="6960149"/>
            <a:ext cx="6156960" cy="1043712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439662" y="356143"/>
            <a:ext cx="2308860" cy="758801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13080" y="356143"/>
            <a:ext cx="6755555" cy="758801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13081" y="356141"/>
            <a:ext cx="9235441" cy="1482198"/>
          </a:xfrm>
          <a:prstGeom prst="rect">
            <a:avLst/>
          </a:prstGeom>
        </p:spPr>
        <p:txBody>
          <a:bodyPr vert="horz" lIns="106060" tIns="53030" rIns="106060" bIns="5303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1" y="2075076"/>
            <a:ext cx="9235441" cy="5869084"/>
          </a:xfrm>
          <a:prstGeom prst="rect">
            <a:avLst/>
          </a:prstGeom>
        </p:spPr>
        <p:txBody>
          <a:bodyPr vert="horz" lIns="106060" tIns="53030" rIns="106060" bIns="5303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13080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9/12/2017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506049" y="8242658"/>
            <a:ext cx="3249506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354147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60590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7721" indent="-397721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61730" indent="-331435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2573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856033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38632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916624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446920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977215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507511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0295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059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9088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2118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5147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8177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12067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42362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9198" y="-180000"/>
            <a:ext cx="6788150" cy="911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9"/>
          <a:stretch/>
        </p:blipFill>
        <p:spPr bwMode="auto">
          <a:xfrm>
            <a:off x="6361200" y="-14400"/>
            <a:ext cx="4114800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9595296" y="429327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5562848" y="5409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9595296" y="116815"/>
            <a:ext cx="4988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7"/>
          <a:stretch/>
        </p:blipFill>
        <p:spPr bwMode="auto">
          <a:xfrm>
            <a:off x="6343200" y="4222800"/>
            <a:ext cx="4134258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9595296" y="4374579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1453</TotalTime>
  <Words>13</Words>
  <Application>Microsoft Office PowerPoint</Application>
  <PresentationFormat>Personnalisé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104</cp:revision>
  <cp:lastPrinted>2016-06-10T12:04:56Z</cp:lastPrinted>
  <dcterms:created xsi:type="dcterms:W3CDTF">2015-11-02T14:28:12Z</dcterms:created>
  <dcterms:modified xsi:type="dcterms:W3CDTF">2017-09-12T14:55:59Z</dcterms:modified>
</cp:coreProperties>
</file>