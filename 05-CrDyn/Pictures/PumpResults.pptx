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0261600" cy="8893175"/>
  <p:notesSz cx="7099300" cy="10234613"/>
  <p:defaultTextStyle>
    <a:defPPr>
      <a:defRPr lang="en-US"/>
    </a:defPPr>
    <a:lvl1pPr marL="0" algn="l" defTabSz="1060590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30295" algn="l" defTabSz="1060590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60590" algn="l" defTabSz="1060590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90886" algn="l" defTabSz="1060590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21181" algn="l" defTabSz="1060590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51476" algn="l" defTabSz="1060590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81771" algn="l" defTabSz="1060590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712067" algn="l" defTabSz="1060590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42362" algn="l" defTabSz="1060590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7143" autoAdjust="0"/>
  </p:normalViewPr>
  <p:slideViewPr>
    <p:cSldViewPr>
      <p:cViewPr varScale="1">
        <p:scale>
          <a:sx n="69" d="100"/>
          <a:sy n="69" d="100"/>
        </p:scale>
        <p:origin x="-1332" y="-96"/>
      </p:cViewPr>
      <p:guideLst>
        <p:guide orient="horz" pos="2802"/>
        <p:guide pos="323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1731"/>
          </a:xfrm>
          <a:prstGeom prst="rect">
            <a:avLst/>
          </a:prstGeom>
        </p:spPr>
        <p:txBody>
          <a:bodyPr vert="horz" lIns="94768" tIns="47384" rIns="94768" bIns="47384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1731"/>
          </a:xfrm>
          <a:prstGeom prst="rect">
            <a:avLst/>
          </a:prstGeom>
        </p:spPr>
        <p:txBody>
          <a:bodyPr vert="horz" lIns="94768" tIns="47384" rIns="94768" bIns="47384" rtlCol="0"/>
          <a:lstStyle>
            <a:lvl1pPr algn="r">
              <a:defRPr sz="1200"/>
            </a:lvl1pPr>
          </a:lstStyle>
          <a:p>
            <a:fld id="{846E01DE-34E9-49ED-964F-82AFB8FEED8D}" type="datetimeFigureOut">
              <a:rPr lang="en-US" smtClean="0"/>
              <a:t>7/4/2017</a:t>
            </a:fld>
            <a:endParaRPr lang="en-US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36675" y="768350"/>
            <a:ext cx="4425950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768" tIns="47384" rIns="94768" bIns="47384" rtlCol="0" anchor="ctr"/>
          <a:lstStyle/>
          <a:p>
            <a:endParaRPr lang="en-US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709931" y="4861442"/>
            <a:ext cx="5679440" cy="4605576"/>
          </a:xfrm>
          <a:prstGeom prst="rect">
            <a:avLst/>
          </a:prstGeom>
        </p:spPr>
        <p:txBody>
          <a:bodyPr vert="horz" lIns="94768" tIns="47384" rIns="94768" bIns="47384" rtlCol="0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1" y="9721106"/>
            <a:ext cx="3076363" cy="511731"/>
          </a:xfrm>
          <a:prstGeom prst="rect">
            <a:avLst/>
          </a:prstGeom>
        </p:spPr>
        <p:txBody>
          <a:bodyPr vert="horz" lIns="94768" tIns="47384" rIns="94768" bIns="47384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4021295" y="9721106"/>
            <a:ext cx="3076363" cy="511731"/>
          </a:xfrm>
          <a:prstGeom prst="rect">
            <a:avLst/>
          </a:prstGeom>
        </p:spPr>
        <p:txBody>
          <a:bodyPr vert="horz" lIns="94768" tIns="47384" rIns="94768" bIns="47384" rtlCol="0" anchor="b"/>
          <a:lstStyle>
            <a:lvl1pPr algn="r">
              <a:defRPr sz="1200"/>
            </a:lvl1pPr>
          </a:lstStyle>
          <a:p>
            <a:fld id="{B4FE696A-DA9E-4985-AB7B-8E4E527A9189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574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60590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1pPr>
    <a:lvl2pPr marL="530295" algn="l" defTabSz="1060590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2pPr>
    <a:lvl3pPr marL="1060590" algn="l" defTabSz="1060590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3pPr>
    <a:lvl4pPr marL="1590886" algn="l" defTabSz="1060590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4pPr>
    <a:lvl5pPr marL="2121181" algn="l" defTabSz="1060590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5pPr>
    <a:lvl6pPr marL="2651476" algn="l" defTabSz="1060590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6pPr>
    <a:lvl7pPr marL="3181771" algn="l" defTabSz="1060590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7pPr>
    <a:lvl8pPr marL="3712067" algn="l" defTabSz="1060590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8pPr>
    <a:lvl9pPr marL="4242362" algn="l" defTabSz="1060590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336675" y="768350"/>
            <a:ext cx="4425950" cy="3836988"/>
          </a:xfrm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FE696A-DA9E-4985-AB7B-8E4E527A918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3167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769620" y="2762653"/>
            <a:ext cx="8722361" cy="1906268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39240" y="5039469"/>
            <a:ext cx="7183121" cy="22726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3029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605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908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2118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514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817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7120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423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7/4/2017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8915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7/4/2017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2724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10596" y="5714693"/>
            <a:ext cx="8722361" cy="176628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10596" y="3769310"/>
            <a:ext cx="8722361" cy="1945382"/>
          </a:xfrm>
        </p:spPr>
        <p:txBody>
          <a:bodyPr anchor="b"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530295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6059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90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2118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5147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8177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71206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423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7/4/2017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9373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513084" y="2075076"/>
            <a:ext cx="4532208" cy="5869084"/>
          </a:xfrm>
        </p:spPr>
        <p:txBody>
          <a:bodyPr/>
          <a:lstStyle>
            <a:lvl1pPr>
              <a:defRPr sz="3200"/>
            </a:lvl1pPr>
            <a:lvl2pPr>
              <a:defRPr sz="2700"/>
            </a:lvl2pPr>
            <a:lvl3pPr>
              <a:defRPr sz="24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216318" y="2075076"/>
            <a:ext cx="4532208" cy="5869084"/>
          </a:xfrm>
        </p:spPr>
        <p:txBody>
          <a:bodyPr/>
          <a:lstStyle>
            <a:lvl1pPr>
              <a:defRPr sz="3200"/>
            </a:lvl1pPr>
            <a:lvl2pPr>
              <a:defRPr sz="2700"/>
            </a:lvl2pPr>
            <a:lvl3pPr>
              <a:defRPr sz="24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7/4/2017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724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13084" y="1990674"/>
            <a:ext cx="4533989" cy="829618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30295" indent="0">
              <a:buNone/>
              <a:defRPr sz="2400" b="1"/>
            </a:lvl2pPr>
            <a:lvl3pPr marL="1060590" indent="0">
              <a:buNone/>
              <a:defRPr sz="2100" b="1"/>
            </a:lvl3pPr>
            <a:lvl4pPr marL="1590886" indent="0">
              <a:buNone/>
              <a:defRPr sz="1800" b="1"/>
            </a:lvl4pPr>
            <a:lvl5pPr marL="2121181" indent="0">
              <a:buNone/>
              <a:defRPr sz="1800" b="1"/>
            </a:lvl5pPr>
            <a:lvl6pPr marL="2651476" indent="0">
              <a:buNone/>
              <a:defRPr sz="1800" b="1"/>
            </a:lvl6pPr>
            <a:lvl7pPr marL="3181771" indent="0">
              <a:buNone/>
              <a:defRPr sz="1800" b="1"/>
            </a:lvl7pPr>
            <a:lvl8pPr marL="3712067" indent="0">
              <a:buNone/>
              <a:defRPr sz="1800" b="1"/>
            </a:lvl8pPr>
            <a:lvl9pPr marL="4242362" indent="0">
              <a:buNone/>
              <a:defRPr sz="18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084" y="2820291"/>
            <a:ext cx="4533989" cy="5123869"/>
          </a:xfrm>
        </p:spPr>
        <p:txBody>
          <a:bodyPr/>
          <a:lstStyle>
            <a:lvl1pPr>
              <a:defRPr sz="2700"/>
            </a:lvl1pPr>
            <a:lvl2pPr>
              <a:defRPr sz="24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5212754" y="1990674"/>
            <a:ext cx="4535770" cy="829618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30295" indent="0">
              <a:buNone/>
              <a:defRPr sz="2400" b="1"/>
            </a:lvl2pPr>
            <a:lvl3pPr marL="1060590" indent="0">
              <a:buNone/>
              <a:defRPr sz="2100" b="1"/>
            </a:lvl3pPr>
            <a:lvl4pPr marL="1590886" indent="0">
              <a:buNone/>
              <a:defRPr sz="1800" b="1"/>
            </a:lvl4pPr>
            <a:lvl5pPr marL="2121181" indent="0">
              <a:buNone/>
              <a:defRPr sz="1800" b="1"/>
            </a:lvl5pPr>
            <a:lvl6pPr marL="2651476" indent="0">
              <a:buNone/>
              <a:defRPr sz="1800" b="1"/>
            </a:lvl6pPr>
            <a:lvl7pPr marL="3181771" indent="0">
              <a:buNone/>
              <a:defRPr sz="1800" b="1"/>
            </a:lvl7pPr>
            <a:lvl8pPr marL="3712067" indent="0">
              <a:buNone/>
              <a:defRPr sz="1800" b="1"/>
            </a:lvl8pPr>
            <a:lvl9pPr marL="4242362" indent="0">
              <a:buNone/>
              <a:defRPr sz="18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5212754" y="2820291"/>
            <a:ext cx="4535770" cy="5123869"/>
          </a:xfrm>
        </p:spPr>
        <p:txBody>
          <a:bodyPr/>
          <a:lstStyle>
            <a:lvl1pPr>
              <a:defRPr sz="2700"/>
            </a:lvl1pPr>
            <a:lvl2pPr>
              <a:defRPr sz="24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7/4/2017</a:t>
            </a:fld>
            <a:endParaRPr lang="en-US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2057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7/4/2017</a:t>
            </a:fld>
            <a:endParaRPr lang="en-US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38323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7/4/2017</a:t>
            </a:fld>
            <a:endParaRPr lang="en-US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637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13083" y="354083"/>
            <a:ext cx="3375995" cy="1506901"/>
          </a:xfrm>
        </p:spPr>
        <p:txBody>
          <a:bodyPr anchor="b"/>
          <a:lstStyle>
            <a:lvl1pPr algn="l">
              <a:defRPr sz="24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012005" y="354086"/>
            <a:ext cx="5736521" cy="7590079"/>
          </a:xfrm>
        </p:spPr>
        <p:txBody>
          <a:bodyPr/>
          <a:lstStyle>
            <a:lvl1pPr>
              <a:defRPr sz="3800"/>
            </a:lvl1pPr>
            <a:lvl2pPr>
              <a:defRPr sz="3200"/>
            </a:lvl2pPr>
            <a:lvl3pPr>
              <a:defRPr sz="270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513083" y="1860980"/>
            <a:ext cx="3375995" cy="6083179"/>
          </a:xfrm>
        </p:spPr>
        <p:txBody>
          <a:bodyPr/>
          <a:lstStyle>
            <a:lvl1pPr marL="0" indent="0">
              <a:buNone/>
              <a:defRPr sz="1600"/>
            </a:lvl1pPr>
            <a:lvl2pPr marL="530295" indent="0">
              <a:buNone/>
              <a:defRPr sz="1300"/>
            </a:lvl2pPr>
            <a:lvl3pPr marL="1060590" indent="0">
              <a:buNone/>
              <a:defRPr sz="1100"/>
            </a:lvl3pPr>
            <a:lvl4pPr marL="1590886" indent="0">
              <a:buNone/>
              <a:defRPr sz="900"/>
            </a:lvl4pPr>
            <a:lvl5pPr marL="2121181" indent="0">
              <a:buNone/>
              <a:defRPr sz="900"/>
            </a:lvl5pPr>
            <a:lvl6pPr marL="2651476" indent="0">
              <a:buNone/>
              <a:defRPr sz="900"/>
            </a:lvl6pPr>
            <a:lvl7pPr marL="3181771" indent="0">
              <a:buNone/>
              <a:defRPr sz="900"/>
            </a:lvl7pPr>
            <a:lvl8pPr marL="3712067" indent="0">
              <a:buNone/>
              <a:defRPr sz="900"/>
            </a:lvl8pPr>
            <a:lvl9pPr marL="4242362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7/4/2017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4886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011347" y="6225224"/>
            <a:ext cx="6156960" cy="734923"/>
          </a:xfrm>
        </p:spPr>
        <p:txBody>
          <a:bodyPr anchor="b"/>
          <a:lstStyle>
            <a:lvl1pPr algn="l">
              <a:defRPr sz="24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011347" y="794623"/>
            <a:ext cx="6156960" cy="5335905"/>
          </a:xfrm>
        </p:spPr>
        <p:txBody>
          <a:bodyPr/>
          <a:lstStyle>
            <a:lvl1pPr marL="0" indent="0">
              <a:buNone/>
              <a:defRPr sz="3800"/>
            </a:lvl1pPr>
            <a:lvl2pPr marL="530295" indent="0">
              <a:buNone/>
              <a:defRPr sz="3200"/>
            </a:lvl2pPr>
            <a:lvl3pPr marL="1060590" indent="0">
              <a:buNone/>
              <a:defRPr sz="2700"/>
            </a:lvl3pPr>
            <a:lvl4pPr marL="1590886" indent="0">
              <a:buNone/>
              <a:defRPr sz="2400"/>
            </a:lvl4pPr>
            <a:lvl5pPr marL="2121181" indent="0">
              <a:buNone/>
              <a:defRPr sz="2400"/>
            </a:lvl5pPr>
            <a:lvl6pPr marL="2651476" indent="0">
              <a:buNone/>
              <a:defRPr sz="2400"/>
            </a:lvl6pPr>
            <a:lvl7pPr marL="3181771" indent="0">
              <a:buNone/>
              <a:defRPr sz="2400"/>
            </a:lvl7pPr>
            <a:lvl8pPr marL="3712067" indent="0">
              <a:buNone/>
              <a:defRPr sz="2400"/>
            </a:lvl8pPr>
            <a:lvl9pPr marL="4242362" indent="0">
              <a:buNone/>
              <a:defRPr sz="2400"/>
            </a:lvl9pPr>
          </a:lstStyle>
          <a:p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011347" y="6960149"/>
            <a:ext cx="6156960" cy="1043712"/>
          </a:xfrm>
        </p:spPr>
        <p:txBody>
          <a:bodyPr/>
          <a:lstStyle>
            <a:lvl1pPr marL="0" indent="0">
              <a:buNone/>
              <a:defRPr sz="1600"/>
            </a:lvl1pPr>
            <a:lvl2pPr marL="530295" indent="0">
              <a:buNone/>
              <a:defRPr sz="1300"/>
            </a:lvl2pPr>
            <a:lvl3pPr marL="1060590" indent="0">
              <a:buNone/>
              <a:defRPr sz="1100"/>
            </a:lvl3pPr>
            <a:lvl4pPr marL="1590886" indent="0">
              <a:buNone/>
              <a:defRPr sz="900"/>
            </a:lvl4pPr>
            <a:lvl5pPr marL="2121181" indent="0">
              <a:buNone/>
              <a:defRPr sz="900"/>
            </a:lvl5pPr>
            <a:lvl6pPr marL="2651476" indent="0">
              <a:buNone/>
              <a:defRPr sz="900"/>
            </a:lvl6pPr>
            <a:lvl7pPr marL="3181771" indent="0">
              <a:buNone/>
              <a:defRPr sz="900"/>
            </a:lvl7pPr>
            <a:lvl8pPr marL="3712067" indent="0">
              <a:buNone/>
              <a:defRPr sz="900"/>
            </a:lvl8pPr>
            <a:lvl9pPr marL="4242362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7/4/2017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233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7/4/2017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7085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439662" y="356143"/>
            <a:ext cx="2308860" cy="758801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513080" y="356143"/>
            <a:ext cx="6755555" cy="7588018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7/4/2017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102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13081" y="356141"/>
            <a:ext cx="9235441" cy="1482198"/>
          </a:xfrm>
          <a:prstGeom prst="rect">
            <a:avLst/>
          </a:prstGeom>
        </p:spPr>
        <p:txBody>
          <a:bodyPr vert="horz" lIns="106060" tIns="53030" rIns="106060" bIns="5303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13081" y="2075076"/>
            <a:ext cx="9235441" cy="5869084"/>
          </a:xfrm>
          <a:prstGeom prst="rect">
            <a:avLst/>
          </a:prstGeom>
        </p:spPr>
        <p:txBody>
          <a:bodyPr vert="horz" lIns="106060" tIns="53030" rIns="106060" bIns="5303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13080" y="8242658"/>
            <a:ext cx="2394375" cy="473480"/>
          </a:xfrm>
          <a:prstGeom prst="rect">
            <a:avLst/>
          </a:prstGeom>
        </p:spPr>
        <p:txBody>
          <a:bodyPr vert="horz" lIns="106060" tIns="53030" rIns="106060" bIns="53030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FF63-9793-40E2-8DBC-13016F069603}" type="datetimeFigureOut">
              <a:rPr lang="en-US" smtClean="0"/>
              <a:t>7/4/2017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506049" y="8242658"/>
            <a:ext cx="3249506" cy="473480"/>
          </a:xfrm>
          <a:prstGeom prst="rect">
            <a:avLst/>
          </a:prstGeom>
        </p:spPr>
        <p:txBody>
          <a:bodyPr vert="horz" lIns="106060" tIns="53030" rIns="106060" bIns="53030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7354147" y="8242658"/>
            <a:ext cx="2394375" cy="473480"/>
          </a:xfrm>
          <a:prstGeom prst="rect">
            <a:avLst/>
          </a:prstGeom>
        </p:spPr>
        <p:txBody>
          <a:bodyPr vert="horz" lIns="106060" tIns="53030" rIns="106060" bIns="53030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113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60590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7721" indent="-397721" algn="l" defTabSz="1060590" rtl="0" eaLnBrk="1" latinLnBrk="0" hangingPunct="1">
        <a:spcBef>
          <a:spcPct val="20000"/>
        </a:spcBef>
        <a:buFont typeface="Arial" panose="020B0604020202020204" pitchFamily="34" charset="0"/>
        <a:buChar char="•"/>
        <a:defRPr sz="3800" kern="1200">
          <a:solidFill>
            <a:schemeClr val="tx1"/>
          </a:solidFill>
          <a:latin typeface="+mn-lt"/>
          <a:ea typeface="+mn-ea"/>
          <a:cs typeface="+mn-cs"/>
        </a:defRPr>
      </a:lvl1pPr>
      <a:lvl2pPr marL="861730" indent="-331435" algn="l" defTabSz="1060590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25739" indent="-265149" algn="l" defTabSz="10605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1856033" indent="-265149" algn="l" defTabSz="1060590" rtl="0" eaLnBrk="1" latinLnBrk="0" hangingPunct="1">
        <a:spcBef>
          <a:spcPct val="20000"/>
        </a:spcBef>
        <a:buFont typeface="Arial" panose="020B0604020202020204" pitchFamily="34" charset="0"/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386329" indent="-265149" algn="l" defTabSz="1060590" rtl="0" eaLnBrk="1" latinLnBrk="0" hangingPunct="1">
        <a:spcBef>
          <a:spcPct val="20000"/>
        </a:spcBef>
        <a:buFont typeface="Arial" panose="020B0604020202020204" pitchFamily="34" charset="0"/>
        <a:buChar char="»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916624" indent="-265149" algn="l" defTabSz="10605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446920" indent="-265149" algn="l" defTabSz="10605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3977215" indent="-265149" algn="l" defTabSz="10605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507511" indent="-265149" algn="l" defTabSz="10605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6059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30295" algn="l" defTabSz="106059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60590" algn="l" defTabSz="106059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90886" algn="l" defTabSz="106059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21181" algn="l" defTabSz="106059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51476" algn="l" defTabSz="106059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81771" algn="l" defTabSz="106059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712067" algn="l" defTabSz="106059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42362" algn="l" defTabSz="106059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89198" y="-180000"/>
            <a:ext cx="6788150" cy="9115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49"/>
          <a:stretch/>
        </p:blipFill>
        <p:spPr bwMode="auto">
          <a:xfrm>
            <a:off x="6361200" y="-14400"/>
            <a:ext cx="4114800" cy="4586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" name="ZoneTexte 29"/>
          <p:cNvSpPr txBox="1"/>
          <p:nvPr/>
        </p:nvSpPr>
        <p:spPr>
          <a:xfrm>
            <a:off x="9595296" y="4293279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ZoneTexte 30"/>
          <p:cNvSpPr txBox="1"/>
          <p:nvPr/>
        </p:nvSpPr>
        <p:spPr>
          <a:xfrm>
            <a:off x="5562848" y="54099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ZoneTexte 31"/>
          <p:cNvSpPr txBox="1"/>
          <p:nvPr/>
        </p:nvSpPr>
        <p:spPr>
          <a:xfrm>
            <a:off x="9595296" y="116815"/>
            <a:ext cx="498855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67"/>
          <a:stretch/>
        </p:blipFill>
        <p:spPr bwMode="auto">
          <a:xfrm>
            <a:off x="6343200" y="4222800"/>
            <a:ext cx="4134258" cy="4586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ZoneTexte 7"/>
          <p:cNvSpPr txBox="1"/>
          <p:nvPr/>
        </p:nvSpPr>
        <p:spPr>
          <a:xfrm>
            <a:off x="9595296" y="4446587"/>
            <a:ext cx="484428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63275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1453</TotalTime>
  <Words>13</Words>
  <Application>Microsoft Office PowerPoint</Application>
  <PresentationFormat>Personnalisé</PresentationFormat>
  <Paragraphs>5</Paragraphs>
  <Slides>1</Slides>
  <Notes>1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Company>Hewlett-Packard Company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lucien.besombes</dc:creator>
  <cp:lastModifiedBy>Alban Lafuente</cp:lastModifiedBy>
  <cp:revision>103</cp:revision>
  <cp:lastPrinted>2016-06-10T12:04:56Z</cp:lastPrinted>
  <dcterms:created xsi:type="dcterms:W3CDTF">2015-11-02T14:28:12Z</dcterms:created>
  <dcterms:modified xsi:type="dcterms:W3CDTF">2017-07-04T10:43:55Z</dcterms:modified>
</cp:coreProperties>
</file>