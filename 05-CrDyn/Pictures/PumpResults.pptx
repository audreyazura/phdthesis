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0261600" cy="8893175"/>
  <p:notesSz cx="7099300" cy="10234613"/>
  <p:defaultTextStyle>
    <a:defPPr>
      <a:defRPr lang="en-US"/>
    </a:defPPr>
    <a:lvl1pPr marL="0" algn="l" defTabSz="1060590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0295" algn="l" defTabSz="1060590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60590" algn="l" defTabSz="1060590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90886" algn="l" defTabSz="1060590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21181" algn="l" defTabSz="1060590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51476" algn="l" defTabSz="1060590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81771" algn="l" defTabSz="1060590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12067" algn="l" defTabSz="1060590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42362" algn="l" defTabSz="1060590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143" autoAdjust="0"/>
  </p:normalViewPr>
  <p:slideViewPr>
    <p:cSldViewPr>
      <p:cViewPr>
        <p:scale>
          <a:sx n="66" d="100"/>
          <a:sy n="66" d="100"/>
        </p:scale>
        <p:origin x="-1452" y="-186"/>
      </p:cViewPr>
      <p:guideLst>
        <p:guide orient="horz" pos="2802"/>
        <p:guide pos="32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846E01DE-34E9-49ED-964F-82AFB8FEED8D}" type="datetimeFigureOut">
              <a:rPr lang="en-US" smtClean="0"/>
              <a:t>6/22/2017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36675" y="768350"/>
            <a:ext cx="442595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68" tIns="47384" rIns="94768" bIns="47384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768" tIns="47384" rIns="94768" bIns="47384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B4FE696A-DA9E-4985-AB7B-8E4E527A918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7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6059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530295" algn="l" defTabSz="106059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1060590" algn="l" defTabSz="106059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590886" algn="l" defTabSz="106059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2121181" algn="l" defTabSz="106059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651476" algn="l" defTabSz="106059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181771" algn="l" defTabSz="106059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712067" algn="l" defTabSz="106059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242362" algn="l" defTabSz="106059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336675" y="768350"/>
            <a:ext cx="4425950" cy="3836988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E696A-DA9E-4985-AB7B-8E4E527A91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316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69620" y="2762653"/>
            <a:ext cx="8722361" cy="1906268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39240" y="5039469"/>
            <a:ext cx="7183121" cy="22726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30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05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90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211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514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81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120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423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6/22/2017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891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6/22/2017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272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10596" y="5714693"/>
            <a:ext cx="8722361" cy="176628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10596" y="3769310"/>
            <a:ext cx="8722361" cy="1945382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53029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6059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90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2118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5147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8177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712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423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6/22/2017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937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13084" y="2075076"/>
            <a:ext cx="4532208" cy="5869084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216318" y="2075076"/>
            <a:ext cx="4532208" cy="5869084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6/22/2017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724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13084" y="1990674"/>
            <a:ext cx="4533989" cy="829618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30295" indent="0">
              <a:buNone/>
              <a:defRPr sz="2400" b="1"/>
            </a:lvl2pPr>
            <a:lvl3pPr marL="1060590" indent="0">
              <a:buNone/>
              <a:defRPr sz="2100" b="1"/>
            </a:lvl3pPr>
            <a:lvl4pPr marL="1590886" indent="0">
              <a:buNone/>
              <a:defRPr sz="1800" b="1"/>
            </a:lvl4pPr>
            <a:lvl5pPr marL="2121181" indent="0">
              <a:buNone/>
              <a:defRPr sz="1800" b="1"/>
            </a:lvl5pPr>
            <a:lvl6pPr marL="2651476" indent="0">
              <a:buNone/>
              <a:defRPr sz="1800" b="1"/>
            </a:lvl6pPr>
            <a:lvl7pPr marL="3181771" indent="0">
              <a:buNone/>
              <a:defRPr sz="1800" b="1"/>
            </a:lvl7pPr>
            <a:lvl8pPr marL="3712067" indent="0">
              <a:buNone/>
              <a:defRPr sz="1800" b="1"/>
            </a:lvl8pPr>
            <a:lvl9pPr marL="4242362" indent="0">
              <a:buNone/>
              <a:defRPr sz="18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084" y="2820291"/>
            <a:ext cx="4533989" cy="5123869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212754" y="1990674"/>
            <a:ext cx="4535770" cy="829618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30295" indent="0">
              <a:buNone/>
              <a:defRPr sz="2400" b="1"/>
            </a:lvl2pPr>
            <a:lvl3pPr marL="1060590" indent="0">
              <a:buNone/>
              <a:defRPr sz="2100" b="1"/>
            </a:lvl3pPr>
            <a:lvl4pPr marL="1590886" indent="0">
              <a:buNone/>
              <a:defRPr sz="1800" b="1"/>
            </a:lvl4pPr>
            <a:lvl5pPr marL="2121181" indent="0">
              <a:buNone/>
              <a:defRPr sz="1800" b="1"/>
            </a:lvl5pPr>
            <a:lvl6pPr marL="2651476" indent="0">
              <a:buNone/>
              <a:defRPr sz="1800" b="1"/>
            </a:lvl6pPr>
            <a:lvl7pPr marL="3181771" indent="0">
              <a:buNone/>
              <a:defRPr sz="1800" b="1"/>
            </a:lvl7pPr>
            <a:lvl8pPr marL="3712067" indent="0">
              <a:buNone/>
              <a:defRPr sz="1800" b="1"/>
            </a:lvl8pPr>
            <a:lvl9pPr marL="4242362" indent="0">
              <a:buNone/>
              <a:defRPr sz="18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212754" y="2820291"/>
            <a:ext cx="4535770" cy="5123869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6/22/2017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05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6/22/2017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83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6/22/2017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37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3083" y="354083"/>
            <a:ext cx="3375995" cy="1506901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012005" y="354086"/>
            <a:ext cx="5736521" cy="7590079"/>
          </a:xfrm>
        </p:spPr>
        <p:txBody>
          <a:bodyPr/>
          <a:lstStyle>
            <a:lvl1pPr>
              <a:defRPr sz="38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13083" y="1860980"/>
            <a:ext cx="3375995" cy="6083179"/>
          </a:xfrm>
        </p:spPr>
        <p:txBody>
          <a:bodyPr/>
          <a:lstStyle>
            <a:lvl1pPr marL="0" indent="0">
              <a:buNone/>
              <a:defRPr sz="1600"/>
            </a:lvl1pPr>
            <a:lvl2pPr marL="530295" indent="0">
              <a:buNone/>
              <a:defRPr sz="1300"/>
            </a:lvl2pPr>
            <a:lvl3pPr marL="1060590" indent="0">
              <a:buNone/>
              <a:defRPr sz="1100"/>
            </a:lvl3pPr>
            <a:lvl4pPr marL="1590886" indent="0">
              <a:buNone/>
              <a:defRPr sz="900"/>
            </a:lvl4pPr>
            <a:lvl5pPr marL="2121181" indent="0">
              <a:buNone/>
              <a:defRPr sz="900"/>
            </a:lvl5pPr>
            <a:lvl6pPr marL="2651476" indent="0">
              <a:buNone/>
              <a:defRPr sz="900"/>
            </a:lvl6pPr>
            <a:lvl7pPr marL="3181771" indent="0">
              <a:buNone/>
              <a:defRPr sz="900"/>
            </a:lvl7pPr>
            <a:lvl8pPr marL="3712067" indent="0">
              <a:buNone/>
              <a:defRPr sz="900"/>
            </a:lvl8pPr>
            <a:lvl9pPr marL="4242362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6/22/2017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488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11347" y="6225224"/>
            <a:ext cx="6156960" cy="734923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011347" y="794623"/>
            <a:ext cx="6156960" cy="5335905"/>
          </a:xfrm>
        </p:spPr>
        <p:txBody>
          <a:bodyPr/>
          <a:lstStyle>
            <a:lvl1pPr marL="0" indent="0">
              <a:buNone/>
              <a:defRPr sz="3800"/>
            </a:lvl1pPr>
            <a:lvl2pPr marL="530295" indent="0">
              <a:buNone/>
              <a:defRPr sz="3200"/>
            </a:lvl2pPr>
            <a:lvl3pPr marL="1060590" indent="0">
              <a:buNone/>
              <a:defRPr sz="2700"/>
            </a:lvl3pPr>
            <a:lvl4pPr marL="1590886" indent="0">
              <a:buNone/>
              <a:defRPr sz="2400"/>
            </a:lvl4pPr>
            <a:lvl5pPr marL="2121181" indent="0">
              <a:buNone/>
              <a:defRPr sz="2400"/>
            </a:lvl5pPr>
            <a:lvl6pPr marL="2651476" indent="0">
              <a:buNone/>
              <a:defRPr sz="2400"/>
            </a:lvl6pPr>
            <a:lvl7pPr marL="3181771" indent="0">
              <a:buNone/>
              <a:defRPr sz="2400"/>
            </a:lvl7pPr>
            <a:lvl8pPr marL="3712067" indent="0">
              <a:buNone/>
              <a:defRPr sz="2400"/>
            </a:lvl8pPr>
            <a:lvl9pPr marL="4242362" indent="0">
              <a:buNone/>
              <a:defRPr sz="24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011347" y="6960149"/>
            <a:ext cx="6156960" cy="1043712"/>
          </a:xfrm>
        </p:spPr>
        <p:txBody>
          <a:bodyPr/>
          <a:lstStyle>
            <a:lvl1pPr marL="0" indent="0">
              <a:buNone/>
              <a:defRPr sz="1600"/>
            </a:lvl1pPr>
            <a:lvl2pPr marL="530295" indent="0">
              <a:buNone/>
              <a:defRPr sz="1300"/>
            </a:lvl2pPr>
            <a:lvl3pPr marL="1060590" indent="0">
              <a:buNone/>
              <a:defRPr sz="1100"/>
            </a:lvl3pPr>
            <a:lvl4pPr marL="1590886" indent="0">
              <a:buNone/>
              <a:defRPr sz="900"/>
            </a:lvl4pPr>
            <a:lvl5pPr marL="2121181" indent="0">
              <a:buNone/>
              <a:defRPr sz="900"/>
            </a:lvl5pPr>
            <a:lvl6pPr marL="2651476" indent="0">
              <a:buNone/>
              <a:defRPr sz="900"/>
            </a:lvl6pPr>
            <a:lvl7pPr marL="3181771" indent="0">
              <a:buNone/>
              <a:defRPr sz="900"/>
            </a:lvl7pPr>
            <a:lvl8pPr marL="3712067" indent="0">
              <a:buNone/>
              <a:defRPr sz="900"/>
            </a:lvl8pPr>
            <a:lvl9pPr marL="4242362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6/22/2017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233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6/22/2017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708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439662" y="356143"/>
            <a:ext cx="2308860" cy="758801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513080" y="356143"/>
            <a:ext cx="6755555" cy="758801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6/22/2017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02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13081" y="356141"/>
            <a:ext cx="9235441" cy="1482198"/>
          </a:xfrm>
          <a:prstGeom prst="rect">
            <a:avLst/>
          </a:prstGeom>
        </p:spPr>
        <p:txBody>
          <a:bodyPr vert="horz" lIns="106060" tIns="53030" rIns="106060" bIns="5303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13081" y="2075076"/>
            <a:ext cx="9235441" cy="5869084"/>
          </a:xfrm>
          <a:prstGeom prst="rect">
            <a:avLst/>
          </a:prstGeom>
        </p:spPr>
        <p:txBody>
          <a:bodyPr vert="horz" lIns="106060" tIns="53030" rIns="106060" bIns="5303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513080" y="8242658"/>
            <a:ext cx="2394375" cy="473480"/>
          </a:xfrm>
          <a:prstGeom prst="rect">
            <a:avLst/>
          </a:prstGeom>
        </p:spPr>
        <p:txBody>
          <a:bodyPr vert="horz" lIns="106060" tIns="53030" rIns="106060" bIns="53030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FF63-9793-40E2-8DBC-13016F069603}" type="datetimeFigureOut">
              <a:rPr lang="en-US" smtClean="0"/>
              <a:t>6/22/2017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506049" y="8242658"/>
            <a:ext cx="3249506" cy="473480"/>
          </a:xfrm>
          <a:prstGeom prst="rect">
            <a:avLst/>
          </a:prstGeom>
        </p:spPr>
        <p:txBody>
          <a:bodyPr vert="horz" lIns="106060" tIns="53030" rIns="106060" bIns="53030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7354147" y="8242658"/>
            <a:ext cx="2394375" cy="473480"/>
          </a:xfrm>
          <a:prstGeom prst="rect">
            <a:avLst/>
          </a:prstGeom>
        </p:spPr>
        <p:txBody>
          <a:bodyPr vert="horz" lIns="106060" tIns="53030" rIns="106060" bIns="53030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113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60590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7721" indent="-397721" algn="l" defTabSz="1060590" rtl="0" eaLnBrk="1" latinLnBrk="0" hangingPunct="1">
        <a:spcBef>
          <a:spcPct val="20000"/>
        </a:spcBef>
        <a:buFont typeface="Arial" panose="020B0604020202020204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61730" indent="-331435" algn="l" defTabSz="1060590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25739" indent="-265149" algn="l" defTabSz="10605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856033" indent="-265149" algn="l" defTabSz="1060590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86329" indent="-265149" algn="l" defTabSz="1060590" rtl="0" eaLnBrk="1" latinLnBrk="0" hangingPunct="1">
        <a:spcBef>
          <a:spcPct val="20000"/>
        </a:spcBef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16624" indent="-265149" algn="l" defTabSz="10605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446920" indent="-265149" algn="l" defTabSz="10605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3977215" indent="-265149" algn="l" defTabSz="10605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507511" indent="-265149" algn="l" defTabSz="10605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05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0295" algn="l" defTabSz="10605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0590" algn="l" defTabSz="10605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90886" algn="l" defTabSz="10605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21181" algn="l" defTabSz="10605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51476" algn="l" defTabSz="10605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81771" algn="l" defTabSz="10605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12067" algn="l" defTabSz="10605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42362" algn="l" defTabSz="10605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2800" y="-13444"/>
            <a:ext cx="4346575" cy="45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8117" y="4222800"/>
            <a:ext cx="4268787" cy="45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97"/>
          <a:stretch/>
        </p:blipFill>
        <p:spPr bwMode="auto">
          <a:xfrm>
            <a:off x="-113953" y="-179685"/>
            <a:ext cx="6414393" cy="910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ZoneTexte 29"/>
          <p:cNvSpPr txBox="1"/>
          <p:nvPr/>
        </p:nvSpPr>
        <p:spPr>
          <a:xfrm>
            <a:off x="9595296" y="429327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5724376" y="9905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ZoneTexte 31"/>
          <p:cNvSpPr txBox="1"/>
          <p:nvPr/>
        </p:nvSpPr>
        <p:spPr>
          <a:xfrm>
            <a:off x="9595296" y="116815"/>
            <a:ext cx="49885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32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1192</TotalTime>
  <Words>10</Words>
  <Application>Microsoft Office PowerPoint</Application>
  <PresentationFormat>Personnalisé</PresentationFormat>
  <Paragraphs>4</Paragraphs>
  <Slides>1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Alban Lafuente</cp:lastModifiedBy>
  <cp:revision>97</cp:revision>
  <cp:lastPrinted>2016-06-10T12:04:56Z</cp:lastPrinted>
  <dcterms:created xsi:type="dcterms:W3CDTF">2015-11-02T14:28:12Z</dcterms:created>
  <dcterms:modified xsi:type="dcterms:W3CDTF">2017-06-22T14:42:22Z</dcterms:modified>
</cp:coreProperties>
</file>