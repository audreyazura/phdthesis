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989263" cy="3492500"/>
  <p:notesSz cx="6858000" cy="9144000"/>
  <p:defaultTextStyle>
    <a:defPPr>
      <a:defRPr lang="fr-FR"/>
    </a:defPPr>
    <a:lvl1pPr marL="0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1pPr>
    <a:lvl2pPr marL="187213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2pPr>
    <a:lvl3pPr marL="374425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61638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4pPr>
    <a:lvl5pPr marL="748850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5pPr>
    <a:lvl6pPr marL="936063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6pPr>
    <a:lvl7pPr marL="1123276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7pPr>
    <a:lvl8pPr marL="1310488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8pPr>
    <a:lvl9pPr marL="1497700" algn="l" defTabSz="374425" rtl="0" eaLnBrk="1" latinLnBrk="0" hangingPunct="1">
      <a:defRPr sz="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1" d="100"/>
          <a:sy n="171" d="100"/>
        </p:scale>
        <p:origin x="-2298" y="-102"/>
      </p:cViewPr>
      <p:guideLst>
        <p:guide orient="horz" pos="1100"/>
        <p:guide pos="9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24196" y="1084939"/>
            <a:ext cx="2540874" cy="74862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48390" y="1979084"/>
            <a:ext cx="2092484" cy="8925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61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4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36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23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10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97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38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8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6132" y="2244258"/>
            <a:ext cx="2540874" cy="693649"/>
          </a:xfrm>
        </p:spPr>
        <p:txBody>
          <a:bodyPr anchor="t"/>
          <a:lstStyle>
            <a:lvl1pPr algn="l">
              <a:defRPr sz="17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36132" y="1480272"/>
            <a:ext cx="2540874" cy="763984"/>
          </a:xfrm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87213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74425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3pPr>
            <a:lvl4pPr marL="56163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4pPr>
            <a:lvl5pPr marL="74885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5pPr>
            <a:lvl6pPr marL="936063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6pPr>
            <a:lvl7pPr marL="1123276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7pPr>
            <a:lvl8pPr marL="131048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8pPr>
            <a:lvl9pPr marL="149770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809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49464" y="814918"/>
            <a:ext cx="1320258" cy="2304888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19543" y="814918"/>
            <a:ext cx="1320258" cy="2304888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957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9464" y="781772"/>
            <a:ext cx="1320777" cy="325805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87213" indent="0">
              <a:buNone/>
              <a:defRPr sz="800" b="1"/>
            </a:lvl2pPr>
            <a:lvl3pPr marL="374425" indent="0">
              <a:buNone/>
              <a:defRPr sz="800" b="1"/>
            </a:lvl3pPr>
            <a:lvl4pPr marL="561638" indent="0">
              <a:buNone/>
              <a:defRPr sz="700" b="1"/>
            </a:lvl4pPr>
            <a:lvl5pPr marL="748850" indent="0">
              <a:buNone/>
              <a:defRPr sz="700" b="1"/>
            </a:lvl5pPr>
            <a:lvl6pPr marL="936063" indent="0">
              <a:buNone/>
              <a:defRPr sz="700" b="1"/>
            </a:lvl6pPr>
            <a:lvl7pPr marL="1123276" indent="0">
              <a:buNone/>
              <a:defRPr sz="700" b="1"/>
            </a:lvl7pPr>
            <a:lvl8pPr marL="1310488" indent="0">
              <a:buNone/>
              <a:defRPr sz="700" b="1"/>
            </a:lvl8pPr>
            <a:lvl9pPr marL="1497700" indent="0">
              <a:buNone/>
              <a:defRPr sz="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49464" y="1107576"/>
            <a:ext cx="1320777" cy="2012230"/>
          </a:xfrm>
        </p:spPr>
        <p:txBody>
          <a:bodyPr/>
          <a:lstStyle>
            <a:lvl1pPr>
              <a:defRPr sz="1000"/>
            </a:lvl1pPr>
            <a:lvl2pPr>
              <a:defRPr sz="8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518504" y="781772"/>
            <a:ext cx="1321296" cy="325805"/>
          </a:xfrm>
        </p:spPr>
        <p:txBody>
          <a:bodyPr anchor="b"/>
          <a:lstStyle>
            <a:lvl1pPr marL="0" indent="0">
              <a:buNone/>
              <a:defRPr sz="1000" b="1"/>
            </a:lvl1pPr>
            <a:lvl2pPr marL="187213" indent="0">
              <a:buNone/>
              <a:defRPr sz="800" b="1"/>
            </a:lvl2pPr>
            <a:lvl3pPr marL="374425" indent="0">
              <a:buNone/>
              <a:defRPr sz="800" b="1"/>
            </a:lvl3pPr>
            <a:lvl4pPr marL="561638" indent="0">
              <a:buNone/>
              <a:defRPr sz="700" b="1"/>
            </a:lvl4pPr>
            <a:lvl5pPr marL="748850" indent="0">
              <a:buNone/>
              <a:defRPr sz="700" b="1"/>
            </a:lvl5pPr>
            <a:lvl6pPr marL="936063" indent="0">
              <a:buNone/>
              <a:defRPr sz="700" b="1"/>
            </a:lvl6pPr>
            <a:lvl7pPr marL="1123276" indent="0">
              <a:buNone/>
              <a:defRPr sz="700" b="1"/>
            </a:lvl7pPr>
            <a:lvl8pPr marL="1310488" indent="0">
              <a:buNone/>
              <a:defRPr sz="700" b="1"/>
            </a:lvl8pPr>
            <a:lvl9pPr marL="1497700" indent="0">
              <a:buNone/>
              <a:defRPr sz="7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518504" y="1107576"/>
            <a:ext cx="1321296" cy="2012230"/>
          </a:xfrm>
        </p:spPr>
        <p:txBody>
          <a:bodyPr/>
          <a:lstStyle>
            <a:lvl1pPr>
              <a:defRPr sz="1000"/>
            </a:lvl1pPr>
            <a:lvl2pPr>
              <a:defRPr sz="8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49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78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811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9464" y="139054"/>
            <a:ext cx="983447" cy="591784"/>
          </a:xfrm>
        </p:spPr>
        <p:txBody>
          <a:bodyPr anchor="b"/>
          <a:lstStyle>
            <a:lvl1pPr algn="l">
              <a:defRPr sz="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68719" y="139054"/>
            <a:ext cx="1671081" cy="29807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9464" y="730838"/>
            <a:ext cx="983447" cy="2388967"/>
          </a:xfrm>
        </p:spPr>
        <p:txBody>
          <a:bodyPr/>
          <a:lstStyle>
            <a:lvl1pPr marL="0" indent="0">
              <a:buNone/>
              <a:defRPr sz="600"/>
            </a:lvl1pPr>
            <a:lvl2pPr marL="187213" indent="0">
              <a:buNone/>
              <a:defRPr sz="500"/>
            </a:lvl2pPr>
            <a:lvl3pPr marL="374425" indent="0">
              <a:buNone/>
              <a:defRPr sz="400"/>
            </a:lvl3pPr>
            <a:lvl4pPr marL="561638" indent="0">
              <a:buNone/>
              <a:defRPr sz="400"/>
            </a:lvl4pPr>
            <a:lvl5pPr marL="748850" indent="0">
              <a:buNone/>
              <a:defRPr sz="400"/>
            </a:lvl5pPr>
            <a:lvl6pPr marL="936063" indent="0">
              <a:buNone/>
              <a:defRPr sz="400"/>
            </a:lvl6pPr>
            <a:lvl7pPr marL="1123276" indent="0">
              <a:buNone/>
              <a:defRPr sz="400"/>
            </a:lvl7pPr>
            <a:lvl8pPr marL="1310488" indent="0">
              <a:buNone/>
              <a:defRPr sz="400"/>
            </a:lvl8pPr>
            <a:lvl9pPr marL="1497700" indent="0">
              <a:buNone/>
              <a:defRPr sz="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5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5917" y="2444751"/>
            <a:ext cx="1793558" cy="288617"/>
          </a:xfrm>
        </p:spPr>
        <p:txBody>
          <a:bodyPr anchor="b"/>
          <a:lstStyle>
            <a:lvl1pPr algn="l">
              <a:defRPr sz="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85917" y="312061"/>
            <a:ext cx="1793558" cy="2095500"/>
          </a:xfrm>
        </p:spPr>
        <p:txBody>
          <a:bodyPr/>
          <a:lstStyle>
            <a:lvl1pPr marL="0" indent="0">
              <a:buNone/>
              <a:defRPr sz="1400"/>
            </a:lvl1pPr>
            <a:lvl2pPr marL="187213" indent="0">
              <a:buNone/>
              <a:defRPr sz="1200"/>
            </a:lvl2pPr>
            <a:lvl3pPr marL="374425" indent="0">
              <a:buNone/>
              <a:defRPr sz="1000"/>
            </a:lvl3pPr>
            <a:lvl4pPr marL="561638" indent="0">
              <a:buNone/>
              <a:defRPr sz="800"/>
            </a:lvl4pPr>
            <a:lvl5pPr marL="748850" indent="0">
              <a:buNone/>
              <a:defRPr sz="800"/>
            </a:lvl5pPr>
            <a:lvl6pPr marL="936063" indent="0">
              <a:buNone/>
              <a:defRPr sz="800"/>
            </a:lvl6pPr>
            <a:lvl7pPr marL="1123276" indent="0">
              <a:buNone/>
              <a:defRPr sz="800"/>
            </a:lvl7pPr>
            <a:lvl8pPr marL="1310488" indent="0">
              <a:buNone/>
              <a:defRPr sz="800"/>
            </a:lvl8pPr>
            <a:lvl9pPr marL="1497700" indent="0">
              <a:buNone/>
              <a:defRPr sz="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85917" y="2733367"/>
            <a:ext cx="1793558" cy="409884"/>
          </a:xfrm>
        </p:spPr>
        <p:txBody>
          <a:bodyPr/>
          <a:lstStyle>
            <a:lvl1pPr marL="0" indent="0">
              <a:buNone/>
              <a:defRPr sz="600"/>
            </a:lvl1pPr>
            <a:lvl2pPr marL="187213" indent="0">
              <a:buNone/>
              <a:defRPr sz="500"/>
            </a:lvl2pPr>
            <a:lvl3pPr marL="374425" indent="0">
              <a:buNone/>
              <a:defRPr sz="400"/>
            </a:lvl3pPr>
            <a:lvl4pPr marL="561638" indent="0">
              <a:buNone/>
              <a:defRPr sz="400"/>
            </a:lvl4pPr>
            <a:lvl5pPr marL="748850" indent="0">
              <a:buNone/>
              <a:defRPr sz="400"/>
            </a:lvl5pPr>
            <a:lvl6pPr marL="936063" indent="0">
              <a:buNone/>
              <a:defRPr sz="400"/>
            </a:lvl6pPr>
            <a:lvl7pPr marL="1123276" indent="0">
              <a:buNone/>
              <a:defRPr sz="400"/>
            </a:lvl7pPr>
            <a:lvl8pPr marL="1310488" indent="0">
              <a:buNone/>
              <a:defRPr sz="400"/>
            </a:lvl8pPr>
            <a:lvl9pPr marL="1497700" indent="0">
              <a:buNone/>
              <a:defRPr sz="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39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664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167216" y="139862"/>
            <a:ext cx="672585" cy="297994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49464" y="139862"/>
            <a:ext cx="1967932" cy="297994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186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49463" y="139865"/>
            <a:ext cx="2690337" cy="582083"/>
          </a:xfrm>
          <a:prstGeom prst="rect">
            <a:avLst/>
          </a:prstGeom>
        </p:spPr>
        <p:txBody>
          <a:bodyPr vert="horz" lIns="37442" tIns="18722" rIns="37442" bIns="18722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49463" y="814918"/>
            <a:ext cx="2690337" cy="2304888"/>
          </a:xfrm>
          <a:prstGeom prst="rect">
            <a:avLst/>
          </a:prstGeom>
        </p:spPr>
        <p:txBody>
          <a:bodyPr vert="horz" lIns="37442" tIns="18722" rIns="37442" bIns="18722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49465" y="3237031"/>
            <a:ext cx="697494" cy="185944"/>
          </a:xfrm>
          <a:prstGeom prst="rect">
            <a:avLst/>
          </a:prstGeom>
        </p:spPr>
        <p:txBody>
          <a:bodyPr vert="horz" lIns="37442" tIns="18722" rIns="37442" bIns="18722" rtlCol="0" anchor="ctr"/>
          <a:lstStyle>
            <a:lvl1pPr algn="l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195EE-41CC-446C-8B19-E5A34D7868AA}" type="datetimeFigureOut">
              <a:rPr lang="fr-FR" smtClean="0"/>
              <a:t>22/06/2017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21332" y="3237031"/>
            <a:ext cx="946600" cy="185944"/>
          </a:xfrm>
          <a:prstGeom prst="rect">
            <a:avLst/>
          </a:prstGeom>
        </p:spPr>
        <p:txBody>
          <a:bodyPr vert="horz" lIns="37442" tIns="18722" rIns="37442" bIns="18722" rtlCol="0" anchor="ctr"/>
          <a:lstStyle>
            <a:lvl1pPr algn="ct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42306" y="3237031"/>
            <a:ext cx="697494" cy="185944"/>
          </a:xfrm>
          <a:prstGeom prst="rect">
            <a:avLst/>
          </a:prstGeom>
        </p:spPr>
        <p:txBody>
          <a:bodyPr vert="horz" lIns="37442" tIns="18722" rIns="37442" bIns="18722" rtlCol="0" anchor="ctr"/>
          <a:lstStyle>
            <a:lvl1pPr algn="r">
              <a:defRPr sz="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0BF9E-3D34-43D6-BCE3-068ABCF12EB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43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4425" rtl="0" eaLnBrk="1" latinLnBrk="0" hangingPunct="1">
        <a:spcBef>
          <a:spcPct val="0"/>
        </a:spcBef>
        <a:buNone/>
        <a:defRPr sz="1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410" indent="-140410" algn="l" defTabSz="374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04221" indent="-117008" algn="l" defTabSz="374425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68031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55244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42456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9669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16881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04094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591307" indent="-93606" algn="l" defTabSz="374425" rtl="0" eaLnBrk="1" latinLnBrk="0" hangingPunct="1">
        <a:spcBef>
          <a:spcPct val="200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187213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74425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561638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748850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936063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123276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310488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497700" algn="l" defTabSz="374425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562" y="-99392"/>
            <a:ext cx="3150369" cy="366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7" t="5049" r="14750" b="2696"/>
          <a:stretch/>
        </p:blipFill>
        <p:spPr bwMode="auto">
          <a:xfrm>
            <a:off x="-11509" y="58051"/>
            <a:ext cx="1320653" cy="2385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ZoneTexte 34"/>
          <p:cNvSpPr txBox="1"/>
          <p:nvPr/>
        </p:nvSpPr>
        <p:spPr>
          <a:xfrm>
            <a:off x="1739882" y="58051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1451850" y="276048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452289" y="66641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035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2017-06-22T16:58:01Z</dcterms:created>
  <dcterms:modified xsi:type="dcterms:W3CDTF">2017-06-22T17:18:03Z</dcterms:modified>
</cp:coreProperties>
</file>