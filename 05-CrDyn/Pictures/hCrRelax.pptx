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8532813" cy="4897438"/>
  <p:notesSz cx="6858000" cy="9144000"/>
  <p:defaultTextStyle>
    <a:defPPr>
      <a:defRPr lang="fr-FR"/>
    </a:defPPr>
    <a:lvl1pPr marL="0" algn="l" defTabSz="79207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396039" algn="l" defTabSz="79207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792078" algn="l" defTabSz="79207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188118" algn="l" defTabSz="79207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1584157" algn="l" defTabSz="79207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1980196" algn="l" defTabSz="79207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2376235" algn="l" defTabSz="79207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2772274" algn="l" defTabSz="79207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3168314" algn="l" defTabSz="79207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602" y="-810"/>
      </p:cViewPr>
      <p:guideLst>
        <p:guide orient="horz" pos="1543"/>
        <p:guide pos="26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39964" y="1521382"/>
            <a:ext cx="7252891" cy="1049774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279925" y="2775215"/>
            <a:ext cx="5972969" cy="125156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60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920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881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841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80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76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722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68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C647-5983-485F-866E-64B79F560285}" type="datetimeFigureOut">
              <a:rPr lang="fr-FR" smtClean="0"/>
              <a:t>18/10/2017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C618D-3AFC-4040-AE47-6D92042F19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0501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C647-5983-485F-866E-64B79F560285}" type="datetimeFigureOut">
              <a:rPr lang="fr-FR" smtClean="0"/>
              <a:t>18/10/2017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C618D-3AFC-4040-AE47-6D92042F19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0589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4037" y="3147057"/>
            <a:ext cx="7252891" cy="972686"/>
          </a:xfrm>
        </p:spPr>
        <p:txBody>
          <a:bodyPr anchor="t"/>
          <a:lstStyle>
            <a:lvl1pPr algn="l">
              <a:defRPr sz="35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74037" y="2075745"/>
            <a:ext cx="7252891" cy="1071313"/>
          </a:xfrm>
        </p:spPr>
        <p:txBody>
          <a:bodyPr anchor="b"/>
          <a:lstStyle>
            <a:lvl1pPr marL="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1pPr>
            <a:lvl2pPr marL="39603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79207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18811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5841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98019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3762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77227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16831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C647-5983-485F-866E-64B79F560285}" type="datetimeFigureOut">
              <a:rPr lang="fr-FR" smtClean="0"/>
              <a:t>18/10/2017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C618D-3AFC-4040-AE47-6D92042F19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0947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02941" y="1020300"/>
            <a:ext cx="3556821" cy="28851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101974" y="1020300"/>
            <a:ext cx="3558302" cy="28851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C647-5983-485F-866E-64B79F560285}" type="datetimeFigureOut">
              <a:rPr lang="fr-FR" smtClean="0"/>
              <a:t>18/10/2017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C618D-3AFC-4040-AE47-6D92042F19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6959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6641" y="196127"/>
            <a:ext cx="7679532" cy="816238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26644" y="1096255"/>
            <a:ext cx="3770141" cy="456868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6039" indent="0">
              <a:buNone/>
              <a:defRPr sz="1700" b="1"/>
            </a:lvl2pPr>
            <a:lvl3pPr marL="792078" indent="0">
              <a:buNone/>
              <a:defRPr sz="1600" b="1"/>
            </a:lvl3pPr>
            <a:lvl4pPr marL="1188118" indent="0">
              <a:buNone/>
              <a:defRPr sz="1400" b="1"/>
            </a:lvl4pPr>
            <a:lvl5pPr marL="1584157" indent="0">
              <a:buNone/>
              <a:defRPr sz="1400" b="1"/>
            </a:lvl5pPr>
            <a:lvl6pPr marL="1980196" indent="0">
              <a:buNone/>
              <a:defRPr sz="1400" b="1"/>
            </a:lvl6pPr>
            <a:lvl7pPr marL="2376235" indent="0">
              <a:buNone/>
              <a:defRPr sz="1400" b="1"/>
            </a:lvl7pPr>
            <a:lvl8pPr marL="2772274" indent="0">
              <a:buNone/>
              <a:defRPr sz="1400" b="1"/>
            </a:lvl8pPr>
            <a:lvl9pPr marL="3168314" indent="0">
              <a:buNone/>
              <a:defRPr sz="14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26644" y="1553124"/>
            <a:ext cx="3770141" cy="2821695"/>
          </a:xfrm>
        </p:spPr>
        <p:txBody>
          <a:bodyPr/>
          <a:lstStyle>
            <a:lvl1pPr>
              <a:defRPr sz="2100"/>
            </a:lvl1pPr>
            <a:lvl2pPr>
              <a:defRPr sz="17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334552" y="1096255"/>
            <a:ext cx="3771622" cy="456868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6039" indent="0">
              <a:buNone/>
              <a:defRPr sz="1700" b="1"/>
            </a:lvl2pPr>
            <a:lvl3pPr marL="792078" indent="0">
              <a:buNone/>
              <a:defRPr sz="1600" b="1"/>
            </a:lvl3pPr>
            <a:lvl4pPr marL="1188118" indent="0">
              <a:buNone/>
              <a:defRPr sz="1400" b="1"/>
            </a:lvl4pPr>
            <a:lvl5pPr marL="1584157" indent="0">
              <a:buNone/>
              <a:defRPr sz="1400" b="1"/>
            </a:lvl5pPr>
            <a:lvl6pPr marL="1980196" indent="0">
              <a:buNone/>
              <a:defRPr sz="1400" b="1"/>
            </a:lvl6pPr>
            <a:lvl7pPr marL="2376235" indent="0">
              <a:buNone/>
              <a:defRPr sz="1400" b="1"/>
            </a:lvl7pPr>
            <a:lvl8pPr marL="2772274" indent="0">
              <a:buNone/>
              <a:defRPr sz="1400" b="1"/>
            </a:lvl8pPr>
            <a:lvl9pPr marL="3168314" indent="0">
              <a:buNone/>
              <a:defRPr sz="14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334552" y="1553124"/>
            <a:ext cx="3771622" cy="2821695"/>
          </a:xfrm>
        </p:spPr>
        <p:txBody>
          <a:bodyPr/>
          <a:lstStyle>
            <a:lvl1pPr>
              <a:defRPr sz="2100"/>
            </a:lvl1pPr>
            <a:lvl2pPr>
              <a:defRPr sz="17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C647-5983-485F-866E-64B79F560285}" type="datetimeFigureOut">
              <a:rPr lang="fr-FR" smtClean="0"/>
              <a:t>18/10/2017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C618D-3AFC-4040-AE47-6D92042F19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7602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C647-5983-485F-866E-64B79F560285}" type="datetimeFigureOut">
              <a:rPr lang="fr-FR" smtClean="0"/>
              <a:t>18/10/2017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C618D-3AFC-4040-AE47-6D92042F19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6758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C647-5983-485F-866E-64B79F560285}" type="datetimeFigureOut">
              <a:rPr lang="fr-FR" smtClean="0"/>
              <a:t>18/10/2017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C618D-3AFC-4040-AE47-6D92042F19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9875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6642" y="194992"/>
            <a:ext cx="2807237" cy="829843"/>
          </a:xfrm>
        </p:spPr>
        <p:txBody>
          <a:bodyPr anchor="b"/>
          <a:lstStyle>
            <a:lvl1pPr algn="l">
              <a:defRPr sz="17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336093" y="194992"/>
            <a:ext cx="4770080" cy="417982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1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26642" y="1024836"/>
            <a:ext cx="2807237" cy="3349984"/>
          </a:xfrm>
        </p:spPr>
        <p:txBody>
          <a:bodyPr/>
          <a:lstStyle>
            <a:lvl1pPr marL="0" indent="0">
              <a:buNone/>
              <a:defRPr sz="1200"/>
            </a:lvl1pPr>
            <a:lvl2pPr marL="396039" indent="0">
              <a:buNone/>
              <a:defRPr sz="1000"/>
            </a:lvl2pPr>
            <a:lvl3pPr marL="792078" indent="0">
              <a:buNone/>
              <a:defRPr sz="800"/>
            </a:lvl3pPr>
            <a:lvl4pPr marL="1188118" indent="0">
              <a:buNone/>
              <a:defRPr sz="800"/>
            </a:lvl4pPr>
            <a:lvl5pPr marL="1584157" indent="0">
              <a:buNone/>
              <a:defRPr sz="800"/>
            </a:lvl5pPr>
            <a:lvl6pPr marL="1980196" indent="0">
              <a:buNone/>
              <a:defRPr sz="800"/>
            </a:lvl6pPr>
            <a:lvl7pPr marL="2376235" indent="0">
              <a:buNone/>
              <a:defRPr sz="800"/>
            </a:lvl7pPr>
            <a:lvl8pPr marL="2772274" indent="0">
              <a:buNone/>
              <a:defRPr sz="800"/>
            </a:lvl8pPr>
            <a:lvl9pPr marL="3168314" indent="0">
              <a:buNone/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C647-5983-485F-866E-64B79F560285}" type="datetimeFigureOut">
              <a:rPr lang="fr-FR" smtClean="0"/>
              <a:t>18/10/2017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C618D-3AFC-4040-AE47-6D92042F19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437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72492" y="3428206"/>
            <a:ext cx="5119688" cy="404719"/>
          </a:xfrm>
        </p:spPr>
        <p:txBody>
          <a:bodyPr anchor="b"/>
          <a:lstStyle>
            <a:lvl1pPr algn="l">
              <a:defRPr sz="17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672492" y="437595"/>
            <a:ext cx="5119688" cy="2938463"/>
          </a:xfrm>
        </p:spPr>
        <p:txBody>
          <a:bodyPr/>
          <a:lstStyle>
            <a:lvl1pPr marL="0" indent="0">
              <a:buNone/>
              <a:defRPr sz="2800"/>
            </a:lvl1pPr>
            <a:lvl2pPr marL="396039" indent="0">
              <a:buNone/>
              <a:defRPr sz="2400"/>
            </a:lvl2pPr>
            <a:lvl3pPr marL="792078" indent="0">
              <a:buNone/>
              <a:defRPr sz="2100"/>
            </a:lvl3pPr>
            <a:lvl4pPr marL="1188118" indent="0">
              <a:buNone/>
              <a:defRPr sz="1700"/>
            </a:lvl4pPr>
            <a:lvl5pPr marL="1584157" indent="0">
              <a:buNone/>
              <a:defRPr sz="1700"/>
            </a:lvl5pPr>
            <a:lvl6pPr marL="1980196" indent="0">
              <a:buNone/>
              <a:defRPr sz="1700"/>
            </a:lvl6pPr>
            <a:lvl7pPr marL="2376235" indent="0">
              <a:buNone/>
              <a:defRPr sz="1700"/>
            </a:lvl7pPr>
            <a:lvl8pPr marL="2772274" indent="0">
              <a:buNone/>
              <a:defRPr sz="1700"/>
            </a:lvl8pPr>
            <a:lvl9pPr marL="3168314" indent="0">
              <a:buNone/>
              <a:defRPr sz="17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672492" y="3832927"/>
            <a:ext cx="5119688" cy="574768"/>
          </a:xfrm>
        </p:spPr>
        <p:txBody>
          <a:bodyPr/>
          <a:lstStyle>
            <a:lvl1pPr marL="0" indent="0">
              <a:buNone/>
              <a:defRPr sz="1200"/>
            </a:lvl1pPr>
            <a:lvl2pPr marL="396039" indent="0">
              <a:buNone/>
              <a:defRPr sz="1000"/>
            </a:lvl2pPr>
            <a:lvl3pPr marL="792078" indent="0">
              <a:buNone/>
              <a:defRPr sz="800"/>
            </a:lvl3pPr>
            <a:lvl4pPr marL="1188118" indent="0">
              <a:buNone/>
              <a:defRPr sz="800"/>
            </a:lvl4pPr>
            <a:lvl5pPr marL="1584157" indent="0">
              <a:buNone/>
              <a:defRPr sz="800"/>
            </a:lvl5pPr>
            <a:lvl6pPr marL="1980196" indent="0">
              <a:buNone/>
              <a:defRPr sz="800"/>
            </a:lvl6pPr>
            <a:lvl7pPr marL="2376235" indent="0">
              <a:buNone/>
              <a:defRPr sz="800"/>
            </a:lvl7pPr>
            <a:lvl8pPr marL="2772274" indent="0">
              <a:buNone/>
              <a:defRPr sz="800"/>
            </a:lvl8pPr>
            <a:lvl9pPr marL="3168314" indent="0">
              <a:buNone/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C647-5983-485F-866E-64B79F560285}" type="datetimeFigureOut">
              <a:rPr lang="fr-FR" smtClean="0"/>
              <a:t>18/10/2017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C618D-3AFC-4040-AE47-6D92042F19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5401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C647-5983-485F-866E-64B79F560285}" type="datetimeFigureOut">
              <a:rPr lang="fr-FR" smtClean="0"/>
              <a:t>18/10/2017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C618D-3AFC-4040-AE47-6D92042F19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4659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5847053" y="174587"/>
            <a:ext cx="1813223" cy="3730897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02942" y="174587"/>
            <a:ext cx="5301899" cy="3730897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C647-5983-485F-866E-64B79F560285}" type="datetimeFigureOut">
              <a:rPr lang="fr-FR" smtClean="0"/>
              <a:t>18/10/2017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C618D-3AFC-4040-AE47-6D92042F19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4841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26641" y="196127"/>
            <a:ext cx="7679532" cy="816238"/>
          </a:xfrm>
          <a:prstGeom prst="rect">
            <a:avLst/>
          </a:prstGeom>
        </p:spPr>
        <p:txBody>
          <a:bodyPr vert="horz" lIns="79207" tIns="39604" rIns="79207" bIns="39604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26641" y="1142737"/>
            <a:ext cx="7679532" cy="3232083"/>
          </a:xfrm>
          <a:prstGeom prst="rect">
            <a:avLst/>
          </a:prstGeom>
        </p:spPr>
        <p:txBody>
          <a:bodyPr vert="horz" lIns="79207" tIns="39604" rIns="79207" bIns="39604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26641" y="4539201"/>
            <a:ext cx="1990990" cy="260743"/>
          </a:xfrm>
          <a:prstGeom prst="rect">
            <a:avLst/>
          </a:prstGeom>
        </p:spPr>
        <p:txBody>
          <a:bodyPr vert="horz" lIns="79207" tIns="39604" rIns="79207" bIns="39604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4C647-5983-485F-866E-64B79F560285}" type="datetimeFigureOut">
              <a:rPr lang="fr-FR" smtClean="0"/>
              <a:t>18/10/2017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915378" y="4539201"/>
            <a:ext cx="2702058" cy="260743"/>
          </a:xfrm>
          <a:prstGeom prst="rect">
            <a:avLst/>
          </a:prstGeom>
        </p:spPr>
        <p:txBody>
          <a:bodyPr vert="horz" lIns="79207" tIns="39604" rIns="79207" bIns="3960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115183" y="4539201"/>
            <a:ext cx="1990990" cy="260743"/>
          </a:xfrm>
          <a:prstGeom prst="rect">
            <a:avLst/>
          </a:prstGeom>
        </p:spPr>
        <p:txBody>
          <a:bodyPr vert="horz" lIns="79207" tIns="39604" rIns="79207" bIns="39604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9C618D-3AFC-4040-AE47-6D92042F19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5404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92078" rtl="0" eaLnBrk="1" latinLnBrk="0" hangingPunct="1">
        <a:spcBef>
          <a:spcPct val="0"/>
        </a:spcBef>
        <a:buNone/>
        <a:defRPr sz="3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029" indent="-297029" algn="l" defTabSz="7920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43563" indent="-247524" algn="l" defTabSz="792078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90099" indent="-198020" algn="l" defTabSz="7920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86138" indent="-198020" algn="l" defTabSz="792078" rtl="0" eaLnBrk="1" latinLnBrk="0" hangingPunct="1">
        <a:spcBef>
          <a:spcPct val="200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82177" indent="-198020" algn="l" defTabSz="792078" rtl="0" eaLnBrk="1" latinLnBrk="0" hangingPunct="1">
        <a:spcBef>
          <a:spcPct val="20000"/>
        </a:spcBef>
        <a:buFont typeface="Arial" panose="020B0604020202020204" pitchFamily="34" charset="0"/>
        <a:buChar char="»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78216" indent="-198020" algn="l" defTabSz="792078" rtl="0" eaLnBrk="1" latinLnBrk="0" hangingPunct="1">
        <a:spcBef>
          <a:spcPct val="20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74255" indent="-198020" algn="l" defTabSz="792078" rtl="0" eaLnBrk="1" latinLnBrk="0" hangingPunct="1">
        <a:spcBef>
          <a:spcPct val="20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2970295" indent="-198020" algn="l" defTabSz="792078" rtl="0" eaLnBrk="1" latinLnBrk="0" hangingPunct="1">
        <a:spcBef>
          <a:spcPct val="20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366334" indent="-198020" algn="l" defTabSz="792078" rtl="0" eaLnBrk="1" latinLnBrk="0" hangingPunct="1">
        <a:spcBef>
          <a:spcPct val="20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79207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96039" algn="l" defTabSz="79207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92078" algn="l" defTabSz="79207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118" algn="l" defTabSz="79207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84157" algn="l" defTabSz="79207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980196" algn="l" defTabSz="79207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6235" algn="l" defTabSz="79207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72274" algn="l" defTabSz="79207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68314" algn="l" defTabSz="79207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7.wmf"/><Relationship Id="rId20" Type="http://schemas.openxmlformats.org/officeDocument/2006/relationships/image" Target="../media/image9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image" Target="../media/image1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" name="Objet 18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3974447"/>
              </p:ext>
            </p:extLst>
          </p:nvPr>
        </p:nvGraphicFramePr>
        <p:xfrm>
          <a:off x="914188" y="186855"/>
          <a:ext cx="8572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Équation" r:id="rId3" imgW="571320" imgH="279360" progId="Equation.3">
                  <p:embed/>
                </p:oleObj>
              </mc:Choice>
              <mc:Fallback>
                <p:oleObj name="Équation" r:id="rId3" imgW="57132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188" y="186855"/>
                        <a:ext cx="8572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" name="Objet 18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2830381"/>
              </p:ext>
            </p:extLst>
          </p:nvPr>
        </p:nvGraphicFramePr>
        <p:xfrm>
          <a:off x="2650752" y="1607614"/>
          <a:ext cx="8572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Équation" r:id="rId5" imgW="571320" imgH="279360" progId="Equation.3">
                  <p:embed/>
                </p:oleObj>
              </mc:Choice>
              <mc:Fallback>
                <p:oleObj name="Équation" r:id="rId5" imgW="57132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0752" y="1607614"/>
                        <a:ext cx="8572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" name="Objet 18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2006983"/>
              </p:ext>
            </p:extLst>
          </p:nvPr>
        </p:nvGraphicFramePr>
        <p:xfrm>
          <a:off x="2804473" y="2925562"/>
          <a:ext cx="723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Équation" r:id="rId7" imgW="482400" imgH="279360" progId="Equation.3">
                  <p:embed/>
                </p:oleObj>
              </mc:Choice>
              <mc:Fallback>
                <p:oleObj name="Équation" r:id="rId7" imgW="48240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4473" y="2925562"/>
                        <a:ext cx="723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" name="AutoShape 12"/>
          <p:cNvSpPr>
            <a:spLocks/>
          </p:cNvSpPr>
          <p:nvPr/>
        </p:nvSpPr>
        <p:spPr bwMode="auto">
          <a:xfrm rot="2700000">
            <a:off x="2124145" y="879529"/>
            <a:ext cx="484757" cy="125929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28575" cap="flat">
            <a:solidFill>
              <a:srgbClr val="00B050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sp>
        <p:nvSpPr>
          <p:cNvPr id="188" name="AutoShape 12"/>
          <p:cNvSpPr>
            <a:spLocks/>
          </p:cNvSpPr>
          <p:nvPr/>
        </p:nvSpPr>
        <p:spPr bwMode="auto">
          <a:xfrm rot="5400000">
            <a:off x="2861080" y="2260178"/>
            <a:ext cx="484757" cy="125929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28575" cap="flat">
            <a:solidFill>
              <a:srgbClr val="00B050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sp>
        <p:nvSpPr>
          <p:cNvPr id="189" name="AutoShape 12"/>
          <p:cNvSpPr>
            <a:spLocks/>
          </p:cNvSpPr>
          <p:nvPr/>
        </p:nvSpPr>
        <p:spPr bwMode="auto">
          <a:xfrm>
            <a:off x="81681" y="299990"/>
            <a:ext cx="484757" cy="125929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28575" cap="flat">
            <a:solidFill>
              <a:srgbClr val="0066CC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graphicFrame>
        <p:nvGraphicFramePr>
          <p:cNvPr id="190" name="Objet 18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2744072"/>
              </p:ext>
            </p:extLst>
          </p:nvPr>
        </p:nvGraphicFramePr>
        <p:xfrm>
          <a:off x="3004498" y="4221706"/>
          <a:ext cx="3238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Équation" r:id="rId9" imgW="215640" imgH="253800" progId="Equation.3">
                  <p:embed/>
                </p:oleObj>
              </mc:Choice>
              <mc:Fallback>
                <p:oleObj name="Équation" r:id="rId9" imgW="21564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4498" y="4221706"/>
                        <a:ext cx="3238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1" name="Connecteur droit avec flèche 190"/>
          <p:cNvCxnSpPr/>
          <p:nvPr/>
        </p:nvCxnSpPr>
        <p:spPr>
          <a:xfrm>
            <a:off x="3103458" y="3429618"/>
            <a:ext cx="1" cy="72008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2" name="AutoShape 12"/>
          <p:cNvSpPr>
            <a:spLocks/>
          </p:cNvSpPr>
          <p:nvPr/>
        </p:nvSpPr>
        <p:spPr bwMode="auto">
          <a:xfrm>
            <a:off x="1331589" y="2323889"/>
            <a:ext cx="484757" cy="125929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28575" cap="flat">
            <a:solidFill>
              <a:srgbClr val="0066CC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graphicFrame>
        <p:nvGraphicFramePr>
          <p:cNvPr id="193" name="Objet 19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2155346"/>
              </p:ext>
            </p:extLst>
          </p:nvPr>
        </p:nvGraphicFramePr>
        <p:xfrm>
          <a:off x="5586628" y="332855"/>
          <a:ext cx="8572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Équation" r:id="rId11" imgW="571320" imgH="279360" progId="Equation.3">
                  <p:embed/>
                </p:oleObj>
              </mc:Choice>
              <mc:Fallback>
                <p:oleObj name="Équation" r:id="rId11" imgW="57132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6628" y="332855"/>
                        <a:ext cx="8572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" name="Objet 19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1704007"/>
              </p:ext>
            </p:extLst>
          </p:nvPr>
        </p:nvGraphicFramePr>
        <p:xfrm>
          <a:off x="7187256" y="1705025"/>
          <a:ext cx="8572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Équation" r:id="rId13" imgW="571320" imgH="279360" progId="Equation.3">
                  <p:embed/>
                </p:oleObj>
              </mc:Choice>
              <mc:Fallback>
                <p:oleObj name="Équation" r:id="rId13" imgW="57132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7256" y="1705025"/>
                        <a:ext cx="8572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" name="Objet 19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4531687"/>
              </p:ext>
            </p:extLst>
          </p:nvPr>
        </p:nvGraphicFramePr>
        <p:xfrm>
          <a:off x="7331222" y="3022303"/>
          <a:ext cx="7429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name="Équation" r:id="rId15" imgW="495000" imgH="279360" progId="Equation.3">
                  <p:embed/>
                </p:oleObj>
              </mc:Choice>
              <mc:Fallback>
                <p:oleObj name="Équation" r:id="rId15" imgW="49500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1222" y="3022303"/>
                        <a:ext cx="7429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" name="AutoShape 12"/>
          <p:cNvSpPr>
            <a:spLocks/>
          </p:cNvSpPr>
          <p:nvPr/>
        </p:nvSpPr>
        <p:spPr bwMode="auto">
          <a:xfrm rot="5400000">
            <a:off x="7397584" y="2357589"/>
            <a:ext cx="484757" cy="125929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28575" cap="flat">
            <a:solidFill>
              <a:srgbClr val="00B050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sp>
        <p:nvSpPr>
          <p:cNvPr id="197" name="AutoShape 12"/>
          <p:cNvSpPr>
            <a:spLocks/>
          </p:cNvSpPr>
          <p:nvPr/>
        </p:nvSpPr>
        <p:spPr bwMode="auto">
          <a:xfrm>
            <a:off x="4814910" y="430685"/>
            <a:ext cx="484757" cy="125929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28575" cap="flat">
            <a:solidFill>
              <a:srgbClr val="FF0000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graphicFrame>
        <p:nvGraphicFramePr>
          <p:cNvPr id="198" name="Objet 19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6227550"/>
              </p:ext>
            </p:extLst>
          </p:nvPr>
        </p:nvGraphicFramePr>
        <p:xfrm>
          <a:off x="7541002" y="4255986"/>
          <a:ext cx="3238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Équation" r:id="rId17" imgW="215640" imgH="253800" progId="Equation.3">
                  <p:embed/>
                </p:oleObj>
              </mc:Choice>
              <mc:Fallback>
                <p:oleObj name="Équation" r:id="rId17" imgW="21564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1002" y="4255986"/>
                        <a:ext cx="3238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9" name="Connecteur droit avec flèche 198"/>
          <p:cNvCxnSpPr/>
          <p:nvPr/>
        </p:nvCxnSpPr>
        <p:spPr>
          <a:xfrm>
            <a:off x="7639962" y="3463898"/>
            <a:ext cx="1" cy="72008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0" name="AutoShape 12"/>
          <p:cNvSpPr>
            <a:spLocks/>
          </p:cNvSpPr>
          <p:nvPr/>
        </p:nvSpPr>
        <p:spPr bwMode="auto">
          <a:xfrm>
            <a:off x="7839246" y="3824104"/>
            <a:ext cx="484757" cy="125929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28575" cap="flat">
            <a:solidFill>
              <a:srgbClr val="FF0000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sp>
        <p:nvSpPr>
          <p:cNvPr id="201" name="ZoneTexte 78"/>
          <p:cNvSpPr txBox="1">
            <a:spLocks noChangeArrowheads="1"/>
          </p:cNvSpPr>
          <p:nvPr/>
        </p:nvSpPr>
        <p:spPr bwMode="auto">
          <a:xfrm>
            <a:off x="4950292" y="108242"/>
            <a:ext cx="5461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FR" sz="1800" dirty="0">
                <a:solidFill>
                  <a:srgbClr val="C00000"/>
                </a:solidFill>
                <a:latin typeface="Symbol" pitchFamily="18" charset="2"/>
                <a:cs typeface="Times New Roman" pitchFamily="18" charset="0"/>
              </a:rPr>
              <a:t>s</a:t>
            </a:r>
            <a:r>
              <a:rPr lang="fr-FR" sz="1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-</a:t>
            </a:r>
          </a:p>
        </p:txBody>
      </p:sp>
      <p:sp>
        <p:nvSpPr>
          <p:cNvPr id="202" name="ZoneTexte 78"/>
          <p:cNvSpPr txBox="1">
            <a:spLocks noChangeArrowheads="1"/>
          </p:cNvSpPr>
          <p:nvPr/>
        </p:nvSpPr>
        <p:spPr bwMode="auto">
          <a:xfrm>
            <a:off x="7941218" y="3527029"/>
            <a:ext cx="5461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FR" sz="1800" dirty="0">
                <a:solidFill>
                  <a:srgbClr val="C00000"/>
                </a:solidFill>
                <a:latin typeface="Symbol" pitchFamily="18" charset="2"/>
                <a:cs typeface="Times New Roman" pitchFamily="18" charset="0"/>
              </a:rPr>
              <a:t>s</a:t>
            </a:r>
            <a:r>
              <a:rPr lang="fr-FR" sz="1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-</a:t>
            </a:r>
          </a:p>
        </p:txBody>
      </p:sp>
      <p:sp>
        <p:nvSpPr>
          <p:cNvPr id="203" name="ZoneTexte 78"/>
          <p:cNvSpPr txBox="1">
            <a:spLocks noChangeArrowheads="1"/>
          </p:cNvSpPr>
          <p:nvPr/>
        </p:nvSpPr>
        <p:spPr bwMode="auto">
          <a:xfrm>
            <a:off x="164354" y="28474"/>
            <a:ext cx="5461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FR" sz="1800" dirty="0" smtClean="0">
                <a:solidFill>
                  <a:srgbClr val="0033CC"/>
                </a:solidFill>
                <a:latin typeface="Symbol" pitchFamily="18" charset="2"/>
                <a:cs typeface="Times New Roman" pitchFamily="18" charset="0"/>
              </a:rPr>
              <a:t>s</a:t>
            </a:r>
            <a:r>
              <a:rPr lang="fr-FR" sz="1800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fr-FR" sz="1800" dirty="0">
              <a:solidFill>
                <a:srgbClr val="00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" name="ZoneTexte 78"/>
          <p:cNvSpPr txBox="1">
            <a:spLocks noChangeArrowheads="1"/>
          </p:cNvSpPr>
          <p:nvPr/>
        </p:nvSpPr>
        <p:spPr bwMode="auto">
          <a:xfrm>
            <a:off x="1403597" y="1988208"/>
            <a:ext cx="5461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FR" sz="1800" dirty="0" smtClean="0">
                <a:solidFill>
                  <a:srgbClr val="0033CC"/>
                </a:solidFill>
                <a:latin typeface="Symbol" pitchFamily="18" charset="2"/>
                <a:cs typeface="Times New Roman" pitchFamily="18" charset="0"/>
              </a:rPr>
              <a:t>s</a:t>
            </a:r>
            <a:r>
              <a:rPr lang="fr-FR" sz="1800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fr-FR" sz="1800" dirty="0">
              <a:solidFill>
                <a:srgbClr val="00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" name="ZoneTexte 204"/>
          <p:cNvSpPr txBox="1"/>
          <p:nvPr/>
        </p:nvSpPr>
        <p:spPr>
          <a:xfrm>
            <a:off x="2552344" y="689534"/>
            <a:ext cx="16144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latin typeface="Symbol" panose="05050102010706020507" pitchFamily="18" charset="2"/>
              </a:rPr>
              <a:t>t</a:t>
            </a:r>
            <a:r>
              <a:rPr lang="fr-FR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fr-F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(~5 ns)</a:t>
            </a:r>
            <a:r>
              <a:rPr lang="fr-FR" sz="1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6" name="Connecteur droit avec flèche 205"/>
          <p:cNvCxnSpPr/>
          <p:nvPr/>
        </p:nvCxnSpPr>
        <p:spPr>
          <a:xfrm flipV="1">
            <a:off x="4309415" y="149022"/>
            <a:ext cx="0" cy="47039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7" name="ZoneTexte 206"/>
          <p:cNvSpPr txBox="1"/>
          <p:nvPr/>
        </p:nvSpPr>
        <p:spPr>
          <a:xfrm>
            <a:off x="4382862" y="-35644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" name="ZoneTexte 207"/>
          <p:cNvSpPr txBox="1"/>
          <p:nvPr/>
        </p:nvSpPr>
        <p:spPr>
          <a:xfrm>
            <a:off x="3253321" y="2196189"/>
            <a:ext cx="7695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err="1" smtClean="0">
                <a:latin typeface="Symbol" panose="05050102010706020507" pitchFamily="18" charset="2"/>
              </a:rPr>
              <a:t>t</a:t>
            </a:r>
            <a:r>
              <a:rPr lang="fr-FR" sz="20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hCr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9" name="ZoneTexte 208"/>
          <p:cNvSpPr txBox="1"/>
          <p:nvPr/>
        </p:nvSpPr>
        <p:spPr>
          <a:xfrm>
            <a:off x="7789711" y="2321429"/>
            <a:ext cx="7695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err="1" smtClean="0">
                <a:latin typeface="Symbol" panose="05050102010706020507" pitchFamily="18" charset="2"/>
              </a:rPr>
              <a:t>t</a:t>
            </a:r>
            <a:r>
              <a:rPr lang="fr-FR" sz="20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hCr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0" name="Objet 20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8733413"/>
              </p:ext>
            </p:extLst>
          </p:nvPr>
        </p:nvGraphicFramePr>
        <p:xfrm>
          <a:off x="995435" y="4245943"/>
          <a:ext cx="4381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Équation" r:id="rId19" imgW="291960" imgH="253800" progId="Equation.3">
                  <p:embed/>
                </p:oleObj>
              </mc:Choice>
              <mc:Fallback>
                <p:oleObj name="Équation" r:id="rId19" imgW="29196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5435" y="4245943"/>
                        <a:ext cx="4381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11" name="Connecteur droit avec flèche 210"/>
          <p:cNvCxnSpPr/>
          <p:nvPr/>
        </p:nvCxnSpPr>
        <p:spPr>
          <a:xfrm>
            <a:off x="1214510" y="624011"/>
            <a:ext cx="0" cy="352568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2" name="AutoShape 12"/>
          <p:cNvSpPr>
            <a:spLocks/>
          </p:cNvSpPr>
          <p:nvPr/>
        </p:nvSpPr>
        <p:spPr bwMode="auto">
          <a:xfrm rot="2700000">
            <a:off x="6851427" y="995902"/>
            <a:ext cx="484757" cy="125929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28575" cap="flat">
            <a:solidFill>
              <a:srgbClr val="00B050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cxnSp>
        <p:nvCxnSpPr>
          <p:cNvPr id="213" name="Connecteur droit avec flèche 212"/>
          <p:cNvCxnSpPr/>
          <p:nvPr/>
        </p:nvCxnSpPr>
        <p:spPr>
          <a:xfrm>
            <a:off x="5967038" y="825011"/>
            <a:ext cx="1" cy="3358967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4" name="AutoShape 12"/>
          <p:cNvSpPr>
            <a:spLocks/>
          </p:cNvSpPr>
          <p:nvPr/>
        </p:nvSpPr>
        <p:spPr bwMode="auto">
          <a:xfrm>
            <a:off x="6095364" y="2579883"/>
            <a:ext cx="484757" cy="125929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28575" cap="flat">
            <a:solidFill>
              <a:srgbClr val="FF0000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sp>
        <p:nvSpPr>
          <p:cNvPr id="215" name="ZoneTexte 78"/>
          <p:cNvSpPr txBox="1">
            <a:spLocks noChangeArrowheads="1"/>
          </p:cNvSpPr>
          <p:nvPr/>
        </p:nvSpPr>
        <p:spPr bwMode="auto">
          <a:xfrm>
            <a:off x="6145306" y="2231744"/>
            <a:ext cx="5461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FR" sz="1800" dirty="0">
                <a:solidFill>
                  <a:srgbClr val="C00000"/>
                </a:solidFill>
                <a:latin typeface="Symbol" pitchFamily="18" charset="2"/>
                <a:cs typeface="Times New Roman" pitchFamily="18" charset="0"/>
              </a:rPr>
              <a:t>s</a:t>
            </a:r>
            <a:r>
              <a:rPr lang="fr-FR" sz="1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-</a:t>
            </a:r>
          </a:p>
        </p:txBody>
      </p:sp>
      <p:graphicFrame>
        <p:nvGraphicFramePr>
          <p:cNvPr id="216" name="Objet 2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2651148"/>
              </p:ext>
            </p:extLst>
          </p:nvPr>
        </p:nvGraphicFramePr>
        <p:xfrm>
          <a:off x="5785072" y="4247109"/>
          <a:ext cx="4381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" name="Équation" r:id="rId21" imgW="291960" imgH="253800" progId="Equation.3">
                  <p:embed/>
                </p:oleObj>
              </mc:Choice>
              <mc:Fallback>
                <p:oleObj name="Équation" r:id="rId21" imgW="29196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5072" y="4247109"/>
                        <a:ext cx="4381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7" name="AutoShape 12"/>
          <p:cNvSpPr>
            <a:spLocks/>
          </p:cNvSpPr>
          <p:nvPr/>
        </p:nvSpPr>
        <p:spPr bwMode="auto">
          <a:xfrm>
            <a:off x="3230734" y="3765299"/>
            <a:ext cx="484757" cy="125929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28575" cap="flat">
            <a:solidFill>
              <a:srgbClr val="0066CC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sp>
        <p:nvSpPr>
          <p:cNvPr id="218" name="ZoneTexte 78"/>
          <p:cNvSpPr txBox="1">
            <a:spLocks noChangeArrowheads="1"/>
          </p:cNvSpPr>
          <p:nvPr/>
        </p:nvSpPr>
        <p:spPr bwMode="auto">
          <a:xfrm>
            <a:off x="3302742" y="3429618"/>
            <a:ext cx="5461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FR" sz="1800" dirty="0" smtClean="0">
                <a:solidFill>
                  <a:srgbClr val="0033CC"/>
                </a:solidFill>
                <a:latin typeface="Symbol" pitchFamily="18" charset="2"/>
                <a:cs typeface="Times New Roman" pitchFamily="18" charset="0"/>
              </a:rPr>
              <a:t>s</a:t>
            </a:r>
            <a:r>
              <a:rPr lang="fr-FR" sz="1800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fr-FR" sz="1800" dirty="0">
              <a:solidFill>
                <a:srgbClr val="00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9" name="ZoneTexte 218"/>
          <p:cNvSpPr txBox="1"/>
          <p:nvPr/>
        </p:nvSpPr>
        <p:spPr>
          <a:xfrm>
            <a:off x="7133971" y="739735"/>
            <a:ext cx="16144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latin typeface="Symbol" panose="05050102010706020507" pitchFamily="18" charset="2"/>
              </a:rPr>
              <a:t>t</a:t>
            </a:r>
            <a:r>
              <a:rPr lang="fr-FR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fr-F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(~5 ns)</a:t>
            </a:r>
            <a:r>
              <a:rPr lang="fr-FR" sz="1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87484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</Words>
  <Application>Microsoft Office PowerPoint</Application>
  <PresentationFormat>Personnalisé</PresentationFormat>
  <Paragraphs>11</Paragraphs>
  <Slides>1</Slides>
  <Notes>0</Notes>
  <HiddenSlides>0</HiddenSlides>
  <MMClips>0</MMClips>
  <ScaleCrop>false</ScaleCrop>
  <HeadingPairs>
    <vt:vector size="6" baseType="variant"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3" baseType="lpstr">
      <vt:lpstr>Thème Office</vt:lpstr>
      <vt:lpstr>Équation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2</cp:revision>
  <dcterms:created xsi:type="dcterms:W3CDTF">2017-10-17T18:13:10Z</dcterms:created>
  <dcterms:modified xsi:type="dcterms:W3CDTF">2017-10-18T12:25:12Z</dcterms:modified>
</cp:coreProperties>
</file>