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540875" cy="9612313"/>
  <p:notesSz cx="6858000" cy="9144000"/>
  <p:defaultTextStyle>
    <a:defPPr>
      <a:defRPr lang="fr-FR"/>
    </a:defPPr>
    <a:lvl1pPr marL="0" algn="l" defTabSz="83629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18149" algn="l" defTabSz="83629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36296" algn="l" defTabSz="83629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54444" algn="l" defTabSz="83629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672592" algn="l" defTabSz="83629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090740" algn="l" defTabSz="83629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08889" algn="l" defTabSz="83629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27036" algn="l" defTabSz="83629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345185" algn="l" defTabSz="83629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24" autoAdjust="0"/>
  </p:normalViewPr>
  <p:slideViewPr>
    <p:cSldViewPr>
      <p:cViewPr>
        <p:scale>
          <a:sx n="66" d="100"/>
          <a:sy n="66" d="100"/>
        </p:scale>
        <p:origin x="-1584" y="66"/>
      </p:cViewPr>
      <p:guideLst>
        <p:guide orient="horz" pos="3029"/>
        <p:guide pos="30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15571" y="2986051"/>
            <a:ext cx="8109744" cy="206041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31134" y="5446980"/>
            <a:ext cx="6678613" cy="24564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8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6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4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25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0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088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27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45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05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707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3670" y="6176801"/>
            <a:ext cx="8109744" cy="1909112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3670" y="4074112"/>
            <a:ext cx="8109744" cy="2102692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1814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3629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5444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725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907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50888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92703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34518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50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77049" y="2242875"/>
            <a:ext cx="4213886" cy="6343683"/>
          </a:xfrm>
        </p:spPr>
        <p:txBody>
          <a:bodyPr/>
          <a:lstStyle>
            <a:lvl1pPr>
              <a:defRPr sz="26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849950" y="2242875"/>
            <a:ext cx="4213886" cy="6343683"/>
          </a:xfrm>
        </p:spPr>
        <p:txBody>
          <a:bodyPr/>
          <a:lstStyle>
            <a:lvl1pPr>
              <a:defRPr sz="26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067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7052" y="2151650"/>
            <a:ext cx="4215543" cy="896704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18149" indent="0">
              <a:buNone/>
              <a:defRPr sz="1900" b="1"/>
            </a:lvl2pPr>
            <a:lvl3pPr marL="836296" indent="0">
              <a:buNone/>
              <a:defRPr sz="1700" b="1"/>
            </a:lvl3pPr>
            <a:lvl4pPr marL="1254444" indent="0">
              <a:buNone/>
              <a:defRPr sz="1500" b="1"/>
            </a:lvl4pPr>
            <a:lvl5pPr marL="1672592" indent="0">
              <a:buNone/>
              <a:defRPr sz="1500" b="1"/>
            </a:lvl5pPr>
            <a:lvl6pPr marL="2090740" indent="0">
              <a:buNone/>
              <a:defRPr sz="1500" b="1"/>
            </a:lvl6pPr>
            <a:lvl7pPr marL="2508889" indent="0">
              <a:buNone/>
              <a:defRPr sz="1500" b="1"/>
            </a:lvl7pPr>
            <a:lvl8pPr marL="2927036" indent="0">
              <a:buNone/>
              <a:defRPr sz="1500" b="1"/>
            </a:lvl8pPr>
            <a:lvl9pPr marL="3345185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7052" y="3048353"/>
            <a:ext cx="4215543" cy="5538206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846632" y="2151650"/>
            <a:ext cx="4217200" cy="896704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18149" indent="0">
              <a:buNone/>
              <a:defRPr sz="1900" b="1"/>
            </a:lvl2pPr>
            <a:lvl3pPr marL="836296" indent="0">
              <a:buNone/>
              <a:defRPr sz="1700" b="1"/>
            </a:lvl3pPr>
            <a:lvl4pPr marL="1254444" indent="0">
              <a:buNone/>
              <a:defRPr sz="1500" b="1"/>
            </a:lvl4pPr>
            <a:lvl5pPr marL="1672592" indent="0">
              <a:buNone/>
              <a:defRPr sz="1500" b="1"/>
            </a:lvl5pPr>
            <a:lvl6pPr marL="2090740" indent="0">
              <a:buNone/>
              <a:defRPr sz="1500" b="1"/>
            </a:lvl6pPr>
            <a:lvl7pPr marL="2508889" indent="0">
              <a:buNone/>
              <a:defRPr sz="1500" b="1"/>
            </a:lvl7pPr>
            <a:lvl8pPr marL="2927036" indent="0">
              <a:buNone/>
              <a:defRPr sz="1500" b="1"/>
            </a:lvl8pPr>
            <a:lvl9pPr marL="3345185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846632" y="3048353"/>
            <a:ext cx="4217200" cy="5538206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09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05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61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7049" y="382716"/>
            <a:ext cx="3138882" cy="1628751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30218" y="382716"/>
            <a:ext cx="5333614" cy="8203841"/>
          </a:xfrm>
        </p:spPr>
        <p:txBody>
          <a:bodyPr/>
          <a:lstStyle>
            <a:lvl1pPr>
              <a:defRPr sz="2900"/>
            </a:lvl1pPr>
            <a:lvl2pPr>
              <a:defRPr sz="26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7049" y="2011467"/>
            <a:ext cx="3138882" cy="6575090"/>
          </a:xfrm>
        </p:spPr>
        <p:txBody>
          <a:bodyPr/>
          <a:lstStyle>
            <a:lvl1pPr marL="0" indent="0">
              <a:buNone/>
              <a:defRPr sz="1200"/>
            </a:lvl1pPr>
            <a:lvl2pPr marL="418149" indent="0">
              <a:buNone/>
              <a:defRPr sz="1000"/>
            </a:lvl2pPr>
            <a:lvl3pPr marL="836296" indent="0">
              <a:buNone/>
              <a:defRPr sz="900"/>
            </a:lvl3pPr>
            <a:lvl4pPr marL="1254444" indent="0">
              <a:buNone/>
              <a:defRPr sz="800"/>
            </a:lvl4pPr>
            <a:lvl5pPr marL="1672592" indent="0">
              <a:buNone/>
              <a:defRPr sz="800"/>
            </a:lvl5pPr>
            <a:lvl6pPr marL="2090740" indent="0">
              <a:buNone/>
              <a:defRPr sz="800"/>
            </a:lvl6pPr>
            <a:lvl7pPr marL="2508889" indent="0">
              <a:buNone/>
              <a:defRPr sz="800"/>
            </a:lvl7pPr>
            <a:lvl8pPr marL="2927036" indent="0">
              <a:buNone/>
              <a:defRPr sz="800"/>
            </a:lvl8pPr>
            <a:lvl9pPr marL="3345185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17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70085" y="6728619"/>
            <a:ext cx="5724525" cy="794352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70085" y="858881"/>
            <a:ext cx="5724525" cy="5767388"/>
          </a:xfrm>
        </p:spPr>
        <p:txBody>
          <a:bodyPr/>
          <a:lstStyle>
            <a:lvl1pPr marL="0" indent="0">
              <a:buNone/>
              <a:defRPr sz="2900"/>
            </a:lvl1pPr>
            <a:lvl2pPr marL="418149" indent="0">
              <a:buNone/>
              <a:defRPr sz="2600"/>
            </a:lvl2pPr>
            <a:lvl3pPr marL="836296" indent="0">
              <a:buNone/>
              <a:defRPr sz="2300"/>
            </a:lvl3pPr>
            <a:lvl4pPr marL="1254444" indent="0">
              <a:buNone/>
              <a:defRPr sz="1900"/>
            </a:lvl4pPr>
            <a:lvl5pPr marL="1672592" indent="0">
              <a:buNone/>
              <a:defRPr sz="1900"/>
            </a:lvl5pPr>
            <a:lvl6pPr marL="2090740" indent="0">
              <a:buNone/>
              <a:defRPr sz="1900"/>
            </a:lvl6pPr>
            <a:lvl7pPr marL="2508889" indent="0">
              <a:buNone/>
              <a:defRPr sz="1900"/>
            </a:lvl7pPr>
            <a:lvl8pPr marL="2927036" indent="0">
              <a:buNone/>
              <a:defRPr sz="1900"/>
            </a:lvl8pPr>
            <a:lvl9pPr marL="3345185" indent="0">
              <a:buNone/>
              <a:defRPr sz="19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70085" y="7522974"/>
            <a:ext cx="5724525" cy="1128110"/>
          </a:xfrm>
        </p:spPr>
        <p:txBody>
          <a:bodyPr/>
          <a:lstStyle>
            <a:lvl1pPr marL="0" indent="0">
              <a:buNone/>
              <a:defRPr sz="1200"/>
            </a:lvl1pPr>
            <a:lvl2pPr marL="418149" indent="0">
              <a:buNone/>
              <a:defRPr sz="1000"/>
            </a:lvl2pPr>
            <a:lvl3pPr marL="836296" indent="0">
              <a:buNone/>
              <a:defRPr sz="900"/>
            </a:lvl3pPr>
            <a:lvl4pPr marL="1254444" indent="0">
              <a:buNone/>
              <a:defRPr sz="800"/>
            </a:lvl4pPr>
            <a:lvl5pPr marL="1672592" indent="0">
              <a:buNone/>
              <a:defRPr sz="800"/>
            </a:lvl5pPr>
            <a:lvl6pPr marL="2090740" indent="0">
              <a:buNone/>
              <a:defRPr sz="800"/>
            </a:lvl6pPr>
            <a:lvl7pPr marL="2508889" indent="0">
              <a:buNone/>
              <a:defRPr sz="800"/>
            </a:lvl7pPr>
            <a:lvl8pPr marL="2927036" indent="0">
              <a:buNone/>
              <a:defRPr sz="800"/>
            </a:lvl8pPr>
            <a:lvl9pPr marL="3345185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91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39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917140" y="384940"/>
            <a:ext cx="2146697" cy="820161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77042" y="384940"/>
            <a:ext cx="6281076" cy="820161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5142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7044" y="384943"/>
            <a:ext cx="8586788" cy="1602051"/>
          </a:xfrm>
          <a:prstGeom prst="rect">
            <a:avLst/>
          </a:prstGeom>
        </p:spPr>
        <p:txBody>
          <a:bodyPr vert="horz" lIns="83630" tIns="41815" rIns="83630" bIns="4181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7044" y="2242875"/>
            <a:ext cx="8586788" cy="6343683"/>
          </a:xfrm>
          <a:prstGeom prst="rect">
            <a:avLst/>
          </a:prstGeom>
        </p:spPr>
        <p:txBody>
          <a:bodyPr vert="horz" lIns="83630" tIns="41815" rIns="83630" bIns="4181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77046" y="8909194"/>
            <a:ext cx="2226204" cy="511766"/>
          </a:xfrm>
          <a:prstGeom prst="rect">
            <a:avLst/>
          </a:prstGeom>
        </p:spPr>
        <p:txBody>
          <a:bodyPr vert="horz" lIns="83630" tIns="41815" rIns="83630" bIns="41815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029C7-0013-41CD-AA45-5AC734C7F128}" type="datetimeFigureOut">
              <a:rPr lang="fr-FR" smtClean="0"/>
              <a:t>04/07/2017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259805" y="8909194"/>
            <a:ext cx="3021277" cy="511766"/>
          </a:xfrm>
          <a:prstGeom prst="rect">
            <a:avLst/>
          </a:prstGeom>
        </p:spPr>
        <p:txBody>
          <a:bodyPr vert="horz" lIns="83630" tIns="41815" rIns="83630" bIns="41815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837631" y="8909194"/>
            <a:ext cx="2226204" cy="511766"/>
          </a:xfrm>
          <a:prstGeom prst="rect">
            <a:avLst/>
          </a:prstGeom>
        </p:spPr>
        <p:txBody>
          <a:bodyPr vert="horz" lIns="83630" tIns="41815" rIns="83630" bIns="41815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BA31A-AE21-49A9-994C-9F1327BAAF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367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36296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3611" indent="-313611" algn="l" defTabSz="836296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79490" indent="-261343" algn="l" defTabSz="836296" rtl="0" eaLnBrk="1" latinLnBrk="0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45370" indent="-209075" algn="l" defTabSz="836296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463519" indent="-209075" algn="l" defTabSz="836296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81666" indent="-209075" algn="l" defTabSz="836296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99815" indent="-209075" algn="l" defTabSz="836296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17963" indent="-209075" algn="l" defTabSz="836296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36110" indent="-209075" algn="l" defTabSz="836296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554259" indent="-209075" algn="l" defTabSz="836296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36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18149" algn="l" defTabSz="836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36296" algn="l" defTabSz="836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54444" algn="l" defTabSz="836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72592" algn="l" defTabSz="836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90740" algn="l" defTabSz="836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08889" algn="l" defTabSz="836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7036" algn="l" defTabSz="836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45185" algn="l" defTabSz="836296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000" y="439200"/>
            <a:ext cx="3446462" cy="469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9"/>
          <a:stretch/>
        </p:blipFill>
        <p:spPr bwMode="auto">
          <a:xfrm>
            <a:off x="6303600" y="608400"/>
            <a:ext cx="3416483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977" y="5002489"/>
            <a:ext cx="3420000" cy="4646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6"/>
          <a:stretch/>
        </p:blipFill>
        <p:spPr bwMode="auto">
          <a:xfrm>
            <a:off x="6303600" y="5119200"/>
            <a:ext cx="341022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Picture 2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4" t="3491" r="7824" b="86269"/>
          <a:stretch/>
        </p:blipFill>
        <p:spPr bwMode="auto">
          <a:xfrm>
            <a:off x="3581219" y="-36000"/>
            <a:ext cx="2540794" cy="45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7" name="Groupe 116"/>
          <p:cNvGrpSpPr>
            <a:grpSpLocks noChangeAspect="1"/>
          </p:cNvGrpSpPr>
          <p:nvPr/>
        </p:nvGrpSpPr>
        <p:grpSpPr>
          <a:xfrm>
            <a:off x="3570603" y="619289"/>
            <a:ext cx="1429655" cy="1152000"/>
            <a:chOff x="307540" y="751587"/>
            <a:chExt cx="2041660" cy="1698173"/>
          </a:xfrm>
        </p:grpSpPr>
        <p:pic>
          <p:nvPicPr>
            <p:cNvPr id="118" name="Image 117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93" t="26566" r="26002" b="23523"/>
            <a:stretch/>
          </p:blipFill>
          <p:spPr>
            <a:xfrm>
              <a:off x="307540" y="751587"/>
              <a:ext cx="2041660" cy="1698173"/>
            </a:xfrm>
            <a:prstGeom prst="rect">
              <a:avLst/>
            </a:prstGeom>
          </p:spPr>
        </p:pic>
        <p:cxnSp>
          <p:nvCxnSpPr>
            <p:cNvPr id="119" name="Connecteur droit 118"/>
            <p:cNvCxnSpPr/>
            <p:nvPr/>
          </p:nvCxnSpPr>
          <p:spPr>
            <a:xfrm>
              <a:off x="1130961" y="1488430"/>
              <a:ext cx="41670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ZoneTexte 119"/>
            <p:cNvSpPr txBox="1"/>
            <p:nvPr/>
          </p:nvSpPr>
          <p:spPr>
            <a:xfrm>
              <a:off x="1024855" y="1150652"/>
              <a:ext cx="5084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 µm</a:t>
              </a:r>
              <a:endPara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1" name="Ellipse 120"/>
          <p:cNvSpPr/>
          <p:nvPr/>
        </p:nvSpPr>
        <p:spPr>
          <a:xfrm>
            <a:off x="3959592" y="4068456"/>
            <a:ext cx="1080120" cy="64807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2" name="Image 12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94" t="27421" r="29064" b="21556"/>
          <a:stretch/>
        </p:blipFill>
        <p:spPr>
          <a:xfrm>
            <a:off x="3578974" y="5177633"/>
            <a:ext cx="1428237" cy="1152000"/>
          </a:xfrm>
          <a:prstGeom prst="rect">
            <a:avLst/>
          </a:prstGeom>
        </p:spPr>
      </p:pic>
      <p:sp>
        <p:nvSpPr>
          <p:cNvPr id="124" name="ZoneTexte 123"/>
          <p:cNvSpPr txBox="1"/>
          <p:nvPr/>
        </p:nvSpPr>
        <p:spPr>
          <a:xfrm>
            <a:off x="3045145" y="34166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ZoneTexte 124"/>
          <p:cNvSpPr txBox="1"/>
          <p:nvPr/>
        </p:nvSpPr>
        <p:spPr>
          <a:xfrm>
            <a:off x="6386886" y="413668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ZoneTexte 126"/>
          <p:cNvSpPr txBox="1"/>
          <p:nvPr/>
        </p:nvSpPr>
        <p:spPr>
          <a:xfrm>
            <a:off x="6408936" y="4896768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ZoneTexte 127"/>
          <p:cNvSpPr txBox="1"/>
          <p:nvPr/>
        </p:nvSpPr>
        <p:spPr>
          <a:xfrm>
            <a:off x="3024560" y="4867151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3960664" y="8641184"/>
            <a:ext cx="1080120" cy="648072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20"/>
          <a:stretch/>
        </p:blipFill>
        <p:spPr bwMode="auto">
          <a:xfrm>
            <a:off x="-144000" y="608400"/>
            <a:ext cx="3244155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" name="ZoneTexte 122"/>
          <p:cNvSpPr txBox="1"/>
          <p:nvPr/>
        </p:nvSpPr>
        <p:spPr>
          <a:xfrm>
            <a:off x="67867" y="384051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0554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17</Words>
  <Application>Microsoft Office PowerPoint</Application>
  <PresentationFormat>Personnalisé</PresentationFormat>
  <Paragraphs>6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16</cp:revision>
  <dcterms:created xsi:type="dcterms:W3CDTF">2017-06-30T21:30:07Z</dcterms:created>
  <dcterms:modified xsi:type="dcterms:W3CDTF">2017-07-04T15:31:05Z</dcterms:modified>
</cp:coreProperties>
</file>