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3501688" cy="666115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01F9"/>
    <a:srgbClr val="1C01BF"/>
    <a:srgbClr val="004D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24" autoAdjust="0"/>
  </p:normalViewPr>
  <p:slideViewPr>
    <p:cSldViewPr>
      <p:cViewPr>
        <p:scale>
          <a:sx n="75" d="100"/>
          <a:sy n="75" d="100"/>
        </p:scale>
        <p:origin x="-414" y="-396"/>
      </p:cViewPr>
      <p:guideLst>
        <p:guide orient="horz" pos="2099"/>
        <p:guide pos="425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012632" y="2069279"/>
            <a:ext cx="11476435" cy="142783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025255" y="3774652"/>
            <a:ext cx="9451182" cy="17022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A432-5DCA-439F-942C-901318AA5A3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5F6ED-5AE7-4B14-A618-C9C13809D2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040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A432-5DCA-439F-942C-901318AA5A3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5F6ED-5AE7-4B14-A618-C9C13809D2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0993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6545" y="4280412"/>
            <a:ext cx="11476435" cy="1322979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66545" y="2823280"/>
            <a:ext cx="11476435" cy="145712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A432-5DCA-439F-942C-901318AA5A3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5F6ED-5AE7-4B14-A618-C9C13809D2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117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75085" y="1554274"/>
            <a:ext cx="5963246" cy="43960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863358" y="1554274"/>
            <a:ext cx="5963246" cy="43960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A432-5DCA-439F-942C-901318AA5A3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5F6ED-5AE7-4B14-A618-C9C13809D2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9572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75089" y="1491049"/>
            <a:ext cx="5965591" cy="6213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75089" y="2112449"/>
            <a:ext cx="5965591" cy="383787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858676" y="1491049"/>
            <a:ext cx="5967933" cy="6213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858676" y="2112449"/>
            <a:ext cx="5967933" cy="383787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A432-5DCA-439F-942C-901318AA5A3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5F6ED-5AE7-4B14-A618-C9C13809D2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3964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A432-5DCA-439F-942C-901318AA5A3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5F6ED-5AE7-4B14-A618-C9C13809D2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1619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A432-5DCA-439F-942C-901318AA5A3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5F6ED-5AE7-4B14-A618-C9C13809D2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3868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5090" y="265213"/>
            <a:ext cx="4441963" cy="112869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278786" y="265218"/>
            <a:ext cx="7547818" cy="568510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75090" y="1393911"/>
            <a:ext cx="4441963" cy="4556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A432-5DCA-439F-942C-901318AA5A3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5F6ED-5AE7-4B14-A618-C9C13809D2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9308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646429" y="4662805"/>
            <a:ext cx="8101013" cy="55047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646429" y="595188"/>
            <a:ext cx="8101013" cy="399669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646429" y="5213276"/>
            <a:ext cx="8101013" cy="78175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A432-5DCA-439F-942C-901318AA5A3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5F6ED-5AE7-4B14-A618-C9C13809D2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1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A432-5DCA-439F-942C-901318AA5A3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5F6ED-5AE7-4B14-A618-C9C13809D2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7593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788724" y="266761"/>
            <a:ext cx="3037880" cy="568356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75088" y="266761"/>
            <a:ext cx="8888611" cy="568356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A432-5DCA-439F-942C-901318AA5A3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5F6ED-5AE7-4B14-A618-C9C13809D2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683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75089" y="266757"/>
            <a:ext cx="12151519" cy="11101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75089" y="1554274"/>
            <a:ext cx="12151519" cy="4396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75086" y="6173905"/>
            <a:ext cx="3150394" cy="354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2A432-5DCA-439F-942C-901318AA5A3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613083" y="6173905"/>
            <a:ext cx="4275535" cy="354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676212" y="6173905"/>
            <a:ext cx="3150394" cy="354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5F6ED-5AE7-4B14-A618-C9C13809D2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558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9916" y="44624"/>
            <a:ext cx="5240337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800" y="172800"/>
            <a:ext cx="4038600" cy="652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7" name="Connecteur droit 146"/>
          <p:cNvCxnSpPr/>
          <p:nvPr/>
        </p:nvCxnSpPr>
        <p:spPr>
          <a:xfrm>
            <a:off x="11215340" y="1835428"/>
            <a:ext cx="0" cy="468052"/>
          </a:xfrm>
          <a:prstGeom prst="line">
            <a:avLst/>
          </a:prstGeom>
          <a:ln>
            <a:solidFill>
              <a:srgbClr val="2401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eur droit 147"/>
          <p:cNvCxnSpPr/>
          <p:nvPr/>
        </p:nvCxnSpPr>
        <p:spPr>
          <a:xfrm>
            <a:off x="11935420" y="1833824"/>
            <a:ext cx="0" cy="468000"/>
          </a:xfrm>
          <a:prstGeom prst="line">
            <a:avLst/>
          </a:prstGeom>
          <a:ln>
            <a:solidFill>
              <a:srgbClr val="2401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>
            <a:off x="9440756" y="2303480"/>
            <a:ext cx="1774584" cy="0"/>
          </a:xfrm>
          <a:prstGeom prst="line">
            <a:avLst/>
          </a:prstGeom>
          <a:ln>
            <a:solidFill>
              <a:srgbClr val="2401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eur droit 149"/>
          <p:cNvCxnSpPr/>
          <p:nvPr/>
        </p:nvCxnSpPr>
        <p:spPr>
          <a:xfrm>
            <a:off x="11935420" y="2303480"/>
            <a:ext cx="1306936" cy="0"/>
          </a:xfrm>
          <a:prstGeom prst="line">
            <a:avLst/>
          </a:prstGeom>
          <a:ln>
            <a:solidFill>
              <a:srgbClr val="2401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eur droit 150"/>
          <p:cNvCxnSpPr/>
          <p:nvPr/>
        </p:nvCxnSpPr>
        <p:spPr>
          <a:xfrm>
            <a:off x="11215340" y="1833824"/>
            <a:ext cx="720080" cy="0"/>
          </a:xfrm>
          <a:prstGeom prst="line">
            <a:avLst/>
          </a:prstGeom>
          <a:ln>
            <a:solidFill>
              <a:srgbClr val="2401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ZoneTexte 151"/>
          <p:cNvSpPr txBox="1"/>
          <p:nvPr/>
        </p:nvSpPr>
        <p:spPr>
          <a:xfrm>
            <a:off x="11152951" y="1295368"/>
            <a:ext cx="8547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Resonant</a:t>
            </a: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pump</a:t>
            </a: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1044" y="2387493"/>
            <a:ext cx="5124450" cy="430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4" name="Connecteur droit 153"/>
          <p:cNvCxnSpPr/>
          <p:nvPr/>
        </p:nvCxnSpPr>
        <p:spPr>
          <a:xfrm>
            <a:off x="900000" y="4931772"/>
            <a:ext cx="52225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/>
          <p:cNvCxnSpPr/>
          <p:nvPr/>
        </p:nvCxnSpPr>
        <p:spPr>
          <a:xfrm>
            <a:off x="1422252" y="4463720"/>
            <a:ext cx="32374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/>
          <p:cNvCxnSpPr/>
          <p:nvPr/>
        </p:nvCxnSpPr>
        <p:spPr>
          <a:xfrm>
            <a:off x="1749027" y="4931772"/>
            <a:ext cx="174297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/>
          <p:cNvCxnSpPr/>
          <p:nvPr/>
        </p:nvCxnSpPr>
        <p:spPr>
          <a:xfrm>
            <a:off x="1422252" y="4463720"/>
            <a:ext cx="0" cy="4680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/>
          <p:cNvCxnSpPr/>
          <p:nvPr/>
        </p:nvCxnSpPr>
        <p:spPr>
          <a:xfrm>
            <a:off x="1746000" y="4463720"/>
            <a:ext cx="0" cy="4680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eur droit 158"/>
          <p:cNvCxnSpPr/>
          <p:nvPr/>
        </p:nvCxnSpPr>
        <p:spPr>
          <a:xfrm>
            <a:off x="3493020" y="4463720"/>
            <a:ext cx="0" cy="4680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eur droit 159"/>
          <p:cNvCxnSpPr/>
          <p:nvPr/>
        </p:nvCxnSpPr>
        <p:spPr>
          <a:xfrm>
            <a:off x="3493020" y="4463720"/>
            <a:ext cx="73754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eur droit 160"/>
          <p:cNvCxnSpPr/>
          <p:nvPr/>
        </p:nvCxnSpPr>
        <p:spPr>
          <a:xfrm>
            <a:off x="4230564" y="4463720"/>
            <a:ext cx="0" cy="4680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eur droit 161"/>
          <p:cNvCxnSpPr/>
          <p:nvPr/>
        </p:nvCxnSpPr>
        <p:spPr>
          <a:xfrm>
            <a:off x="4230564" y="4935182"/>
            <a:ext cx="4854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ZoneTexte 162"/>
          <p:cNvSpPr txBox="1"/>
          <p:nvPr/>
        </p:nvSpPr>
        <p:spPr>
          <a:xfrm>
            <a:off x="1124708" y="4947275"/>
            <a:ext cx="918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Quasi-</a:t>
            </a:r>
            <a:r>
              <a:rPr lang="fr-FR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probe</a:t>
            </a: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ZoneTexte 163"/>
          <p:cNvSpPr txBox="1"/>
          <p:nvPr/>
        </p:nvSpPr>
        <p:spPr>
          <a:xfrm>
            <a:off x="3434431" y="4947824"/>
            <a:ext cx="8547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Resonant</a:t>
            </a: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pump</a:t>
            </a: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ZoneTexte 89"/>
          <p:cNvSpPr txBox="1"/>
          <p:nvPr/>
        </p:nvSpPr>
        <p:spPr>
          <a:xfrm>
            <a:off x="-17908" y="18207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ZoneTexte 165"/>
          <p:cNvSpPr txBox="1"/>
          <p:nvPr/>
        </p:nvSpPr>
        <p:spPr>
          <a:xfrm>
            <a:off x="4806628" y="18207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ZoneTexte 166"/>
          <p:cNvSpPr txBox="1"/>
          <p:nvPr/>
        </p:nvSpPr>
        <p:spPr>
          <a:xfrm>
            <a:off x="8655377" y="2148830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Connecteur droit 2"/>
          <p:cNvCxnSpPr/>
          <p:nvPr/>
        </p:nvCxnSpPr>
        <p:spPr>
          <a:xfrm>
            <a:off x="1746000" y="4697746"/>
            <a:ext cx="1746000" cy="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/>
          <p:cNvSpPr txBox="1"/>
          <p:nvPr/>
        </p:nvSpPr>
        <p:spPr>
          <a:xfrm>
            <a:off x="2310658" y="4338687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fr-FR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dark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Connecteur droit 30"/>
          <p:cNvCxnSpPr/>
          <p:nvPr/>
        </p:nvCxnSpPr>
        <p:spPr>
          <a:xfrm>
            <a:off x="9469340" y="2067824"/>
            <a:ext cx="1746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>
          <a:xfrm>
            <a:off x="10066463" y="1665099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fr-FR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dark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Connecteur droit 32"/>
          <p:cNvCxnSpPr/>
          <p:nvPr/>
        </p:nvCxnSpPr>
        <p:spPr>
          <a:xfrm>
            <a:off x="11935420" y="2069454"/>
            <a:ext cx="1306936" cy="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/>
          <p:cNvSpPr txBox="1"/>
          <p:nvPr/>
        </p:nvSpPr>
        <p:spPr>
          <a:xfrm>
            <a:off x="12319770" y="1665099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fr-FR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dark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4085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22</Words>
  <Application>Microsoft Office PowerPoint</Application>
  <PresentationFormat>Personnalisé</PresentationFormat>
  <Paragraphs>12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7</cp:revision>
  <dcterms:created xsi:type="dcterms:W3CDTF">2017-06-29T19:41:43Z</dcterms:created>
  <dcterms:modified xsi:type="dcterms:W3CDTF">2017-07-03T20:09:05Z</dcterms:modified>
</cp:coreProperties>
</file>