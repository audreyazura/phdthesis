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3501688" cy="666115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01F9"/>
    <a:srgbClr val="1C01BF"/>
    <a:srgbClr val="004D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524" autoAdjust="0"/>
  </p:normalViewPr>
  <p:slideViewPr>
    <p:cSldViewPr>
      <p:cViewPr varScale="1">
        <p:scale>
          <a:sx n="82" d="100"/>
          <a:sy n="82" d="100"/>
        </p:scale>
        <p:origin x="-120" y="-198"/>
      </p:cViewPr>
      <p:guideLst>
        <p:guide orient="horz" pos="2099"/>
        <p:guide pos="425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012632" y="2069279"/>
            <a:ext cx="11476435" cy="1427830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2025255" y="3774652"/>
            <a:ext cx="9451182" cy="170229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2A432-5DCA-439F-942C-901318AA5A35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5F6ED-5AE7-4B14-A618-C9C13809D2A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0405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2A432-5DCA-439F-942C-901318AA5A35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5F6ED-5AE7-4B14-A618-C9C13809D2A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0993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066545" y="4280412"/>
            <a:ext cx="11476435" cy="1322979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066545" y="2823280"/>
            <a:ext cx="11476435" cy="145712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2A432-5DCA-439F-942C-901318AA5A35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5F6ED-5AE7-4B14-A618-C9C13809D2A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1176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75085" y="1554274"/>
            <a:ext cx="5963246" cy="43960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863358" y="1554274"/>
            <a:ext cx="5963246" cy="43960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2A432-5DCA-439F-942C-901318AA5A35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5F6ED-5AE7-4B14-A618-C9C13809D2A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9572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75089" y="1491049"/>
            <a:ext cx="5965591" cy="62139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75089" y="2112449"/>
            <a:ext cx="5965591" cy="383787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858676" y="1491049"/>
            <a:ext cx="5967933" cy="62139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858676" y="2112449"/>
            <a:ext cx="5967933" cy="383787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2A432-5DCA-439F-942C-901318AA5A35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5F6ED-5AE7-4B14-A618-C9C13809D2A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39645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2A432-5DCA-439F-942C-901318AA5A35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5F6ED-5AE7-4B14-A618-C9C13809D2A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16191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2A432-5DCA-439F-942C-901318AA5A35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5F6ED-5AE7-4B14-A618-C9C13809D2A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38682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75090" y="265213"/>
            <a:ext cx="4441963" cy="112869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278786" y="265218"/>
            <a:ext cx="7547818" cy="568510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75090" y="1393911"/>
            <a:ext cx="4441963" cy="45564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2A432-5DCA-439F-942C-901318AA5A35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5F6ED-5AE7-4B14-A618-C9C13809D2A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9308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646429" y="4662805"/>
            <a:ext cx="8101013" cy="55047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646429" y="595188"/>
            <a:ext cx="8101013" cy="399669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646429" y="5213276"/>
            <a:ext cx="8101013" cy="78175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2A432-5DCA-439F-942C-901318AA5A35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5F6ED-5AE7-4B14-A618-C9C13809D2A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711174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2A432-5DCA-439F-942C-901318AA5A35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5F6ED-5AE7-4B14-A618-C9C13809D2A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75933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9788724" y="266761"/>
            <a:ext cx="3037880" cy="5683565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75088" y="266761"/>
            <a:ext cx="8888611" cy="5683565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2A432-5DCA-439F-942C-901318AA5A35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5F6ED-5AE7-4B14-A618-C9C13809D2A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56831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75089" y="266757"/>
            <a:ext cx="12151519" cy="11101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75089" y="1554274"/>
            <a:ext cx="12151519" cy="43960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75086" y="6173905"/>
            <a:ext cx="3150394" cy="3546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A2A432-5DCA-439F-942C-901318AA5A35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13083" y="6173905"/>
            <a:ext cx="4275535" cy="3546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9676212" y="6173905"/>
            <a:ext cx="3150394" cy="3546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F5F6ED-5AE7-4B14-A618-C9C13809D2A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558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Picture 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9916" y="44624"/>
            <a:ext cx="5240337" cy="431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6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3880" y="171343"/>
            <a:ext cx="4038600" cy="6524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47" name="Connecteur droit 146"/>
          <p:cNvCxnSpPr/>
          <p:nvPr/>
        </p:nvCxnSpPr>
        <p:spPr>
          <a:xfrm>
            <a:off x="11215340" y="1835428"/>
            <a:ext cx="0" cy="468052"/>
          </a:xfrm>
          <a:prstGeom prst="line">
            <a:avLst/>
          </a:prstGeom>
          <a:ln>
            <a:solidFill>
              <a:srgbClr val="2401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eur droit 147"/>
          <p:cNvCxnSpPr/>
          <p:nvPr/>
        </p:nvCxnSpPr>
        <p:spPr>
          <a:xfrm>
            <a:off x="11935420" y="1833824"/>
            <a:ext cx="0" cy="468000"/>
          </a:xfrm>
          <a:prstGeom prst="line">
            <a:avLst/>
          </a:prstGeom>
          <a:ln>
            <a:solidFill>
              <a:srgbClr val="2401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cteur droit 148"/>
          <p:cNvCxnSpPr/>
          <p:nvPr/>
        </p:nvCxnSpPr>
        <p:spPr>
          <a:xfrm>
            <a:off x="9440756" y="2303480"/>
            <a:ext cx="1774584" cy="0"/>
          </a:xfrm>
          <a:prstGeom prst="line">
            <a:avLst/>
          </a:prstGeom>
          <a:ln>
            <a:solidFill>
              <a:srgbClr val="2401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Connecteur droit 149"/>
          <p:cNvCxnSpPr/>
          <p:nvPr/>
        </p:nvCxnSpPr>
        <p:spPr>
          <a:xfrm>
            <a:off x="11935420" y="2303480"/>
            <a:ext cx="1306936" cy="0"/>
          </a:xfrm>
          <a:prstGeom prst="line">
            <a:avLst/>
          </a:prstGeom>
          <a:ln>
            <a:solidFill>
              <a:srgbClr val="2401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eur droit 150"/>
          <p:cNvCxnSpPr/>
          <p:nvPr/>
        </p:nvCxnSpPr>
        <p:spPr>
          <a:xfrm>
            <a:off x="11215340" y="1833824"/>
            <a:ext cx="720080" cy="0"/>
          </a:xfrm>
          <a:prstGeom prst="line">
            <a:avLst/>
          </a:prstGeom>
          <a:ln>
            <a:solidFill>
              <a:srgbClr val="2401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ZoneTexte 151"/>
          <p:cNvSpPr txBox="1"/>
          <p:nvPr/>
        </p:nvSpPr>
        <p:spPr>
          <a:xfrm>
            <a:off x="11152951" y="1295368"/>
            <a:ext cx="8547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Resonant</a:t>
            </a:r>
            <a:endParaRPr lang="fr-F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pump</a:t>
            </a:r>
            <a:endParaRPr lang="fr-F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3" name="Picture 5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51044" y="2387493"/>
            <a:ext cx="5124450" cy="4308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54" name="Connecteur droit 153"/>
          <p:cNvCxnSpPr/>
          <p:nvPr/>
        </p:nvCxnSpPr>
        <p:spPr>
          <a:xfrm>
            <a:off x="900000" y="4931772"/>
            <a:ext cx="522252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eur droit 154"/>
          <p:cNvCxnSpPr/>
          <p:nvPr/>
        </p:nvCxnSpPr>
        <p:spPr>
          <a:xfrm>
            <a:off x="1422252" y="4463720"/>
            <a:ext cx="323748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cteur droit 155"/>
          <p:cNvCxnSpPr/>
          <p:nvPr/>
        </p:nvCxnSpPr>
        <p:spPr>
          <a:xfrm>
            <a:off x="1749027" y="4931772"/>
            <a:ext cx="174297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eur droit 156"/>
          <p:cNvCxnSpPr/>
          <p:nvPr/>
        </p:nvCxnSpPr>
        <p:spPr>
          <a:xfrm>
            <a:off x="1422252" y="4463720"/>
            <a:ext cx="0" cy="46805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/>
          <p:cNvCxnSpPr/>
          <p:nvPr/>
        </p:nvCxnSpPr>
        <p:spPr>
          <a:xfrm>
            <a:off x="1746000" y="4463720"/>
            <a:ext cx="0" cy="46805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eur droit 158"/>
          <p:cNvCxnSpPr/>
          <p:nvPr/>
        </p:nvCxnSpPr>
        <p:spPr>
          <a:xfrm>
            <a:off x="3493020" y="4463720"/>
            <a:ext cx="0" cy="46805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eur droit 159"/>
          <p:cNvCxnSpPr/>
          <p:nvPr/>
        </p:nvCxnSpPr>
        <p:spPr>
          <a:xfrm>
            <a:off x="3493020" y="4463720"/>
            <a:ext cx="73754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Connecteur droit 160"/>
          <p:cNvCxnSpPr/>
          <p:nvPr/>
        </p:nvCxnSpPr>
        <p:spPr>
          <a:xfrm>
            <a:off x="4230564" y="4463720"/>
            <a:ext cx="0" cy="46805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eur droit 161"/>
          <p:cNvCxnSpPr/>
          <p:nvPr/>
        </p:nvCxnSpPr>
        <p:spPr>
          <a:xfrm>
            <a:off x="4230564" y="4935182"/>
            <a:ext cx="48543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ZoneTexte 162"/>
          <p:cNvSpPr txBox="1"/>
          <p:nvPr/>
        </p:nvSpPr>
        <p:spPr>
          <a:xfrm>
            <a:off x="1124708" y="4947275"/>
            <a:ext cx="9188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Quasi-</a:t>
            </a:r>
            <a:r>
              <a:rPr lang="fr-FR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ctr"/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probe</a:t>
            </a:r>
            <a:endParaRPr lang="fr-F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4" name="ZoneTexte 163"/>
          <p:cNvSpPr txBox="1"/>
          <p:nvPr/>
        </p:nvSpPr>
        <p:spPr>
          <a:xfrm>
            <a:off x="3434431" y="4947824"/>
            <a:ext cx="8547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Resonant</a:t>
            </a:r>
            <a:endParaRPr lang="fr-F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pump</a:t>
            </a:r>
            <a:endParaRPr lang="fr-F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ZoneTexte 89"/>
          <p:cNvSpPr txBox="1"/>
          <p:nvPr/>
        </p:nvSpPr>
        <p:spPr>
          <a:xfrm>
            <a:off x="-17908" y="18207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ZoneTexte 165"/>
          <p:cNvSpPr txBox="1"/>
          <p:nvPr/>
        </p:nvSpPr>
        <p:spPr>
          <a:xfrm>
            <a:off x="4806628" y="18207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ZoneTexte 166"/>
          <p:cNvSpPr txBox="1"/>
          <p:nvPr/>
        </p:nvSpPr>
        <p:spPr>
          <a:xfrm>
            <a:off x="8655377" y="2148830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940852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16</Words>
  <Application>Microsoft Office PowerPoint</Application>
  <PresentationFormat>Personnalisé</PresentationFormat>
  <Paragraphs>9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5</cp:revision>
  <dcterms:created xsi:type="dcterms:W3CDTF">2017-06-29T19:41:43Z</dcterms:created>
  <dcterms:modified xsi:type="dcterms:W3CDTF">2017-06-29T20:05:55Z</dcterms:modified>
</cp:coreProperties>
</file>