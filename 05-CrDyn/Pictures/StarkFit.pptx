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068763" cy="6121400"/>
  <p:notesSz cx="6858000" cy="9144000"/>
  <p:defaultTextStyle>
    <a:defPPr>
      <a:defRPr lang="fr-FR"/>
    </a:defPPr>
    <a:lvl1pPr marL="0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89084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78169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867252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156337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445420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734505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023590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312673" algn="l" defTabSz="57816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-2550" y="-102"/>
      </p:cViewPr>
      <p:guideLst>
        <p:guide orient="horz" pos="1928"/>
        <p:guide pos="12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05162" y="1901602"/>
            <a:ext cx="3458448" cy="131213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10320" y="3468797"/>
            <a:ext cx="2848135" cy="156435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890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78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672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563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454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734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023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3126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975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55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1406" y="3933570"/>
            <a:ext cx="3458448" cy="1215778"/>
          </a:xfrm>
        </p:spPr>
        <p:txBody>
          <a:bodyPr anchor="t"/>
          <a:lstStyle>
            <a:lvl1pPr algn="l">
              <a:defRPr sz="25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1406" y="2594514"/>
            <a:ext cx="3458448" cy="1339054"/>
          </a:xfrm>
        </p:spPr>
        <p:txBody>
          <a:bodyPr anchor="b"/>
          <a:lstStyle>
            <a:lvl1pPr marL="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1pPr>
            <a:lvl2pPr marL="28908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78169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6725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5633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454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7345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202359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312673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8065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03440" y="1428331"/>
            <a:ext cx="1797037" cy="4039841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68290" y="1428331"/>
            <a:ext cx="1797037" cy="4039841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5463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3439" y="1370234"/>
            <a:ext cx="1797745" cy="571046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9084" indent="0">
              <a:buNone/>
              <a:defRPr sz="1300" b="1"/>
            </a:lvl2pPr>
            <a:lvl3pPr marL="578169" indent="0">
              <a:buNone/>
              <a:defRPr sz="1100" b="1"/>
            </a:lvl3pPr>
            <a:lvl4pPr marL="867252" indent="0">
              <a:buNone/>
              <a:defRPr sz="1000" b="1"/>
            </a:lvl4pPr>
            <a:lvl5pPr marL="1156337" indent="0">
              <a:buNone/>
              <a:defRPr sz="1000" b="1"/>
            </a:lvl5pPr>
            <a:lvl6pPr marL="1445420" indent="0">
              <a:buNone/>
              <a:defRPr sz="1000" b="1"/>
            </a:lvl6pPr>
            <a:lvl7pPr marL="1734505" indent="0">
              <a:buNone/>
              <a:defRPr sz="1000" b="1"/>
            </a:lvl7pPr>
            <a:lvl8pPr marL="2023590" indent="0">
              <a:buNone/>
              <a:defRPr sz="1000" b="1"/>
            </a:lvl8pPr>
            <a:lvl9pPr marL="2312673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3439" y="1941279"/>
            <a:ext cx="1797745" cy="352689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066878" y="1370234"/>
            <a:ext cx="1798449" cy="571046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9084" indent="0">
              <a:buNone/>
              <a:defRPr sz="1300" b="1"/>
            </a:lvl2pPr>
            <a:lvl3pPr marL="578169" indent="0">
              <a:buNone/>
              <a:defRPr sz="1100" b="1"/>
            </a:lvl3pPr>
            <a:lvl4pPr marL="867252" indent="0">
              <a:buNone/>
              <a:defRPr sz="1000" b="1"/>
            </a:lvl4pPr>
            <a:lvl5pPr marL="1156337" indent="0">
              <a:buNone/>
              <a:defRPr sz="1000" b="1"/>
            </a:lvl5pPr>
            <a:lvl6pPr marL="1445420" indent="0">
              <a:buNone/>
              <a:defRPr sz="1000" b="1"/>
            </a:lvl6pPr>
            <a:lvl7pPr marL="1734505" indent="0">
              <a:buNone/>
              <a:defRPr sz="1000" b="1"/>
            </a:lvl7pPr>
            <a:lvl8pPr marL="2023590" indent="0">
              <a:buNone/>
              <a:defRPr sz="1000" b="1"/>
            </a:lvl8pPr>
            <a:lvl9pPr marL="2312673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066878" y="1941279"/>
            <a:ext cx="1798449" cy="352689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5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4673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566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3442" y="243728"/>
            <a:ext cx="1338594" cy="1037237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90777" y="243730"/>
            <a:ext cx="2274551" cy="5224445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3442" y="1280962"/>
            <a:ext cx="1338594" cy="4187208"/>
          </a:xfrm>
        </p:spPr>
        <p:txBody>
          <a:bodyPr/>
          <a:lstStyle>
            <a:lvl1pPr marL="0" indent="0">
              <a:buNone/>
              <a:defRPr sz="900"/>
            </a:lvl1pPr>
            <a:lvl2pPr marL="289084" indent="0">
              <a:buNone/>
              <a:defRPr sz="700"/>
            </a:lvl2pPr>
            <a:lvl3pPr marL="578169" indent="0">
              <a:buNone/>
              <a:defRPr sz="600"/>
            </a:lvl3pPr>
            <a:lvl4pPr marL="867252" indent="0">
              <a:buNone/>
              <a:defRPr sz="600"/>
            </a:lvl4pPr>
            <a:lvl5pPr marL="1156337" indent="0">
              <a:buNone/>
              <a:defRPr sz="600"/>
            </a:lvl5pPr>
            <a:lvl6pPr marL="1445420" indent="0">
              <a:buNone/>
              <a:defRPr sz="600"/>
            </a:lvl6pPr>
            <a:lvl7pPr marL="1734505" indent="0">
              <a:buNone/>
              <a:defRPr sz="600"/>
            </a:lvl7pPr>
            <a:lvl8pPr marL="2023590" indent="0">
              <a:buNone/>
              <a:defRPr sz="600"/>
            </a:lvl8pPr>
            <a:lvl9pPr marL="2312673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0012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97508" y="4284983"/>
            <a:ext cx="2441258" cy="505866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97508" y="546961"/>
            <a:ext cx="2441258" cy="3672840"/>
          </a:xfrm>
        </p:spPr>
        <p:txBody>
          <a:bodyPr/>
          <a:lstStyle>
            <a:lvl1pPr marL="0" indent="0">
              <a:buNone/>
              <a:defRPr sz="2100"/>
            </a:lvl1pPr>
            <a:lvl2pPr marL="289084" indent="0">
              <a:buNone/>
              <a:defRPr sz="1800"/>
            </a:lvl2pPr>
            <a:lvl3pPr marL="578169" indent="0">
              <a:buNone/>
              <a:defRPr sz="1500"/>
            </a:lvl3pPr>
            <a:lvl4pPr marL="867252" indent="0">
              <a:buNone/>
              <a:defRPr sz="1300"/>
            </a:lvl4pPr>
            <a:lvl5pPr marL="1156337" indent="0">
              <a:buNone/>
              <a:defRPr sz="1300"/>
            </a:lvl5pPr>
            <a:lvl6pPr marL="1445420" indent="0">
              <a:buNone/>
              <a:defRPr sz="1300"/>
            </a:lvl6pPr>
            <a:lvl7pPr marL="1734505" indent="0">
              <a:buNone/>
              <a:defRPr sz="1300"/>
            </a:lvl7pPr>
            <a:lvl8pPr marL="2023590" indent="0">
              <a:buNone/>
              <a:defRPr sz="1300"/>
            </a:lvl8pPr>
            <a:lvl9pPr marL="2312673" indent="0">
              <a:buNone/>
              <a:defRPr sz="1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97508" y="4790848"/>
            <a:ext cx="2441258" cy="718414"/>
          </a:xfrm>
        </p:spPr>
        <p:txBody>
          <a:bodyPr/>
          <a:lstStyle>
            <a:lvl1pPr marL="0" indent="0">
              <a:buNone/>
              <a:defRPr sz="900"/>
            </a:lvl1pPr>
            <a:lvl2pPr marL="289084" indent="0">
              <a:buNone/>
              <a:defRPr sz="700"/>
            </a:lvl2pPr>
            <a:lvl3pPr marL="578169" indent="0">
              <a:buNone/>
              <a:defRPr sz="600"/>
            </a:lvl3pPr>
            <a:lvl4pPr marL="867252" indent="0">
              <a:buNone/>
              <a:defRPr sz="600"/>
            </a:lvl4pPr>
            <a:lvl5pPr marL="1156337" indent="0">
              <a:buNone/>
              <a:defRPr sz="600"/>
            </a:lvl5pPr>
            <a:lvl6pPr marL="1445420" indent="0">
              <a:buNone/>
              <a:defRPr sz="600"/>
            </a:lvl6pPr>
            <a:lvl7pPr marL="1734505" indent="0">
              <a:buNone/>
              <a:defRPr sz="600"/>
            </a:lvl7pPr>
            <a:lvl8pPr marL="2023590" indent="0">
              <a:buNone/>
              <a:defRPr sz="600"/>
            </a:lvl8pPr>
            <a:lvl9pPr marL="2312673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308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7206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949855" y="245144"/>
            <a:ext cx="915472" cy="522302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03442" y="245144"/>
            <a:ext cx="2678601" cy="522302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602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03442" y="245141"/>
            <a:ext cx="3661887" cy="1020234"/>
          </a:xfrm>
          <a:prstGeom prst="rect">
            <a:avLst/>
          </a:prstGeom>
        </p:spPr>
        <p:txBody>
          <a:bodyPr vert="horz" lIns="57816" tIns="28908" rIns="57816" bIns="2890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3442" y="1428331"/>
            <a:ext cx="3661887" cy="4039841"/>
          </a:xfrm>
          <a:prstGeom prst="rect">
            <a:avLst/>
          </a:prstGeom>
        </p:spPr>
        <p:txBody>
          <a:bodyPr vert="horz" lIns="57816" tIns="28908" rIns="57816" bIns="2890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03442" y="5673635"/>
            <a:ext cx="949378" cy="325908"/>
          </a:xfrm>
          <a:prstGeom prst="rect">
            <a:avLst/>
          </a:prstGeom>
        </p:spPr>
        <p:txBody>
          <a:bodyPr vert="horz" lIns="57816" tIns="28908" rIns="57816" bIns="28908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584A2C-878D-4BD0-B140-2944A364629C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90166" y="5673635"/>
            <a:ext cx="1288441" cy="325908"/>
          </a:xfrm>
          <a:prstGeom prst="rect">
            <a:avLst/>
          </a:prstGeom>
        </p:spPr>
        <p:txBody>
          <a:bodyPr vert="horz" lIns="57816" tIns="28908" rIns="57816" bIns="28908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915950" y="5673635"/>
            <a:ext cx="949378" cy="325908"/>
          </a:xfrm>
          <a:prstGeom prst="rect">
            <a:avLst/>
          </a:prstGeom>
        </p:spPr>
        <p:txBody>
          <a:bodyPr vert="horz" lIns="57816" tIns="28908" rIns="57816" bIns="28908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9040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78169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812" indent="-21681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69762" indent="-180678" algn="l" defTabSz="578169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2710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011795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00878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»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589963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879047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168132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457216" indent="-144542" algn="l" defTabSz="578169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89084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78169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67252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56337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445420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734505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2023590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312673" algn="l" defTabSz="57816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287838" cy="6278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" name="ZoneTexte 63"/>
          <p:cNvSpPr txBox="1"/>
          <p:nvPr/>
        </p:nvSpPr>
        <p:spPr>
          <a:xfrm>
            <a:off x="1531651" y="4830125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ZoneTexte 64"/>
          <p:cNvSpPr txBox="1"/>
          <p:nvPr/>
        </p:nvSpPr>
        <p:spPr>
          <a:xfrm rot="16200000">
            <a:off x="471716" y="3452767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0,8 P</a:t>
            </a:r>
            <a:r>
              <a:rPr lang="fr-FR" b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b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ZoneTexte 65"/>
          <p:cNvSpPr txBox="1"/>
          <p:nvPr/>
        </p:nvSpPr>
        <p:spPr>
          <a:xfrm rot="16200000">
            <a:off x="420419" y="4763455"/>
            <a:ext cx="7889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0,01 P</a:t>
            </a:r>
            <a:r>
              <a:rPr lang="fr-FR" b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b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ZoneTexte 66"/>
          <p:cNvSpPr txBox="1"/>
          <p:nvPr/>
        </p:nvSpPr>
        <p:spPr>
          <a:xfrm rot="16200000">
            <a:off x="331454" y="540756"/>
            <a:ext cx="9669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+100µeV</a:t>
            </a:r>
          </a:p>
        </p:txBody>
      </p:sp>
      <p:sp>
        <p:nvSpPr>
          <p:cNvPr id="68" name="ZoneTexte 67"/>
          <p:cNvSpPr txBox="1"/>
          <p:nvPr/>
        </p:nvSpPr>
        <p:spPr>
          <a:xfrm rot="16200000">
            <a:off x="492555" y="1488641"/>
            <a:ext cx="644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0µeV</a:t>
            </a:r>
          </a:p>
        </p:txBody>
      </p:sp>
      <p:sp>
        <p:nvSpPr>
          <p:cNvPr id="69" name="ZoneTexte 68"/>
          <p:cNvSpPr txBox="1"/>
          <p:nvPr/>
        </p:nvSpPr>
        <p:spPr>
          <a:xfrm rot="16200000">
            <a:off x="355498" y="2287688"/>
            <a:ext cx="9188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100µeV</a:t>
            </a:r>
          </a:p>
        </p:txBody>
      </p:sp>
      <p:sp>
        <p:nvSpPr>
          <p:cNvPr id="70" name="ZoneTexte 69"/>
          <p:cNvSpPr txBox="1"/>
          <p:nvPr/>
        </p:nvSpPr>
        <p:spPr>
          <a:xfrm>
            <a:off x="1205" y="-3594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ZoneTexte 70"/>
          <p:cNvSpPr txBox="1"/>
          <p:nvPr/>
        </p:nvSpPr>
        <p:spPr>
          <a:xfrm>
            <a:off x="-7611" y="2730091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591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18</Words>
  <Application>Microsoft Office PowerPoint</Application>
  <PresentationFormat>Personnalisé</PresentationFormat>
  <Paragraphs>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6</cp:revision>
  <dcterms:created xsi:type="dcterms:W3CDTF">2017-06-22T16:58:16Z</dcterms:created>
  <dcterms:modified xsi:type="dcterms:W3CDTF">2017-07-04T11:05:26Z</dcterms:modified>
</cp:coreProperties>
</file>