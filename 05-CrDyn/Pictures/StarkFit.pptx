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2736850" cy="4321175"/>
  <p:notesSz cx="6858000" cy="9144000"/>
  <p:defaultTextStyle>
    <a:defPPr>
      <a:defRPr lang="fr-FR"/>
    </a:defPPr>
    <a:lvl1pPr marL="0" algn="l" defTabSz="390815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1pPr>
    <a:lvl2pPr marL="195407" algn="l" defTabSz="390815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2pPr>
    <a:lvl3pPr marL="390815" algn="l" defTabSz="390815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3pPr>
    <a:lvl4pPr marL="586222" algn="l" defTabSz="390815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4pPr>
    <a:lvl5pPr marL="781629" algn="l" defTabSz="390815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5pPr>
    <a:lvl6pPr marL="977036" algn="l" defTabSz="390815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6pPr>
    <a:lvl7pPr marL="1172444" algn="l" defTabSz="390815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7pPr>
    <a:lvl8pPr marL="1367851" algn="l" defTabSz="390815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8pPr>
    <a:lvl9pPr marL="1563258" algn="l" defTabSz="390815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8" d="100"/>
          <a:sy n="138" d="100"/>
        </p:scale>
        <p:origin x="-2742" y="-96"/>
      </p:cViewPr>
      <p:guideLst>
        <p:guide orient="horz" pos="1361"/>
        <p:guide pos="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05265" y="1342365"/>
            <a:ext cx="2326323" cy="926252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10530" y="2448667"/>
            <a:ext cx="1915795" cy="11043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954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90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862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7816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9770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172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3678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5632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84A2C-878D-4BD0-B140-2944A364629C}" type="datetimeFigureOut">
              <a:rPr lang="fr-FR" smtClean="0"/>
              <a:t>22/06/2017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FFDA9-38BA-4E18-A5AC-BDC667CA01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8975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84A2C-878D-4BD0-B140-2944A364629C}" type="datetimeFigureOut">
              <a:rPr lang="fr-FR" smtClean="0"/>
              <a:t>22/06/2017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FFDA9-38BA-4E18-A5AC-BDC667CA01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2551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16192" y="2776757"/>
            <a:ext cx="2326323" cy="858233"/>
          </a:xfrm>
        </p:spPr>
        <p:txBody>
          <a:bodyPr anchor="t"/>
          <a:lstStyle>
            <a:lvl1pPr algn="l">
              <a:defRPr sz="17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16192" y="1831500"/>
            <a:ext cx="2326323" cy="945256"/>
          </a:xfrm>
        </p:spPr>
        <p:txBody>
          <a:bodyPr anchor="b"/>
          <a:lstStyle>
            <a:lvl1pPr marL="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  <a:lvl2pPr marL="195407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2pPr>
            <a:lvl3pPr marL="390815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3pPr>
            <a:lvl4pPr marL="586222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4pPr>
            <a:lvl5pPr marL="781629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5pPr>
            <a:lvl6pPr marL="977036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6pPr>
            <a:lvl7pPr marL="1172444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7pPr>
            <a:lvl8pPr marL="1367851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8pPr>
            <a:lvl9pPr marL="1563258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84A2C-878D-4BD0-B140-2944A364629C}" type="datetimeFigureOut">
              <a:rPr lang="fr-FR" smtClean="0"/>
              <a:t>22/06/2017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FFDA9-38BA-4E18-A5AC-BDC667CA01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8065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36842" y="1008275"/>
            <a:ext cx="1208776" cy="2851776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391232" y="1008275"/>
            <a:ext cx="1208776" cy="2851776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84A2C-878D-4BD0-B140-2944A364629C}" type="datetimeFigureOut">
              <a:rPr lang="fr-FR" smtClean="0"/>
              <a:t>22/06/2017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FFDA9-38BA-4E18-A5AC-BDC667CA01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5463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6842" y="967265"/>
            <a:ext cx="1209251" cy="403109"/>
          </a:xfrm>
        </p:spPr>
        <p:txBody>
          <a:bodyPr anchor="b"/>
          <a:lstStyle>
            <a:lvl1pPr marL="0" indent="0">
              <a:buNone/>
              <a:defRPr sz="1000" b="1"/>
            </a:lvl1pPr>
            <a:lvl2pPr marL="195407" indent="0">
              <a:buNone/>
              <a:defRPr sz="900" b="1"/>
            </a:lvl2pPr>
            <a:lvl3pPr marL="390815" indent="0">
              <a:buNone/>
              <a:defRPr sz="800" b="1"/>
            </a:lvl3pPr>
            <a:lvl4pPr marL="586222" indent="0">
              <a:buNone/>
              <a:defRPr sz="700" b="1"/>
            </a:lvl4pPr>
            <a:lvl5pPr marL="781629" indent="0">
              <a:buNone/>
              <a:defRPr sz="700" b="1"/>
            </a:lvl5pPr>
            <a:lvl6pPr marL="977036" indent="0">
              <a:buNone/>
              <a:defRPr sz="700" b="1"/>
            </a:lvl6pPr>
            <a:lvl7pPr marL="1172444" indent="0">
              <a:buNone/>
              <a:defRPr sz="700" b="1"/>
            </a:lvl7pPr>
            <a:lvl8pPr marL="1367851" indent="0">
              <a:buNone/>
              <a:defRPr sz="700" b="1"/>
            </a:lvl8pPr>
            <a:lvl9pPr marL="1563258" indent="0">
              <a:buNone/>
              <a:defRPr sz="7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36842" y="1370373"/>
            <a:ext cx="1209251" cy="2489677"/>
          </a:xfrm>
        </p:spPr>
        <p:txBody>
          <a:bodyPr/>
          <a:lstStyle>
            <a:lvl1pPr>
              <a:defRPr sz="1000"/>
            </a:lvl1pPr>
            <a:lvl2pPr>
              <a:defRPr sz="900"/>
            </a:lvl2pPr>
            <a:lvl3pPr>
              <a:defRPr sz="800"/>
            </a:lvl3pPr>
            <a:lvl4pPr>
              <a:defRPr sz="700"/>
            </a:lvl4pPr>
            <a:lvl5pPr>
              <a:defRPr sz="700"/>
            </a:lvl5pPr>
            <a:lvl6pPr>
              <a:defRPr sz="700"/>
            </a:lvl6pPr>
            <a:lvl7pPr>
              <a:defRPr sz="700"/>
            </a:lvl7pPr>
            <a:lvl8pPr>
              <a:defRPr sz="700"/>
            </a:lvl8pPr>
            <a:lvl9pPr>
              <a:defRPr sz="7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1390283" y="967265"/>
            <a:ext cx="1209726" cy="403109"/>
          </a:xfrm>
        </p:spPr>
        <p:txBody>
          <a:bodyPr anchor="b"/>
          <a:lstStyle>
            <a:lvl1pPr marL="0" indent="0">
              <a:buNone/>
              <a:defRPr sz="1000" b="1"/>
            </a:lvl1pPr>
            <a:lvl2pPr marL="195407" indent="0">
              <a:buNone/>
              <a:defRPr sz="900" b="1"/>
            </a:lvl2pPr>
            <a:lvl3pPr marL="390815" indent="0">
              <a:buNone/>
              <a:defRPr sz="800" b="1"/>
            </a:lvl3pPr>
            <a:lvl4pPr marL="586222" indent="0">
              <a:buNone/>
              <a:defRPr sz="700" b="1"/>
            </a:lvl4pPr>
            <a:lvl5pPr marL="781629" indent="0">
              <a:buNone/>
              <a:defRPr sz="700" b="1"/>
            </a:lvl5pPr>
            <a:lvl6pPr marL="977036" indent="0">
              <a:buNone/>
              <a:defRPr sz="700" b="1"/>
            </a:lvl6pPr>
            <a:lvl7pPr marL="1172444" indent="0">
              <a:buNone/>
              <a:defRPr sz="700" b="1"/>
            </a:lvl7pPr>
            <a:lvl8pPr marL="1367851" indent="0">
              <a:buNone/>
              <a:defRPr sz="700" b="1"/>
            </a:lvl8pPr>
            <a:lvl9pPr marL="1563258" indent="0">
              <a:buNone/>
              <a:defRPr sz="7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1390283" y="1370373"/>
            <a:ext cx="1209726" cy="2489677"/>
          </a:xfrm>
        </p:spPr>
        <p:txBody>
          <a:bodyPr/>
          <a:lstStyle>
            <a:lvl1pPr>
              <a:defRPr sz="1000"/>
            </a:lvl1pPr>
            <a:lvl2pPr>
              <a:defRPr sz="900"/>
            </a:lvl2pPr>
            <a:lvl3pPr>
              <a:defRPr sz="800"/>
            </a:lvl3pPr>
            <a:lvl4pPr>
              <a:defRPr sz="700"/>
            </a:lvl4pPr>
            <a:lvl5pPr>
              <a:defRPr sz="700"/>
            </a:lvl5pPr>
            <a:lvl6pPr>
              <a:defRPr sz="700"/>
            </a:lvl6pPr>
            <a:lvl7pPr>
              <a:defRPr sz="700"/>
            </a:lvl7pPr>
            <a:lvl8pPr>
              <a:defRPr sz="700"/>
            </a:lvl8pPr>
            <a:lvl9pPr>
              <a:defRPr sz="7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84A2C-878D-4BD0-B140-2944A364629C}" type="datetimeFigureOut">
              <a:rPr lang="fr-FR" smtClean="0"/>
              <a:t>22/06/2017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FFDA9-38BA-4E18-A5AC-BDC667CA01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959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84A2C-878D-4BD0-B140-2944A364629C}" type="datetimeFigureOut">
              <a:rPr lang="fr-FR" smtClean="0"/>
              <a:t>22/06/2017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FFDA9-38BA-4E18-A5AC-BDC667CA01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4673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84A2C-878D-4BD0-B140-2944A364629C}" type="datetimeFigureOut">
              <a:rPr lang="fr-FR" smtClean="0"/>
              <a:t>22/06/2017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FFDA9-38BA-4E18-A5AC-BDC667CA01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5663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6844" y="172048"/>
            <a:ext cx="900404" cy="732199"/>
          </a:xfrm>
        </p:spPr>
        <p:txBody>
          <a:bodyPr anchor="b"/>
          <a:lstStyle>
            <a:lvl1pPr algn="l">
              <a:defRPr sz="9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70033" y="172049"/>
            <a:ext cx="1529975" cy="368800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6844" y="904247"/>
            <a:ext cx="900404" cy="2955804"/>
          </a:xfrm>
        </p:spPr>
        <p:txBody>
          <a:bodyPr/>
          <a:lstStyle>
            <a:lvl1pPr marL="0" indent="0">
              <a:buNone/>
              <a:defRPr sz="600"/>
            </a:lvl1pPr>
            <a:lvl2pPr marL="195407" indent="0">
              <a:buNone/>
              <a:defRPr sz="500"/>
            </a:lvl2pPr>
            <a:lvl3pPr marL="390815" indent="0">
              <a:buNone/>
              <a:defRPr sz="400"/>
            </a:lvl3pPr>
            <a:lvl4pPr marL="586222" indent="0">
              <a:buNone/>
              <a:defRPr sz="400"/>
            </a:lvl4pPr>
            <a:lvl5pPr marL="781629" indent="0">
              <a:buNone/>
              <a:defRPr sz="400"/>
            </a:lvl5pPr>
            <a:lvl6pPr marL="977036" indent="0">
              <a:buNone/>
              <a:defRPr sz="400"/>
            </a:lvl6pPr>
            <a:lvl7pPr marL="1172444" indent="0">
              <a:buNone/>
              <a:defRPr sz="400"/>
            </a:lvl7pPr>
            <a:lvl8pPr marL="1367851" indent="0">
              <a:buNone/>
              <a:defRPr sz="400"/>
            </a:lvl8pPr>
            <a:lvl9pPr marL="1563258" indent="0">
              <a:buNone/>
              <a:defRPr sz="4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84A2C-878D-4BD0-B140-2944A364629C}" type="datetimeFigureOut">
              <a:rPr lang="fr-FR" smtClean="0"/>
              <a:t>22/06/2017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FFDA9-38BA-4E18-A5AC-BDC667CA01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0012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6442" y="3024824"/>
            <a:ext cx="1642110" cy="357097"/>
          </a:xfrm>
        </p:spPr>
        <p:txBody>
          <a:bodyPr anchor="b"/>
          <a:lstStyle>
            <a:lvl1pPr algn="l">
              <a:defRPr sz="9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36442" y="386106"/>
            <a:ext cx="1642110" cy="2592705"/>
          </a:xfrm>
        </p:spPr>
        <p:txBody>
          <a:bodyPr/>
          <a:lstStyle>
            <a:lvl1pPr marL="0" indent="0">
              <a:buNone/>
              <a:defRPr sz="1400"/>
            </a:lvl1pPr>
            <a:lvl2pPr marL="195407" indent="0">
              <a:buNone/>
              <a:defRPr sz="1200"/>
            </a:lvl2pPr>
            <a:lvl3pPr marL="390815" indent="0">
              <a:buNone/>
              <a:defRPr sz="1000"/>
            </a:lvl3pPr>
            <a:lvl4pPr marL="586222" indent="0">
              <a:buNone/>
              <a:defRPr sz="900"/>
            </a:lvl4pPr>
            <a:lvl5pPr marL="781629" indent="0">
              <a:buNone/>
              <a:defRPr sz="900"/>
            </a:lvl5pPr>
            <a:lvl6pPr marL="977036" indent="0">
              <a:buNone/>
              <a:defRPr sz="900"/>
            </a:lvl6pPr>
            <a:lvl7pPr marL="1172444" indent="0">
              <a:buNone/>
              <a:defRPr sz="900"/>
            </a:lvl7pPr>
            <a:lvl8pPr marL="1367851" indent="0">
              <a:buNone/>
              <a:defRPr sz="900"/>
            </a:lvl8pPr>
            <a:lvl9pPr marL="1563258" indent="0">
              <a:buNone/>
              <a:defRPr sz="9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36442" y="3381920"/>
            <a:ext cx="1642110" cy="507138"/>
          </a:xfrm>
        </p:spPr>
        <p:txBody>
          <a:bodyPr/>
          <a:lstStyle>
            <a:lvl1pPr marL="0" indent="0">
              <a:buNone/>
              <a:defRPr sz="600"/>
            </a:lvl1pPr>
            <a:lvl2pPr marL="195407" indent="0">
              <a:buNone/>
              <a:defRPr sz="500"/>
            </a:lvl2pPr>
            <a:lvl3pPr marL="390815" indent="0">
              <a:buNone/>
              <a:defRPr sz="400"/>
            </a:lvl3pPr>
            <a:lvl4pPr marL="586222" indent="0">
              <a:buNone/>
              <a:defRPr sz="400"/>
            </a:lvl4pPr>
            <a:lvl5pPr marL="781629" indent="0">
              <a:buNone/>
              <a:defRPr sz="400"/>
            </a:lvl5pPr>
            <a:lvl6pPr marL="977036" indent="0">
              <a:buNone/>
              <a:defRPr sz="400"/>
            </a:lvl6pPr>
            <a:lvl7pPr marL="1172444" indent="0">
              <a:buNone/>
              <a:defRPr sz="400"/>
            </a:lvl7pPr>
            <a:lvl8pPr marL="1367851" indent="0">
              <a:buNone/>
              <a:defRPr sz="400"/>
            </a:lvl8pPr>
            <a:lvl9pPr marL="1563258" indent="0">
              <a:buNone/>
              <a:defRPr sz="4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84A2C-878D-4BD0-B140-2944A364629C}" type="datetimeFigureOut">
              <a:rPr lang="fr-FR" smtClean="0"/>
              <a:t>22/06/2017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FFDA9-38BA-4E18-A5AC-BDC667CA01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3080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84A2C-878D-4BD0-B140-2944A364629C}" type="datetimeFigureOut">
              <a:rPr lang="fr-FR" smtClean="0"/>
              <a:t>22/06/2017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FFDA9-38BA-4E18-A5AC-BDC667CA01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7206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1984216" y="173049"/>
            <a:ext cx="615791" cy="3687003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36843" y="173049"/>
            <a:ext cx="1801759" cy="3687003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84A2C-878D-4BD0-B140-2944A364629C}" type="datetimeFigureOut">
              <a:rPr lang="fr-FR" smtClean="0"/>
              <a:t>22/06/2017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FFDA9-38BA-4E18-A5AC-BDC667CA01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5602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136844" y="173048"/>
            <a:ext cx="2463165" cy="720196"/>
          </a:xfrm>
          <a:prstGeom prst="rect">
            <a:avLst/>
          </a:prstGeom>
        </p:spPr>
        <p:txBody>
          <a:bodyPr vert="horz" lIns="39081" tIns="19541" rIns="39081" bIns="19541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6844" y="1008275"/>
            <a:ext cx="2463165" cy="2851776"/>
          </a:xfrm>
          <a:prstGeom prst="rect">
            <a:avLst/>
          </a:prstGeom>
        </p:spPr>
        <p:txBody>
          <a:bodyPr vert="horz" lIns="39081" tIns="19541" rIns="39081" bIns="19541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136844" y="4005091"/>
            <a:ext cx="638598" cy="230063"/>
          </a:xfrm>
          <a:prstGeom prst="rect">
            <a:avLst/>
          </a:prstGeom>
        </p:spPr>
        <p:txBody>
          <a:bodyPr vert="horz" lIns="39081" tIns="19541" rIns="39081" bIns="19541" rtlCol="0" anchor="ctr"/>
          <a:lstStyle>
            <a:lvl1pPr algn="l">
              <a:defRPr sz="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584A2C-878D-4BD0-B140-2944A364629C}" type="datetimeFigureOut">
              <a:rPr lang="fr-FR" smtClean="0"/>
              <a:t>22/06/2017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935093" y="4005091"/>
            <a:ext cx="866669" cy="230063"/>
          </a:xfrm>
          <a:prstGeom prst="rect">
            <a:avLst/>
          </a:prstGeom>
        </p:spPr>
        <p:txBody>
          <a:bodyPr vert="horz" lIns="39081" tIns="19541" rIns="39081" bIns="19541" rtlCol="0" anchor="ctr"/>
          <a:lstStyle>
            <a:lvl1pPr algn="ctr">
              <a:defRPr sz="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961411" y="4005091"/>
            <a:ext cx="638598" cy="230063"/>
          </a:xfrm>
          <a:prstGeom prst="rect">
            <a:avLst/>
          </a:prstGeom>
        </p:spPr>
        <p:txBody>
          <a:bodyPr vert="horz" lIns="39081" tIns="19541" rIns="39081" bIns="19541" rtlCol="0" anchor="ctr"/>
          <a:lstStyle>
            <a:lvl1pPr algn="r">
              <a:defRPr sz="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FFDA9-38BA-4E18-A5AC-BDC667CA01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9040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90815" rtl="0" eaLnBrk="1" latinLnBrk="0" hangingPunct="1">
        <a:spcBef>
          <a:spcPct val="0"/>
        </a:spcBef>
        <a:buNone/>
        <a:defRPr sz="1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6555" indent="-146555" algn="l" defTabSz="390815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17537" indent="-122130" algn="l" defTabSz="390815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488518" indent="-97704" algn="l" defTabSz="390815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3925" indent="-97704" algn="l" defTabSz="390815" rtl="0" eaLnBrk="1" latinLnBrk="0" hangingPunct="1">
        <a:spcBef>
          <a:spcPct val="20000"/>
        </a:spcBef>
        <a:buFont typeface="Arial" panose="020B0604020202020204" pitchFamily="34" charset="0"/>
        <a:buChar char="–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879333" indent="-97704" algn="l" defTabSz="390815" rtl="0" eaLnBrk="1" latinLnBrk="0" hangingPunct="1">
        <a:spcBef>
          <a:spcPct val="20000"/>
        </a:spcBef>
        <a:buFont typeface="Arial" panose="020B0604020202020204" pitchFamily="34" charset="0"/>
        <a:buChar char="»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074740" indent="-97704" algn="l" defTabSz="390815" rtl="0" eaLnBrk="1" latinLnBrk="0" hangingPunct="1">
        <a:spcBef>
          <a:spcPct val="2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270147" indent="-97704" algn="l" defTabSz="390815" rtl="0" eaLnBrk="1" latinLnBrk="0" hangingPunct="1">
        <a:spcBef>
          <a:spcPct val="2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465555" indent="-97704" algn="l" defTabSz="390815" rtl="0" eaLnBrk="1" latinLnBrk="0" hangingPunct="1">
        <a:spcBef>
          <a:spcPct val="2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660962" indent="-97704" algn="l" defTabSz="390815" rtl="0" eaLnBrk="1" latinLnBrk="0" hangingPunct="1">
        <a:spcBef>
          <a:spcPct val="2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390815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1pPr>
      <a:lvl2pPr marL="195407" algn="l" defTabSz="390815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2pPr>
      <a:lvl3pPr marL="390815" algn="l" defTabSz="390815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586222" algn="l" defTabSz="390815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4pPr>
      <a:lvl5pPr marL="781629" algn="l" defTabSz="390815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977036" algn="l" defTabSz="390815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1172444" algn="l" defTabSz="390815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1367851" algn="l" defTabSz="390815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1563258" algn="l" defTabSz="390815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72"/>
          <a:stretch/>
        </p:blipFill>
        <p:spPr bwMode="auto">
          <a:xfrm>
            <a:off x="18593" y="-99392"/>
            <a:ext cx="2897223" cy="4531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ZoneTexte 9"/>
          <p:cNvSpPr txBox="1"/>
          <p:nvPr/>
        </p:nvSpPr>
        <p:spPr>
          <a:xfrm>
            <a:off x="738673" y="3104862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 rot="16200000">
            <a:off x="100766" y="2448738"/>
            <a:ext cx="5293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0,8 P</a:t>
            </a:r>
            <a:r>
              <a:rPr lang="fr-FR" sz="11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11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 rot="16200000">
            <a:off x="65500" y="3420107"/>
            <a:ext cx="5998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0,01 P</a:t>
            </a:r>
            <a:r>
              <a:rPr lang="fr-FR" sz="11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11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 rot="16200000">
            <a:off x="20135" y="242745"/>
            <a:ext cx="6751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+100µeV</a:t>
            </a:r>
          </a:p>
        </p:txBody>
      </p:sp>
      <p:sp>
        <p:nvSpPr>
          <p:cNvPr id="14" name="ZoneTexte 13"/>
          <p:cNvSpPr txBox="1"/>
          <p:nvPr/>
        </p:nvSpPr>
        <p:spPr>
          <a:xfrm rot="16200000">
            <a:off x="121125" y="917930"/>
            <a:ext cx="4732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0µeV</a:t>
            </a:r>
          </a:p>
        </p:txBody>
      </p:sp>
      <p:sp>
        <p:nvSpPr>
          <p:cNvPr id="15" name="ZoneTexte 14"/>
          <p:cNvSpPr txBox="1"/>
          <p:nvPr/>
        </p:nvSpPr>
        <p:spPr>
          <a:xfrm rot="16200000">
            <a:off x="35364" y="1527004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fr-FR" sz="1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100µeV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-71735" y="-91406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-71735" y="1924818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35915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18</Words>
  <Application>Microsoft Office PowerPoint</Application>
  <PresentationFormat>Personnalisé</PresentationFormat>
  <Paragraphs>8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4</cp:revision>
  <dcterms:created xsi:type="dcterms:W3CDTF">2017-06-22T16:58:16Z</dcterms:created>
  <dcterms:modified xsi:type="dcterms:W3CDTF">2017-06-22T17:40:58Z</dcterms:modified>
</cp:coreProperties>
</file>