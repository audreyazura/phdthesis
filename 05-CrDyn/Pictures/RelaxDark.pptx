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121400" cy="3600450"/>
  <p:notesSz cx="7099300" cy="10234613"/>
  <p:defaultTextStyle>
    <a:defPPr>
      <a:defRPr lang="en-US"/>
    </a:defPPr>
    <a:lvl1pPr marL="0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98323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596646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894969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193292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491615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789938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088261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386584" algn="l" defTabSz="5966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0" autoAdjust="0"/>
  </p:normalViewPr>
  <p:slideViewPr>
    <p:cSldViewPr>
      <p:cViewPr>
        <p:scale>
          <a:sx n="66" d="100"/>
          <a:sy n="66" d="100"/>
        </p:scale>
        <p:origin x="-2436" y="-1218"/>
      </p:cViewPr>
      <p:guideLst>
        <p:guide orient="horz" pos="1134"/>
        <p:guide pos="19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87338" y="768350"/>
            <a:ext cx="65246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1pPr>
    <a:lvl2pPr marL="298323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2pPr>
    <a:lvl3pPr marL="596646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3pPr>
    <a:lvl4pPr marL="894969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4pPr>
    <a:lvl5pPr marL="1193292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5pPr>
    <a:lvl6pPr marL="1491615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6pPr>
    <a:lvl7pPr marL="1789938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7pPr>
    <a:lvl8pPr marL="2088261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8pPr>
    <a:lvl9pPr marL="2386584" algn="l" defTabSz="596646" rtl="0" eaLnBrk="1" latinLnBrk="0" hangingPunct="1">
      <a:defRPr sz="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87338" y="768350"/>
            <a:ext cx="6524625" cy="3836988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59105" y="1118477"/>
            <a:ext cx="5203190" cy="7717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18211" y="2040258"/>
            <a:ext cx="4284980" cy="92011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983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966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949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193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4916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7899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088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3865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83550" y="2313627"/>
            <a:ext cx="5203190" cy="715089"/>
          </a:xfrm>
        </p:spPr>
        <p:txBody>
          <a:bodyPr anchor="t"/>
          <a:lstStyle>
            <a:lvl1pPr algn="l">
              <a:defRPr sz="26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83550" y="1526026"/>
            <a:ext cx="5203190" cy="787598"/>
          </a:xfrm>
        </p:spPr>
        <p:txBody>
          <a:bodyPr anchor="b"/>
          <a:lstStyle>
            <a:lvl1pPr marL="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1pPr>
            <a:lvl2pPr marL="29832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596646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3pPr>
            <a:lvl4pPr marL="894969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19329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49161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78993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2088261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386584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06071" y="840109"/>
            <a:ext cx="2703618" cy="2376131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111712" y="840109"/>
            <a:ext cx="2703618" cy="2376131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1" y="805936"/>
            <a:ext cx="2704681" cy="3358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298323" indent="0">
              <a:buNone/>
              <a:defRPr sz="1300" b="1"/>
            </a:lvl2pPr>
            <a:lvl3pPr marL="596646" indent="0">
              <a:buNone/>
              <a:defRPr sz="1200" b="1"/>
            </a:lvl3pPr>
            <a:lvl4pPr marL="894969" indent="0">
              <a:buNone/>
              <a:defRPr sz="1000" b="1"/>
            </a:lvl4pPr>
            <a:lvl5pPr marL="1193292" indent="0">
              <a:buNone/>
              <a:defRPr sz="1000" b="1"/>
            </a:lvl5pPr>
            <a:lvl6pPr marL="1491615" indent="0">
              <a:buNone/>
              <a:defRPr sz="1000" b="1"/>
            </a:lvl6pPr>
            <a:lvl7pPr marL="1789938" indent="0">
              <a:buNone/>
              <a:defRPr sz="1000" b="1"/>
            </a:lvl7pPr>
            <a:lvl8pPr marL="2088261" indent="0">
              <a:buNone/>
              <a:defRPr sz="1000" b="1"/>
            </a:lvl8pPr>
            <a:lvl9pPr marL="2386584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6071" y="1141810"/>
            <a:ext cx="2704681" cy="2074426"/>
          </a:xfrm>
        </p:spPr>
        <p:txBody>
          <a:bodyPr/>
          <a:lstStyle>
            <a:lvl1pPr>
              <a:defRPr sz="1600"/>
            </a:lvl1pPr>
            <a:lvl2pPr>
              <a:defRPr sz="13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109589" y="805936"/>
            <a:ext cx="2705744" cy="3358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298323" indent="0">
              <a:buNone/>
              <a:defRPr sz="1300" b="1"/>
            </a:lvl2pPr>
            <a:lvl3pPr marL="596646" indent="0">
              <a:buNone/>
              <a:defRPr sz="1200" b="1"/>
            </a:lvl3pPr>
            <a:lvl4pPr marL="894969" indent="0">
              <a:buNone/>
              <a:defRPr sz="1000" b="1"/>
            </a:lvl4pPr>
            <a:lvl5pPr marL="1193292" indent="0">
              <a:buNone/>
              <a:defRPr sz="1000" b="1"/>
            </a:lvl5pPr>
            <a:lvl6pPr marL="1491615" indent="0">
              <a:buNone/>
              <a:defRPr sz="1000" b="1"/>
            </a:lvl6pPr>
            <a:lvl7pPr marL="1789938" indent="0">
              <a:buNone/>
              <a:defRPr sz="1000" b="1"/>
            </a:lvl7pPr>
            <a:lvl8pPr marL="2088261" indent="0">
              <a:buNone/>
              <a:defRPr sz="1000" b="1"/>
            </a:lvl8pPr>
            <a:lvl9pPr marL="2386584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109589" y="1141810"/>
            <a:ext cx="2705744" cy="2074426"/>
          </a:xfrm>
        </p:spPr>
        <p:txBody>
          <a:bodyPr/>
          <a:lstStyle>
            <a:lvl1pPr>
              <a:defRPr sz="1600"/>
            </a:lvl1pPr>
            <a:lvl2pPr>
              <a:defRPr sz="13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6072" y="143352"/>
            <a:ext cx="2013899" cy="610076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93299" y="143353"/>
            <a:ext cx="3422033" cy="3072884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06072" y="753428"/>
            <a:ext cx="2013899" cy="2462808"/>
          </a:xfrm>
        </p:spPr>
        <p:txBody>
          <a:bodyPr/>
          <a:lstStyle>
            <a:lvl1pPr marL="0" indent="0">
              <a:buNone/>
              <a:defRPr sz="900"/>
            </a:lvl1pPr>
            <a:lvl2pPr marL="298323" indent="0">
              <a:buNone/>
              <a:defRPr sz="800"/>
            </a:lvl2pPr>
            <a:lvl3pPr marL="596646" indent="0">
              <a:buNone/>
              <a:defRPr sz="700"/>
            </a:lvl3pPr>
            <a:lvl4pPr marL="894969" indent="0">
              <a:buNone/>
              <a:defRPr sz="600"/>
            </a:lvl4pPr>
            <a:lvl5pPr marL="1193292" indent="0">
              <a:buNone/>
              <a:defRPr sz="600"/>
            </a:lvl5pPr>
            <a:lvl6pPr marL="1491615" indent="0">
              <a:buNone/>
              <a:defRPr sz="600"/>
            </a:lvl6pPr>
            <a:lvl7pPr marL="1789938" indent="0">
              <a:buNone/>
              <a:defRPr sz="600"/>
            </a:lvl7pPr>
            <a:lvl8pPr marL="2088261" indent="0">
              <a:buNone/>
              <a:defRPr sz="600"/>
            </a:lvl8pPr>
            <a:lvl9pPr marL="2386584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9838" y="2520315"/>
            <a:ext cx="3672840" cy="297538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99838" y="321707"/>
            <a:ext cx="3672840" cy="2160270"/>
          </a:xfrm>
        </p:spPr>
        <p:txBody>
          <a:bodyPr/>
          <a:lstStyle>
            <a:lvl1pPr marL="0" indent="0">
              <a:buNone/>
              <a:defRPr sz="2100"/>
            </a:lvl1pPr>
            <a:lvl2pPr marL="298323" indent="0">
              <a:buNone/>
              <a:defRPr sz="1800"/>
            </a:lvl2pPr>
            <a:lvl3pPr marL="596646" indent="0">
              <a:buNone/>
              <a:defRPr sz="1600"/>
            </a:lvl3pPr>
            <a:lvl4pPr marL="894969" indent="0">
              <a:buNone/>
              <a:defRPr sz="1300"/>
            </a:lvl4pPr>
            <a:lvl5pPr marL="1193292" indent="0">
              <a:buNone/>
              <a:defRPr sz="1300"/>
            </a:lvl5pPr>
            <a:lvl6pPr marL="1491615" indent="0">
              <a:buNone/>
              <a:defRPr sz="1300"/>
            </a:lvl6pPr>
            <a:lvl7pPr marL="1789938" indent="0">
              <a:buNone/>
              <a:defRPr sz="1300"/>
            </a:lvl7pPr>
            <a:lvl8pPr marL="2088261" indent="0">
              <a:buNone/>
              <a:defRPr sz="1300"/>
            </a:lvl8pPr>
            <a:lvl9pPr marL="2386584" indent="0">
              <a:buNone/>
              <a:defRPr sz="13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99838" y="2817854"/>
            <a:ext cx="3672840" cy="422552"/>
          </a:xfrm>
        </p:spPr>
        <p:txBody>
          <a:bodyPr/>
          <a:lstStyle>
            <a:lvl1pPr marL="0" indent="0">
              <a:buNone/>
              <a:defRPr sz="900"/>
            </a:lvl1pPr>
            <a:lvl2pPr marL="298323" indent="0">
              <a:buNone/>
              <a:defRPr sz="800"/>
            </a:lvl2pPr>
            <a:lvl3pPr marL="596646" indent="0">
              <a:buNone/>
              <a:defRPr sz="700"/>
            </a:lvl3pPr>
            <a:lvl4pPr marL="894969" indent="0">
              <a:buNone/>
              <a:defRPr sz="600"/>
            </a:lvl4pPr>
            <a:lvl5pPr marL="1193292" indent="0">
              <a:buNone/>
              <a:defRPr sz="600"/>
            </a:lvl5pPr>
            <a:lvl6pPr marL="1491615" indent="0">
              <a:buNone/>
              <a:defRPr sz="600"/>
            </a:lvl6pPr>
            <a:lvl7pPr marL="1789938" indent="0">
              <a:buNone/>
              <a:defRPr sz="600"/>
            </a:lvl7pPr>
            <a:lvl8pPr marL="2088261" indent="0">
              <a:buNone/>
              <a:defRPr sz="600"/>
            </a:lvl8pPr>
            <a:lvl9pPr marL="2386584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438018" y="144189"/>
            <a:ext cx="1377314" cy="307205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06070" y="144189"/>
            <a:ext cx="4029923" cy="307205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06070" y="144188"/>
            <a:ext cx="5509261" cy="600075"/>
          </a:xfrm>
          <a:prstGeom prst="rect">
            <a:avLst/>
          </a:prstGeom>
        </p:spPr>
        <p:txBody>
          <a:bodyPr vert="horz" lIns="59665" tIns="29832" rIns="59665" bIns="29832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0" y="840109"/>
            <a:ext cx="5509261" cy="2376131"/>
          </a:xfrm>
          <a:prstGeom prst="rect">
            <a:avLst/>
          </a:prstGeom>
        </p:spPr>
        <p:txBody>
          <a:bodyPr vert="horz" lIns="59665" tIns="29832" rIns="59665" bIns="29832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06070" y="3337087"/>
            <a:ext cx="1428327" cy="191691"/>
          </a:xfrm>
          <a:prstGeom prst="rect">
            <a:avLst/>
          </a:prstGeom>
        </p:spPr>
        <p:txBody>
          <a:bodyPr vert="horz" lIns="59665" tIns="29832" rIns="59665" bIns="29832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6/22/2017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91480" y="3337087"/>
            <a:ext cx="1938443" cy="191691"/>
          </a:xfrm>
          <a:prstGeom prst="rect">
            <a:avLst/>
          </a:prstGeom>
        </p:spPr>
        <p:txBody>
          <a:bodyPr vert="horz" lIns="59665" tIns="29832" rIns="59665" bIns="29832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387005" y="3337087"/>
            <a:ext cx="1428327" cy="191691"/>
          </a:xfrm>
          <a:prstGeom prst="rect">
            <a:avLst/>
          </a:prstGeom>
        </p:spPr>
        <p:txBody>
          <a:bodyPr vert="horz" lIns="59665" tIns="29832" rIns="59665" bIns="29832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96646" rtl="0" eaLnBrk="1" latinLnBrk="0" hangingPunct="1"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3742" indent="-223742" algn="l" defTabSz="596646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84775" indent="-186452" algn="l" defTabSz="596646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45808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44131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342454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»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40777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939100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237423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535746" indent="-149162" algn="l" defTabSz="596646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98323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96646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4969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93292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91615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89938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088261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6584" algn="l" defTabSz="596646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522" y="-1559"/>
            <a:ext cx="3528546" cy="3665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ZoneTexte 22"/>
          <p:cNvSpPr txBox="1"/>
          <p:nvPr/>
        </p:nvSpPr>
        <p:spPr>
          <a:xfrm>
            <a:off x="2894762" y="-79993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58" r="7689"/>
          <a:stretch/>
        </p:blipFill>
        <p:spPr bwMode="auto">
          <a:xfrm>
            <a:off x="71321" y="-143991"/>
            <a:ext cx="2917371" cy="3808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ZoneTexte 24"/>
          <p:cNvSpPr txBox="1"/>
          <p:nvPr/>
        </p:nvSpPr>
        <p:spPr>
          <a:xfrm>
            <a:off x="-44742" y="-6427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1161</TotalTime>
  <Words>7</Words>
  <Application>Microsoft Office PowerPoint</Application>
  <PresentationFormat>Personnalisé</PresentationFormat>
  <Paragraphs>3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89</cp:revision>
  <cp:lastPrinted>2016-06-02T13:17:23Z</cp:lastPrinted>
  <dcterms:created xsi:type="dcterms:W3CDTF">2015-11-02T14:28:12Z</dcterms:created>
  <dcterms:modified xsi:type="dcterms:W3CDTF">2017-06-22T19:00:53Z</dcterms:modified>
</cp:coreProperties>
</file>