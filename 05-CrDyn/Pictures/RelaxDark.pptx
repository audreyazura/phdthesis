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848600" cy="4392613"/>
  <p:notesSz cx="6858000" cy="9144000"/>
  <p:defaultTextStyle>
    <a:defPPr>
      <a:defRPr lang="fr-FR"/>
    </a:defPPr>
    <a:lvl1pPr marL="0" algn="l" defTabSz="6686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334305" algn="l" defTabSz="6686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668609" algn="l" defTabSz="6686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002914" algn="l" defTabSz="6686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337219" algn="l" defTabSz="6686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1671523" algn="l" defTabSz="6686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005828" algn="l" defTabSz="6686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2340132" algn="l" defTabSz="6686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2674437" algn="l" defTabSz="6686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362" y="-48"/>
      </p:cViewPr>
      <p:guideLst>
        <p:guide orient="horz" pos="1384"/>
        <p:guide pos="24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8647" y="1364558"/>
            <a:ext cx="6671309" cy="94156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77291" y="2489148"/>
            <a:ext cx="5494020" cy="11225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34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68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02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372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6715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05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40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6744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E6D23-BB25-4BD9-ADC3-FF09D3F5E422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84C3-949B-4CDA-A930-646DE69B5A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078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E6D23-BB25-4BD9-ADC3-FF09D3F5E422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84C3-949B-4CDA-A930-646DE69B5A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274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9987" y="2822661"/>
            <a:ext cx="6671309" cy="872422"/>
          </a:xfrm>
        </p:spPr>
        <p:txBody>
          <a:bodyPr anchor="t"/>
          <a:lstStyle>
            <a:lvl1pPr algn="l">
              <a:defRPr sz="29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19987" y="1861778"/>
            <a:ext cx="6671309" cy="960884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3430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2pPr>
            <a:lvl3pPr marL="66860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02914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4pPr>
            <a:lvl5pPr marL="1337219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5pPr>
            <a:lvl6pPr marL="1671523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6pPr>
            <a:lvl7pPr marL="2005828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7pPr>
            <a:lvl8pPr marL="2340132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8pPr>
            <a:lvl9pPr marL="2674437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E6D23-BB25-4BD9-ADC3-FF09D3F5E422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84C3-949B-4CDA-A930-646DE69B5A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619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09313" y="672112"/>
            <a:ext cx="2715669" cy="190244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155792" y="672112"/>
            <a:ext cx="2715670" cy="190244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E6D23-BB25-4BD9-ADC3-FF09D3F5E422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84C3-949B-4CDA-A930-646DE69B5A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0888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2431" y="175908"/>
            <a:ext cx="7063740" cy="732102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92431" y="983257"/>
            <a:ext cx="3467828" cy="40977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4305" indent="0">
              <a:buNone/>
              <a:defRPr sz="1500" b="1"/>
            </a:lvl2pPr>
            <a:lvl3pPr marL="668609" indent="0">
              <a:buNone/>
              <a:defRPr sz="1300" b="1"/>
            </a:lvl3pPr>
            <a:lvl4pPr marL="1002914" indent="0">
              <a:buNone/>
              <a:defRPr sz="1200" b="1"/>
            </a:lvl4pPr>
            <a:lvl5pPr marL="1337219" indent="0">
              <a:buNone/>
              <a:defRPr sz="1200" b="1"/>
            </a:lvl5pPr>
            <a:lvl6pPr marL="1671523" indent="0">
              <a:buNone/>
              <a:defRPr sz="1200" b="1"/>
            </a:lvl6pPr>
            <a:lvl7pPr marL="2005828" indent="0">
              <a:buNone/>
              <a:defRPr sz="1200" b="1"/>
            </a:lvl7pPr>
            <a:lvl8pPr marL="2340132" indent="0">
              <a:buNone/>
              <a:defRPr sz="1200" b="1"/>
            </a:lvl8pPr>
            <a:lvl9pPr marL="2674437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92431" y="1393029"/>
            <a:ext cx="3467828" cy="253083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986981" y="983257"/>
            <a:ext cx="3469190" cy="40977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4305" indent="0">
              <a:buNone/>
              <a:defRPr sz="1500" b="1"/>
            </a:lvl2pPr>
            <a:lvl3pPr marL="668609" indent="0">
              <a:buNone/>
              <a:defRPr sz="1300" b="1"/>
            </a:lvl3pPr>
            <a:lvl4pPr marL="1002914" indent="0">
              <a:buNone/>
              <a:defRPr sz="1200" b="1"/>
            </a:lvl4pPr>
            <a:lvl5pPr marL="1337219" indent="0">
              <a:buNone/>
              <a:defRPr sz="1200" b="1"/>
            </a:lvl5pPr>
            <a:lvl6pPr marL="1671523" indent="0">
              <a:buNone/>
              <a:defRPr sz="1200" b="1"/>
            </a:lvl6pPr>
            <a:lvl7pPr marL="2005828" indent="0">
              <a:buNone/>
              <a:defRPr sz="1200" b="1"/>
            </a:lvl7pPr>
            <a:lvl8pPr marL="2340132" indent="0">
              <a:buNone/>
              <a:defRPr sz="1200" b="1"/>
            </a:lvl8pPr>
            <a:lvl9pPr marL="2674437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986981" y="1393029"/>
            <a:ext cx="3469190" cy="253083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E6D23-BB25-4BD9-ADC3-FF09D3F5E422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84C3-949B-4CDA-A930-646DE69B5A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989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E6D23-BB25-4BD9-ADC3-FF09D3F5E422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84C3-949B-4CDA-A930-646DE69B5A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6846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E6D23-BB25-4BD9-ADC3-FF09D3F5E422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84C3-949B-4CDA-A930-646DE69B5A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406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2430" y="174892"/>
            <a:ext cx="2582135" cy="74430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68585" y="174893"/>
            <a:ext cx="4387585" cy="3748973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92430" y="919195"/>
            <a:ext cx="2582135" cy="3004670"/>
          </a:xfrm>
        </p:spPr>
        <p:txBody>
          <a:bodyPr/>
          <a:lstStyle>
            <a:lvl1pPr marL="0" indent="0">
              <a:buNone/>
              <a:defRPr sz="1000"/>
            </a:lvl1pPr>
            <a:lvl2pPr marL="334305" indent="0">
              <a:buNone/>
              <a:defRPr sz="900"/>
            </a:lvl2pPr>
            <a:lvl3pPr marL="668609" indent="0">
              <a:buNone/>
              <a:defRPr sz="700"/>
            </a:lvl3pPr>
            <a:lvl4pPr marL="1002914" indent="0">
              <a:buNone/>
              <a:defRPr sz="700"/>
            </a:lvl4pPr>
            <a:lvl5pPr marL="1337219" indent="0">
              <a:buNone/>
              <a:defRPr sz="700"/>
            </a:lvl5pPr>
            <a:lvl6pPr marL="1671523" indent="0">
              <a:buNone/>
              <a:defRPr sz="700"/>
            </a:lvl6pPr>
            <a:lvl7pPr marL="2005828" indent="0">
              <a:buNone/>
              <a:defRPr sz="700"/>
            </a:lvl7pPr>
            <a:lvl8pPr marL="2340132" indent="0">
              <a:buNone/>
              <a:defRPr sz="700"/>
            </a:lvl8pPr>
            <a:lvl9pPr marL="2674437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E6D23-BB25-4BD9-ADC3-FF09D3F5E422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84C3-949B-4CDA-A930-646DE69B5A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7749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38381" y="3074828"/>
            <a:ext cx="4709160" cy="363002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538381" y="392489"/>
            <a:ext cx="4709160" cy="2635568"/>
          </a:xfrm>
        </p:spPr>
        <p:txBody>
          <a:bodyPr/>
          <a:lstStyle>
            <a:lvl1pPr marL="0" indent="0">
              <a:buNone/>
              <a:defRPr sz="2300"/>
            </a:lvl1pPr>
            <a:lvl2pPr marL="334305" indent="0">
              <a:buNone/>
              <a:defRPr sz="2000"/>
            </a:lvl2pPr>
            <a:lvl3pPr marL="668609" indent="0">
              <a:buNone/>
              <a:defRPr sz="1800"/>
            </a:lvl3pPr>
            <a:lvl4pPr marL="1002914" indent="0">
              <a:buNone/>
              <a:defRPr sz="1500"/>
            </a:lvl4pPr>
            <a:lvl5pPr marL="1337219" indent="0">
              <a:buNone/>
              <a:defRPr sz="1500"/>
            </a:lvl5pPr>
            <a:lvl6pPr marL="1671523" indent="0">
              <a:buNone/>
              <a:defRPr sz="1500"/>
            </a:lvl6pPr>
            <a:lvl7pPr marL="2005828" indent="0">
              <a:buNone/>
              <a:defRPr sz="1500"/>
            </a:lvl7pPr>
            <a:lvl8pPr marL="2340132" indent="0">
              <a:buNone/>
              <a:defRPr sz="1500"/>
            </a:lvl8pPr>
            <a:lvl9pPr marL="2674437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538381" y="3437830"/>
            <a:ext cx="4709160" cy="515522"/>
          </a:xfrm>
        </p:spPr>
        <p:txBody>
          <a:bodyPr/>
          <a:lstStyle>
            <a:lvl1pPr marL="0" indent="0">
              <a:buNone/>
              <a:defRPr sz="1000"/>
            </a:lvl1pPr>
            <a:lvl2pPr marL="334305" indent="0">
              <a:buNone/>
              <a:defRPr sz="900"/>
            </a:lvl2pPr>
            <a:lvl3pPr marL="668609" indent="0">
              <a:buNone/>
              <a:defRPr sz="700"/>
            </a:lvl3pPr>
            <a:lvl4pPr marL="1002914" indent="0">
              <a:buNone/>
              <a:defRPr sz="700"/>
            </a:lvl4pPr>
            <a:lvl5pPr marL="1337219" indent="0">
              <a:buNone/>
              <a:defRPr sz="700"/>
            </a:lvl5pPr>
            <a:lvl6pPr marL="1671523" indent="0">
              <a:buNone/>
              <a:defRPr sz="700"/>
            </a:lvl6pPr>
            <a:lvl7pPr marL="2005828" indent="0">
              <a:buNone/>
              <a:defRPr sz="700"/>
            </a:lvl7pPr>
            <a:lvl8pPr marL="2340132" indent="0">
              <a:buNone/>
              <a:defRPr sz="700"/>
            </a:lvl8pPr>
            <a:lvl9pPr marL="2674437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E6D23-BB25-4BD9-ADC3-FF09D3F5E422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84C3-949B-4CDA-A930-646DE69B5A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5964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E6D23-BB25-4BD9-ADC3-FF09D3F5E422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84C3-949B-4CDA-A930-646DE69B5A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5325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481608" y="115917"/>
            <a:ext cx="1389855" cy="245864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9312" y="115917"/>
            <a:ext cx="4041483" cy="245864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E6D23-BB25-4BD9-ADC3-FF09D3F5E422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84C3-949B-4CDA-A930-646DE69B5A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0105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92431" y="175908"/>
            <a:ext cx="7063740" cy="732102"/>
          </a:xfrm>
          <a:prstGeom prst="rect">
            <a:avLst/>
          </a:prstGeom>
        </p:spPr>
        <p:txBody>
          <a:bodyPr vert="horz" lIns="66861" tIns="33430" rIns="66861" bIns="3343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92431" y="1024943"/>
            <a:ext cx="7063740" cy="2898922"/>
          </a:xfrm>
          <a:prstGeom prst="rect">
            <a:avLst/>
          </a:prstGeom>
        </p:spPr>
        <p:txBody>
          <a:bodyPr vert="horz" lIns="66861" tIns="33430" rIns="66861" bIns="3343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92430" y="4071304"/>
            <a:ext cx="1831340" cy="233865"/>
          </a:xfrm>
          <a:prstGeom prst="rect">
            <a:avLst/>
          </a:prstGeom>
        </p:spPr>
        <p:txBody>
          <a:bodyPr vert="horz" lIns="66861" tIns="33430" rIns="66861" bIns="3343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E6D23-BB25-4BD9-ADC3-FF09D3F5E422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681606" y="4071304"/>
            <a:ext cx="2485390" cy="233865"/>
          </a:xfrm>
          <a:prstGeom prst="rect">
            <a:avLst/>
          </a:prstGeom>
        </p:spPr>
        <p:txBody>
          <a:bodyPr vert="horz" lIns="66861" tIns="33430" rIns="66861" bIns="3343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624830" y="4071304"/>
            <a:ext cx="1831340" cy="233865"/>
          </a:xfrm>
          <a:prstGeom prst="rect">
            <a:avLst/>
          </a:prstGeom>
        </p:spPr>
        <p:txBody>
          <a:bodyPr vert="horz" lIns="66861" tIns="33430" rIns="66861" bIns="3343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184C3-949B-4CDA-A930-646DE69B5A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085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8609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0728" indent="-250728" algn="l" defTabSz="668609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43245" indent="-208940" algn="l" defTabSz="66860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35762" indent="-167152" algn="l" defTabSz="66860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70066" indent="-167152" algn="l" defTabSz="668609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04371" indent="-167152" algn="l" defTabSz="668609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38676" indent="-167152" algn="l" defTabSz="66860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172980" indent="-167152" algn="l" defTabSz="66860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07285" indent="-167152" algn="l" defTabSz="66860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841589" indent="-167152" algn="l" defTabSz="66860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686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34305" algn="l" defTabSz="6686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68609" algn="l" defTabSz="6686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2914" algn="l" defTabSz="6686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37219" algn="l" defTabSz="6686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1523" algn="l" defTabSz="6686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05828" algn="l" defTabSz="6686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40132" algn="l" defTabSz="6686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674437" algn="l" defTabSz="6686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58" y="-153541"/>
            <a:ext cx="4024313" cy="461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289" y="-9525"/>
            <a:ext cx="4308475" cy="451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ZoneTexte 18"/>
          <p:cNvSpPr txBox="1"/>
          <p:nvPr/>
        </p:nvSpPr>
        <p:spPr>
          <a:xfrm>
            <a:off x="-18107" y="78457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626223" y="78457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7396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</Words>
  <Application>Microsoft Office PowerPoint</Application>
  <PresentationFormat>Personnalisé</PresentationFormat>
  <Paragraphs>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3</cp:revision>
  <dcterms:created xsi:type="dcterms:W3CDTF">2017-04-07T11:55:25Z</dcterms:created>
  <dcterms:modified xsi:type="dcterms:W3CDTF">2017-04-07T12:05:49Z</dcterms:modified>
</cp:coreProperties>
</file>