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7561263" cy="4321175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836" y="-948"/>
      </p:cViewPr>
      <p:guideLst>
        <p:guide orient="horz" pos="1362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fr-FR" sz="2000">
                <a:latin typeface="Arial"/>
              </a:rPr>
              <a:t>Cliquez pour modifier le format des notes</a:t>
            </a:r>
            <a:endParaRPr/>
          </a:p>
        </p:txBody>
      </p:sp>
      <p:sp>
        <p:nvSpPr>
          <p:cNvPr id="40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fr-FR" sz="1400">
                <a:latin typeface="Times New Roman"/>
              </a:rPr>
              <a:t>&lt;en-tête&gt;</a:t>
            </a:r>
            <a:endParaRPr/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fr-FR" sz="1400">
                <a:latin typeface="Times New Roman"/>
              </a:rPr>
              <a:t>&lt;date/heure&gt;</a:t>
            </a:r>
            <a:endParaRPr/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fr-FR" sz="1400">
                <a:latin typeface="Times New Roman"/>
              </a:rPr>
              <a:t>&lt;pied de page&gt;</a:t>
            </a:r>
            <a:endParaRPr/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D448B162-09B2-489B-B6AC-47A766C43981}" type="slidenum">
              <a:rPr lang="fr-FR" sz="1400">
                <a:latin typeface="Times New Roman"/>
              </a:r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327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body"/>
          </p:nvPr>
        </p:nvSpPr>
        <p:spPr>
          <a:xfrm>
            <a:off x="679680" y="4715280"/>
            <a:ext cx="5437800" cy="446652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TextShape 2"/>
          <p:cNvSpPr txBox="1"/>
          <p:nvPr/>
        </p:nvSpPr>
        <p:spPr>
          <a:xfrm>
            <a:off x="3850560" y="9428760"/>
            <a:ext cx="2945160" cy="4960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6F53F96B-2F67-4B9C-B69C-3ECF2BB5A8C2}" type="slidenum">
              <a:rPr lang="fr-FR" sz="1200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67025" y="1342404"/>
            <a:ext cx="6426270" cy="926061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134050" y="2448640"/>
            <a:ext cx="5292222" cy="1104105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67025" y="1342404"/>
            <a:ext cx="6426270" cy="926061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134050" y="2448640"/>
            <a:ext cx="5292222" cy="1104105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67025" y="1342404"/>
            <a:ext cx="6426270" cy="926061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134049" y="2448640"/>
            <a:ext cx="2581849" cy="1104105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3845936" y="2448640"/>
            <a:ext cx="2581849" cy="1104105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67025" y="1342404"/>
            <a:ext cx="6426270" cy="926061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67025" y="1342402"/>
            <a:ext cx="6426270" cy="429339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67025" y="1342404"/>
            <a:ext cx="6426270" cy="926061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134049" y="2448640"/>
            <a:ext cx="2581849" cy="526577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1134049" y="3025394"/>
            <a:ext cx="2581849" cy="526577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3845936" y="2448640"/>
            <a:ext cx="2581849" cy="1104105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67025" y="1342404"/>
            <a:ext cx="6426270" cy="926061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134049" y="2448640"/>
            <a:ext cx="2581849" cy="1104105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3845936" y="2448640"/>
            <a:ext cx="2581849" cy="526577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3845936" y="3025394"/>
            <a:ext cx="2581849" cy="526577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67025" y="1342404"/>
            <a:ext cx="6426270" cy="926061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134049" y="2448640"/>
            <a:ext cx="2581849" cy="526577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3845936" y="2448640"/>
            <a:ext cx="2581849" cy="526577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1134050" y="3025394"/>
            <a:ext cx="5292222" cy="526577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67025" y="1342404"/>
            <a:ext cx="6426270" cy="926061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134050" y="2448640"/>
            <a:ext cx="5292222" cy="526577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134050" y="3025394"/>
            <a:ext cx="5292222" cy="526577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67025" y="1342404"/>
            <a:ext cx="6426270" cy="926061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134049" y="2448640"/>
            <a:ext cx="2581849" cy="526577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845936" y="2448640"/>
            <a:ext cx="2581849" cy="526577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3845936" y="3025394"/>
            <a:ext cx="2581849" cy="526577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1134049" y="3025394"/>
            <a:ext cx="2581849" cy="526577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67025" y="1342404"/>
            <a:ext cx="6426270" cy="926061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134050" y="2448640"/>
            <a:ext cx="5292222" cy="1104105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134050" y="2448640"/>
            <a:ext cx="5292222" cy="1104105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37" name="Image 36"/>
          <p:cNvPicPr/>
          <p:nvPr/>
        </p:nvPicPr>
        <p:blipFill>
          <a:blip r:embed="rId2"/>
          <a:stretch/>
        </p:blipFill>
        <p:spPr>
          <a:xfrm>
            <a:off x="1134050" y="2459683"/>
            <a:ext cx="5292222" cy="1081825"/>
          </a:xfrm>
          <a:prstGeom prst="rect">
            <a:avLst/>
          </a:prstGeom>
          <a:ln>
            <a:noFill/>
          </a:ln>
        </p:spPr>
      </p:pic>
      <p:pic>
        <p:nvPicPr>
          <p:cNvPr id="38" name="Image 37"/>
          <p:cNvPicPr/>
          <p:nvPr/>
        </p:nvPicPr>
        <p:blipFill>
          <a:blip r:embed="rId2"/>
          <a:stretch/>
        </p:blipFill>
        <p:spPr>
          <a:xfrm>
            <a:off x="1134050" y="2459683"/>
            <a:ext cx="5292222" cy="10818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6736" y="173431"/>
            <a:ext cx="6807802" cy="720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6736" y="1008105"/>
            <a:ext cx="6807802" cy="2851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6734" y="4005077"/>
            <a:ext cx="1766961" cy="229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C02FB-0848-4BE4-90A1-E3C907943B6A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772" y="4005077"/>
            <a:ext cx="2393734" cy="229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17575" y="4005077"/>
            <a:ext cx="1766961" cy="229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95EE8-4D77-49C3-8D95-9671C9D77218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Picture 2"/>
          <p:cNvPicPr/>
          <p:nvPr/>
        </p:nvPicPr>
        <p:blipFill>
          <a:blip r:embed="rId3"/>
          <a:stretch/>
        </p:blipFill>
        <p:spPr>
          <a:xfrm>
            <a:off x="-38169" y="369633"/>
            <a:ext cx="3769560" cy="3642840"/>
          </a:xfrm>
          <a:prstGeom prst="rect">
            <a:avLst/>
          </a:prstGeom>
          <a:ln>
            <a:noFill/>
          </a:ln>
        </p:spPr>
      </p:pic>
      <p:pic>
        <p:nvPicPr>
          <p:cNvPr id="238" name="Picture 4"/>
          <p:cNvPicPr/>
          <p:nvPr/>
        </p:nvPicPr>
        <p:blipFill>
          <a:blip r:embed="rId4"/>
          <a:srcRect t="2526"/>
          <a:stretch/>
        </p:blipFill>
        <p:spPr>
          <a:xfrm>
            <a:off x="5675624" y="16022"/>
            <a:ext cx="1920960" cy="2412000"/>
          </a:xfrm>
          <a:prstGeom prst="rect">
            <a:avLst/>
          </a:prstGeom>
          <a:ln>
            <a:noFill/>
          </a:ln>
        </p:spPr>
      </p:pic>
      <p:pic>
        <p:nvPicPr>
          <p:cNvPr id="239" name="Picture 5"/>
          <p:cNvPicPr/>
          <p:nvPr/>
        </p:nvPicPr>
        <p:blipFill>
          <a:blip r:embed="rId5"/>
          <a:srcRect t="3804"/>
          <a:stretch/>
        </p:blipFill>
        <p:spPr>
          <a:xfrm>
            <a:off x="5755904" y="2076302"/>
            <a:ext cx="1833120" cy="2334960"/>
          </a:xfrm>
          <a:prstGeom prst="rect">
            <a:avLst/>
          </a:prstGeom>
          <a:ln>
            <a:noFill/>
          </a:ln>
        </p:spPr>
      </p:pic>
      <p:pic>
        <p:nvPicPr>
          <p:cNvPr id="240" name="Picture 2"/>
          <p:cNvPicPr/>
          <p:nvPr/>
        </p:nvPicPr>
        <p:blipFill>
          <a:blip r:embed="rId6"/>
          <a:srcRect l="2716" t="2397" r="4608"/>
          <a:stretch/>
        </p:blipFill>
        <p:spPr>
          <a:xfrm>
            <a:off x="3753351" y="16022"/>
            <a:ext cx="2196000" cy="2415240"/>
          </a:xfrm>
          <a:prstGeom prst="rect">
            <a:avLst/>
          </a:prstGeom>
          <a:ln>
            <a:noFill/>
          </a:ln>
        </p:spPr>
      </p:pic>
      <p:pic>
        <p:nvPicPr>
          <p:cNvPr id="241" name="Picture 3"/>
          <p:cNvPicPr/>
          <p:nvPr/>
        </p:nvPicPr>
        <p:blipFill>
          <a:blip r:embed="rId7"/>
          <a:srcRect t="3798" r="6024"/>
          <a:stretch/>
        </p:blipFill>
        <p:spPr>
          <a:xfrm>
            <a:off x="3753351" y="2076302"/>
            <a:ext cx="2166480" cy="2334960"/>
          </a:xfrm>
          <a:prstGeom prst="rect">
            <a:avLst/>
          </a:prstGeom>
          <a:ln>
            <a:noFill/>
          </a:ln>
        </p:spPr>
      </p:pic>
      <p:sp>
        <p:nvSpPr>
          <p:cNvPr id="242" name="CustomShape 1"/>
          <p:cNvSpPr/>
          <p:nvPr/>
        </p:nvSpPr>
        <p:spPr>
          <a:xfrm>
            <a:off x="5891648" y="2818982"/>
            <a:ext cx="144016" cy="462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3" name="Line 2"/>
          <p:cNvSpPr/>
          <p:nvPr/>
        </p:nvSpPr>
        <p:spPr>
          <a:xfrm>
            <a:off x="1182231" y="2497593"/>
            <a:ext cx="122400" cy="72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244" name="Line 3"/>
          <p:cNvSpPr/>
          <p:nvPr/>
        </p:nvSpPr>
        <p:spPr>
          <a:xfrm>
            <a:off x="543591" y="2497593"/>
            <a:ext cx="122400" cy="72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245" name="Line 4"/>
          <p:cNvSpPr/>
          <p:nvPr/>
        </p:nvSpPr>
        <p:spPr>
          <a:xfrm>
            <a:off x="1172871" y="655473"/>
            <a:ext cx="124920" cy="0"/>
          </a:xfrm>
          <a:prstGeom prst="line">
            <a:avLst/>
          </a:prstGeom>
          <a:ln w="25560">
            <a:solidFill>
              <a:srgbClr val="0033CC"/>
            </a:solidFill>
            <a:round/>
          </a:ln>
        </p:spPr>
      </p:sp>
      <p:sp>
        <p:nvSpPr>
          <p:cNvPr id="246" name="Line 5"/>
          <p:cNvSpPr/>
          <p:nvPr/>
        </p:nvSpPr>
        <p:spPr>
          <a:xfrm>
            <a:off x="875871" y="1016913"/>
            <a:ext cx="122400" cy="720"/>
          </a:xfrm>
          <a:prstGeom prst="line">
            <a:avLst/>
          </a:prstGeom>
          <a:ln w="25560">
            <a:solidFill>
              <a:schemeClr val="tx1"/>
            </a:solidFill>
            <a:round/>
          </a:ln>
        </p:spPr>
      </p:sp>
      <p:sp>
        <p:nvSpPr>
          <p:cNvPr id="247" name="Line 6"/>
          <p:cNvSpPr/>
          <p:nvPr/>
        </p:nvSpPr>
        <p:spPr>
          <a:xfrm>
            <a:off x="573471" y="844833"/>
            <a:ext cx="122400" cy="0"/>
          </a:xfrm>
          <a:prstGeom prst="line">
            <a:avLst/>
          </a:prstGeom>
          <a:ln w="25560">
            <a:solidFill>
              <a:srgbClr val="0033CC"/>
            </a:solidFill>
            <a:round/>
          </a:ln>
        </p:spPr>
      </p:sp>
      <p:sp>
        <p:nvSpPr>
          <p:cNvPr id="248" name="Line 7"/>
          <p:cNvSpPr/>
          <p:nvPr/>
        </p:nvSpPr>
        <p:spPr>
          <a:xfrm>
            <a:off x="574551" y="657993"/>
            <a:ext cx="121320" cy="0"/>
          </a:xfrm>
          <a:prstGeom prst="line">
            <a:avLst/>
          </a:prstGeom>
          <a:ln w="25560">
            <a:solidFill>
              <a:srgbClr val="FF0000"/>
            </a:solidFill>
            <a:round/>
          </a:ln>
        </p:spPr>
      </p:sp>
      <p:sp>
        <p:nvSpPr>
          <p:cNvPr id="249" name="Line 8"/>
          <p:cNvSpPr/>
          <p:nvPr/>
        </p:nvSpPr>
        <p:spPr>
          <a:xfrm>
            <a:off x="1176111" y="844833"/>
            <a:ext cx="121680" cy="0"/>
          </a:xfrm>
          <a:prstGeom prst="line">
            <a:avLst/>
          </a:prstGeom>
          <a:ln w="25560">
            <a:solidFill>
              <a:srgbClr val="FF0000"/>
            </a:solidFill>
            <a:round/>
          </a:ln>
        </p:spPr>
      </p:sp>
      <p:sp>
        <p:nvSpPr>
          <p:cNvPr id="250" name="Line 9"/>
          <p:cNvSpPr/>
          <p:nvPr/>
        </p:nvSpPr>
        <p:spPr>
          <a:xfrm>
            <a:off x="695871" y="661593"/>
            <a:ext cx="480240" cy="0"/>
          </a:xfrm>
          <a:prstGeom prst="line">
            <a:avLst/>
          </a:prstGeom>
          <a:ln w="9360" cap="rnd">
            <a:solidFill>
              <a:srgbClr val="000000"/>
            </a:solidFill>
            <a:custDash>
              <a:ds d="100000" sp="100000"/>
            </a:custDash>
            <a:round/>
          </a:ln>
        </p:spPr>
      </p:sp>
      <p:sp>
        <p:nvSpPr>
          <p:cNvPr id="251" name="Line 10"/>
          <p:cNvSpPr/>
          <p:nvPr/>
        </p:nvSpPr>
        <p:spPr>
          <a:xfrm>
            <a:off x="872271" y="2691273"/>
            <a:ext cx="131040" cy="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252" name="CustomShape 11"/>
          <p:cNvSpPr/>
          <p:nvPr/>
        </p:nvSpPr>
        <p:spPr>
          <a:xfrm>
            <a:off x="816471" y="1331913"/>
            <a:ext cx="585360" cy="31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5680" tIns="42840" rIns="85680" bIns="42840"/>
          <a:lstStyle/>
          <a:p>
            <a:pPr algn="ctr">
              <a:lnSpc>
                <a:spcPct val="100000"/>
              </a:lnSpc>
            </a:pPr>
            <a:r>
              <a:rPr lang="fr-FR" sz="1500" strike="noStrike">
                <a:solidFill>
                  <a:srgbClr val="FF0000"/>
                </a:solidFill>
                <a:latin typeface="Symbol"/>
              </a:rPr>
              <a:t>  </a:t>
            </a:r>
            <a:r>
              <a:rPr lang="fr-FR" sz="1500" strike="noStrike">
                <a:solidFill>
                  <a:srgbClr val="0033CC"/>
                </a:solidFill>
                <a:latin typeface="Symbol"/>
              </a:rPr>
              <a:t>s+</a:t>
            </a:r>
            <a:endParaRPr/>
          </a:p>
        </p:txBody>
      </p:sp>
      <p:sp>
        <p:nvSpPr>
          <p:cNvPr id="253" name="CustomShape 12"/>
          <p:cNvSpPr/>
          <p:nvPr/>
        </p:nvSpPr>
        <p:spPr>
          <a:xfrm>
            <a:off x="349191" y="2529993"/>
            <a:ext cx="544320" cy="292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85680" tIns="42840" rIns="85680" bIns="42840"/>
          <a:lstStyle/>
          <a:p>
            <a:pPr>
              <a:lnSpc>
                <a:spcPct val="100000"/>
              </a:lnSpc>
            </a:pPr>
            <a:r>
              <a:rPr lang="fr-FR" sz="1200" strike="noStrike">
                <a:solidFill>
                  <a:srgbClr val="000000"/>
                </a:solidFill>
                <a:latin typeface="Times New Roman"/>
              </a:rPr>
              <a:t>S</a:t>
            </a:r>
            <a:r>
              <a:rPr lang="fr-FR" sz="1200" strike="noStrike" baseline="-25000">
                <a:solidFill>
                  <a:srgbClr val="000000"/>
                </a:solidFill>
                <a:latin typeface="Times New Roman"/>
              </a:rPr>
              <a:t>z</a:t>
            </a:r>
            <a:r>
              <a:rPr lang="fr-FR" sz="1200" strike="noStrike">
                <a:solidFill>
                  <a:srgbClr val="000000"/>
                </a:solidFill>
                <a:latin typeface="Times New Roman"/>
              </a:rPr>
              <a:t>=+1</a:t>
            </a:r>
            <a:endParaRPr/>
          </a:p>
        </p:txBody>
      </p:sp>
      <p:sp>
        <p:nvSpPr>
          <p:cNvPr id="254" name="CustomShape 13"/>
          <p:cNvSpPr/>
          <p:nvPr/>
        </p:nvSpPr>
        <p:spPr>
          <a:xfrm>
            <a:off x="731871" y="2692353"/>
            <a:ext cx="459000" cy="292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85680" tIns="42840" rIns="85680" bIns="42840"/>
          <a:lstStyle/>
          <a:p>
            <a:pPr>
              <a:lnSpc>
                <a:spcPct val="100000"/>
              </a:lnSpc>
            </a:pPr>
            <a:r>
              <a:rPr lang="fr-FR" sz="1200" strike="noStrike">
                <a:solidFill>
                  <a:srgbClr val="000000"/>
                </a:solidFill>
                <a:latin typeface="Times New Roman"/>
              </a:rPr>
              <a:t>S</a:t>
            </a:r>
            <a:r>
              <a:rPr lang="fr-FR" sz="1200" strike="noStrike" baseline="-25000">
                <a:solidFill>
                  <a:srgbClr val="000000"/>
                </a:solidFill>
                <a:latin typeface="Times New Roman"/>
              </a:rPr>
              <a:t>z</a:t>
            </a:r>
            <a:r>
              <a:rPr lang="fr-FR" sz="1200" strike="noStrike">
                <a:solidFill>
                  <a:srgbClr val="000000"/>
                </a:solidFill>
                <a:latin typeface="Times New Roman"/>
              </a:rPr>
              <a:t>=0</a:t>
            </a:r>
            <a:endParaRPr/>
          </a:p>
        </p:txBody>
      </p:sp>
      <p:sp>
        <p:nvSpPr>
          <p:cNvPr id="255" name="CustomShape 14"/>
          <p:cNvSpPr/>
          <p:nvPr/>
        </p:nvSpPr>
        <p:spPr>
          <a:xfrm>
            <a:off x="1243791" y="1172793"/>
            <a:ext cx="168840" cy="97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6" name="CustomShape 15"/>
          <p:cNvSpPr/>
          <p:nvPr/>
        </p:nvSpPr>
        <p:spPr>
          <a:xfrm flipH="1">
            <a:off x="1342071" y="661593"/>
            <a:ext cx="14400" cy="1837440"/>
          </a:xfrm>
          <a:prstGeom prst="straightConnector1">
            <a:avLst/>
          </a:prstGeom>
          <a:noFill/>
          <a:ln w="19080">
            <a:solidFill>
              <a:srgbClr val="0033CC"/>
            </a:solidFill>
            <a:round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7" name="CustomShape 16"/>
          <p:cNvSpPr/>
          <p:nvPr/>
        </p:nvSpPr>
        <p:spPr>
          <a:xfrm>
            <a:off x="1045791" y="2529993"/>
            <a:ext cx="509040" cy="292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85680" tIns="42840" rIns="85680" bIns="42840"/>
          <a:lstStyle/>
          <a:p>
            <a:pPr>
              <a:lnSpc>
                <a:spcPct val="100000"/>
              </a:lnSpc>
            </a:pPr>
            <a:r>
              <a:rPr lang="fr-FR" sz="1200" strike="noStrike">
                <a:solidFill>
                  <a:srgbClr val="000000"/>
                </a:solidFill>
                <a:latin typeface="Times New Roman"/>
              </a:rPr>
              <a:t>S</a:t>
            </a:r>
            <a:r>
              <a:rPr lang="fr-FR" sz="1200" strike="noStrike" baseline="-25000">
                <a:solidFill>
                  <a:srgbClr val="000000"/>
                </a:solidFill>
                <a:latin typeface="Times New Roman"/>
              </a:rPr>
              <a:t>z</a:t>
            </a:r>
            <a:r>
              <a:rPr lang="fr-FR" sz="1200" strike="noStrike">
                <a:solidFill>
                  <a:srgbClr val="000000"/>
                </a:solidFill>
                <a:latin typeface="Times New Roman"/>
              </a:rPr>
              <a:t>=-1</a:t>
            </a:r>
            <a:endParaRPr/>
          </a:p>
        </p:txBody>
      </p:sp>
      <p:sp>
        <p:nvSpPr>
          <p:cNvPr id="258" name="Line 17"/>
          <p:cNvSpPr/>
          <p:nvPr/>
        </p:nvSpPr>
        <p:spPr>
          <a:xfrm flipV="1">
            <a:off x="1430631" y="2497593"/>
            <a:ext cx="289440" cy="1440"/>
          </a:xfrm>
          <a:prstGeom prst="line">
            <a:avLst/>
          </a:prstGeom>
          <a:ln w="9360" cap="rnd">
            <a:solidFill>
              <a:srgbClr val="000000"/>
            </a:solidFill>
            <a:custDash>
              <a:ds d="100000" sp="100000"/>
            </a:custDash>
            <a:round/>
          </a:ln>
        </p:spPr>
      </p:sp>
      <p:sp>
        <p:nvSpPr>
          <p:cNvPr id="259" name="Line 18"/>
          <p:cNvSpPr/>
          <p:nvPr/>
        </p:nvSpPr>
        <p:spPr>
          <a:xfrm>
            <a:off x="1433871" y="643593"/>
            <a:ext cx="321840" cy="0"/>
          </a:xfrm>
          <a:prstGeom prst="line">
            <a:avLst/>
          </a:prstGeom>
          <a:ln w="9360" cap="rnd">
            <a:solidFill>
              <a:srgbClr val="000000"/>
            </a:solidFill>
            <a:custDash>
              <a:ds d="100000" sp="100000"/>
            </a:custDash>
            <a:round/>
          </a:ln>
        </p:spPr>
      </p:sp>
      <p:sp>
        <p:nvSpPr>
          <p:cNvPr id="260" name="Line 19"/>
          <p:cNvSpPr/>
          <p:nvPr/>
        </p:nvSpPr>
        <p:spPr>
          <a:xfrm>
            <a:off x="1430631" y="844833"/>
            <a:ext cx="325080" cy="0"/>
          </a:xfrm>
          <a:prstGeom prst="line">
            <a:avLst/>
          </a:prstGeom>
          <a:ln w="9360" cap="rnd">
            <a:solidFill>
              <a:srgbClr val="000000"/>
            </a:solidFill>
            <a:custDash>
              <a:ds d="100000" sp="100000"/>
            </a:custDash>
            <a:round/>
          </a:ln>
        </p:spPr>
      </p:sp>
      <p:sp>
        <p:nvSpPr>
          <p:cNvPr id="261" name="Line 20"/>
          <p:cNvSpPr/>
          <p:nvPr/>
        </p:nvSpPr>
        <p:spPr>
          <a:xfrm>
            <a:off x="1755711" y="2443233"/>
            <a:ext cx="122400" cy="1080"/>
          </a:xfrm>
          <a:prstGeom prst="line">
            <a:avLst/>
          </a:prstGeom>
          <a:ln w="28440">
            <a:solidFill>
              <a:srgbClr val="00B050"/>
            </a:solidFill>
            <a:round/>
          </a:ln>
        </p:spPr>
      </p:sp>
      <p:sp>
        <p:nvSpPr>
          <p:cNvPr id="262" name="Line 21"/>
          <p:cNvSpPr/>
          <p:nvPr/>
        </p:nvSpPr>
        <p:spPr>
          <a:xfrm>
            <a:off x="1755711" y="2551953"/>
            <a:ext cx="122400" cy="1080"/>
          </a:xfrm>
          <a:prstGeom prst="line">
            <a:avLst/>
          </a:prstGeom>
          <a:ln w="28440">
            <a:solidFill>
              <a:srgbClr val="00B050"/>
            </a:solidFill>
            <a:round/>
          </a:ln>
        </p:spPr>
      </p:sp>
      <p:sp>
        <p:nvSpPr>
          <p:cNvPr id="263" name="Line 22"/>
          <p:cNvSpPr/>
          <p:nvPr/>
        </p:nvSpPr>
        <p:spPr>
          <a:xfrm>
            <a:off x="1756791" y="844833"/>
            <a:ext cx="121320" cy="0"/>
          </a:xfrm>
          <a:prstGeom prst="line">
            <a:avLst/>
          </a:prstGeom>
          <a:ln w="25560">
            <a:solidFill>
              <a:srgbClr val="FF0000"/>
            </a:solidFill>
            <a:round/>
          </a:ln>
        </p:spPr>
      </p:sp>
      <p:sp>
        <p:nvSpPr>
          <p:cNvPr id="264" name="CustomShape 23"/>
          <p:cNvSpPr/>
          <p:nvPr/>
        </p:nvSpPr>
        <p:spPr>
          <a:xfrm flipH="1">
            <a:off x="1754991" y="886593"/>
            <a:ext cx="11160" cy="1556640"/>
          </a:xfrm>
          <a:prstGeom prst="straightConnector1">
            <a:avLst/>
          </a:prstGeom>
          <a:noFill/>
          <a:ln>
            <a:solidFill>
              <a:srgbClr val="FF0000"/>
            </a:solidFill>
            <a:round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265" name="CustomShape 24"/>
          <p:cNvSpPr/>
          <p:nvPr/>
        </p:nvSpPr>
        <p:spPr>
          <a:xfrm>
            <a:off x="1866951" y="884073"/>
            <a:ext cx="360" cy="1647000"/>
          </a:xfrm>
          <a:prstGeom prst="straightConnector1">
            <a:avLst/>
          </a:prstGeom>
          <a:noFill/>
          <a:ln>
            <a:solidFill>
              <a:srgbClr val="FF0000"/>
            </a:solidFill>
            <a:round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266" name="Line 25"/>
          <p:cNvSpPr/>
          <p:nvPr/>
        </p:nvSpPr>
        <p:spPr>
          <a:xfrm>
            <a:off x="1755711" y="594633"/>
            <a:ext cx="122400" cy="1080"/>
          </a:xfrm>
          <a:prstGeom prst="line">
            <a:avLst/>
          </a:prstGeom>
          <a:ln w="28440">
            <a:solidFill>
              <a:srgbClr val="00B050"/>
            </a:solidFill>
            <a:round/>
          </a:ln>
        </p:spPr>
      </p:sp>
      <p:sp>
        <p:nvSpPr>
          <p:cNvPr id="267" name="Line 26"/>
          <p:cNvSpPr/>
          <p:nvPr/>
        </p:nvSpPr>
        <p:spPr>
          <a:xfrm>
            <a:off x="1755711" y="703353"/>
            <a:ext cx="122400" cy="1080"/>
          </a:xfrm>
          <a:prstGeom prst="line">
            <a:avLst/>
          </a:prstGeom>
          <a:ln w="28440">
            <a:solidFill>
              <a:srgbClr val="00B050"/>
            </a:solidFill>
            <a:round/>
          </a:ln>
        </p:spPr>
      </p:sp>
      <p:sp>
        <p:nvSpPr>
          <p:cNvPr id="268" name="CustomShape 27"/>
          <p:cNvSpPr/>
          <p:nvPr/>
        </p:nvSpPr>
        <p:spPr>
          <a:xfrm>
            <a:off x="1720431" y="1351353"/>
            <a:ext cx="562320" cy="31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5680" tIns="42840" rIns="85680" bIns="42840"/>
          <a:lstStyle/>
          <a:p>
            <a:pPr algn="ctr">
              <a:lnSpc>
                <a:spcPct val="100000"/>
              </a:lnSpc>
            </a:pPr>
            <a:r>
              <a:rPr lang="fr-FR" sz="1500" strike="noStrike">
                <a:solidFill>
                  <a:srgbClr val="FF0000"/>
                </a:solidFill>
                <a:latin typeface="Symbol"/>
              </a:rPr>
              <a:t>  s-</a:t>
            </a:r>
            <a:endParaRPr/>
          </a:p>
        </p:txBody>
      </p:sp>
      <p:sp>
        <p:nvSpPr>
          <p:cNvPr id="269" name="CustomShape 28"/>
          <p:cNvSpPr/>
          <p:nvPr/>
        </p:nvSpPr>
        <p:spPr>
          <a:xfrm>
            <a:off x="-72369" y="432633"/>
            <a:ext cx="37908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strike="noStrike">
                <a:solidFill>
                  <a:srgbClr val="000000"/>
                </a:solidFill>
                <a:latin typeface="Times New Roman"/>
              </a:rPr>
              <a:t>(a)</a:t>
            </a:r>
            <a:endParaRPr/>
          </a:p>
        </p:txBody>
      </p:sp>
      <p:sp>
        <p:nvSpPr>
          <p:cNvPr id="270" name="CustomShape 29"/>
          <p:cNvSpPr/>
          <p:nvPr/>
        </p:nvSpPr>
        <p:spPr>
          <a:xfrm>
            <a:off x="3731391" y="-35818"/>
            <a:ext cx="38988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strike="noStrike">
                <a:solidFill>
                  <a:srgbClr val="000000"/>
                </a:solidFill>
                <a:latin typeface="Times New Roman"/>
              </a:rPr>
              <a:t>(b)</a:t>
            </a:r>
            <a:endParaRPr/>
          </a:p>
        </p:txBody>
      </p:sp>
      <p:sp>
        <p:nvSpPr>
          <p:cNvPr id="271" name="CustomShape 30"/>
          <p:cNvSpPr/>
          <p:nvPr/>
        </p:nvSpPr>
        <p:spPr>
          <a:xfrm>
            <a:off x="2483631" y="504633"/>
            <a:ext cx="38988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strike="noStrike">
                <a:solidFill>
                  <a:srgbClr val="000000"/>
                </a:solidFill>
                <a:latin typeface="Times New Roman"/>
              </a:rPr>
              <a:t>(1)</a:t>
            </a:r>
            <a:endParaRPr/>
          </a:p>
        </p:txBody>
      </p:sp>
      <p:sp>
        <p:nvSpPr>
          <p:cNvPr id="272" name="CustomShape 31"/>
          <p:cNvSpPr/>
          <p:nvPr/>
        </p:nvSpPr>
        <p:spPr>
          <a:xfrm>
            <a:off x="2698191" y="873993"/>
            <a:ext cx="360" cy="246240"/>
          </a:xfrm>
          <a:prstGeom prst="straightConnector1">
            <a:avLst/>
          </a:prstGeom>
          <a:noFill/>
          <a:ln w="19080">
            <a:solidFill>
              <a:srgbClr val="0033CC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3" name="CustomShape 32"/>
          <p:cNvSpPr/>
          <p:nvPr/>
        </p:nvSpPr>
        <p:spPr>
          <a:xfrm rot="10800000">
            <a:off x="2150991" y="2130371"/>
            <a:ext cx="360" cy="246240"/>
          </a:xfrm>
          <a:prstGeom prst="straightConnector1">
            <a:avLst/>
          </a:prstGeom>
          <a:noFill/>
          <a:ln>
            <a:solidFill>
              <a:srgbClr val="FF0000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4" name="CustomShape 33"/>
          <p:cNvSpPr/>
          <p:nvPr/>
        </p:nvSpPr>
        <p:spPr>
          <a:xfrm>
            <a:off x="1946511" y="1831593"/>
            <a:ext cx="38988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strike="noStrike">
                <a:solidFill>
                  <a:srgbClr val="000000"/>
                </a:solidFill>
                <a:latin typeface="Times New Roman"/>
              </a:rPr>
              <a:t>(4)</a:t>
            </a:r>
            <a:endParaRPr/>
          </a:p>
        </p:txBody>
      </p:sp>
      <p:sp>
        <p:nvSpPr>
          <p:cNvPr id="275" name="CustomShape 34"/>
          <p:cNvSpPr/>
          <p:nvPr/>
        </p:nvSpPr>
        <p:spPr>
          <a:xfrm>
            <a:off x="2339631" y="2241993"/>
            <a:ext cx="38988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strike="noStrike">
                <a:solidFill>
                  <a:srgbClr val="000000"/>
                </a:solidFill>
                <a:latin typeface="Times New Roman"/>
              </a:rPr>
              <a:t>(2)</a:t>
            </a:r>
            <a:endParaRPr/>
          </a:p>
        </p:txBody>
      </p:sp>
      <p:sp>
        <p:nvSpPr>
          <p:cNvPr id="276" name="CustomShape 35"/>
          <p:cNvSpPr/>
          <p:nvPr/>
        </p:nvSpPr>
        <p:spPr>
          <a:xfrm>
            <a:off x="2176191" y="1414353"/>
            <a:ext cx="38988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strike="noStrike">
                <a:solidFill>
                  <a:srgbClr val="000000"/>
                </a:solidFill>
                <a:latin typeface="Times New Roman"/>
              </a:rPr>
              <a:t>(3)</a:t>
            </a:r>
            <a:endParaRPr/>
          </a:p>
        </p:txBody>
      </p:sp>
      <p:sp>
        <p:nvSpPr>
          <p:cNvPr id="277" name="CustomShape 36"/>
          <p:cNvSpPr/>
          <p:nvPr/>
        </p:nvSpPr>
        <p:spPr>
          <a:xfrm>
            <a:off x="6268671" y="3656702"/>
            <a:ext cx="41724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600" b="1" strike="noStrike">
                <a:solidFill>
                  <a:srgbClr val="FFFFFF"/>
                </a:solidFill>
                <a:latin typeface="Times New Roman"/>
              </a:rPr>
              <a:t>(3)</a:t>
            </a:r>
            <a:endParaRPr/>
          </a:p>
        </p:txBody>
      </p:sp>
      <p:sp>
        <p:nvSpPr>
          <p:cNvPr id="278" name="CustomShape 37"/>
          <p:cNvSpPr/>
          <p:nvPr/>
        </p:nvSpPr>
        <p:spPr>
          <a:xfrm>
            <a:off x="4612671" y="3645902"/>
            <a:ext cx="41724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600" b="1" strike="noStrike">
                <a:solidFill>
                  <a:srgbClr val="FFFFFF"/>
                </a:solidFill>
                <a:latin typeface="Times New Roman"/>
              </a:rPr>
              <a:t>(4)</a:t>
            </a:r>
            <a:endParaRPr/>
          </a:p>
        </p:txBody>
      </p:sp>
      <p:sp>
        <p:nvSpPr>
          <p:cNvPr id="279" name="Line 38"/>
          <p:cNvSpPr/>
          <p:nvPr/>
        </p:nvSpPr>
        <p:spPr>
          <a:xfrm>
            <a:off x="686871" y="861753"/>
            <a:ext cx="480240" cy="0"/>
          </a:xfrm>
          <a:prstGeom prst="line">
            <a:avLst/>
          </a:prstGeom>
          <a:ln w="9360" cap="rnd">
            <a:solidFill>
              <a:srgbClr val="000000"/>
            </a:solidFill>
            <a:custDash>
              <a:ds d="100000" sp="100000"/>
            </a:custDash>
            <a:round/>
          </a:ln>
        </p:spPr>
      </p:sp>
      <p:sp>
        <p:nvSpPr>
          <p:cNvPr id="280" name="Line 39"/>
          <p:cNvSpPr/>
          <p:nvPr/>
        </p:nvSpPr>
        <p:spPr>
          <a:xfrm>
            <a:off x="2429991" y="2567073"/>
            <a:ext cx="0" cy="124200"/>
          </a:xfrm>
          <a:prstGeom prst="line">
            <a:avLst/>
          </a:prstGeom>
          <a:ln>
            <a:solidFill>
              <a:schemeClr val="tx1"/>
            </a:solidFill>
            <a:round/>
          </a:ln>
        </p:spPr>
      </p:sp>
      <p:sp>
        <p:nvSpPr>
          <p:cNvPr id="281" name="Line 40"/>
          <p:cNvSpPr/>
          <p:nvPr/>
        </p:nvSpPr>
        <p:spPr>
          <a:xfrm>
            <a:off x="2426391" y="2567073"/>
            <a:ext cx="154800" cy="0"/>
          </a:xfrm>
          <a:prstGeom prst="line">
            <a:avLst/>
          </a:prstGeom>
          <a:ln>
            <a:solidFill>
              <a:schemeClr val="tx1"/>
            </a:solidFill>
            <a:round/>
          </a:ln>
        </p:spPr>
      </p:sp>
      <p:sp>
        <p:nvSpPr>
          <p:cNvPr id="282" name="Line 41"/>
          <p:cNvSpPr/>
          <p:nvPr/>
        </p:nvSpPr>
        <p:spPr>
          <a:xfrm>
            <a:off x="2581191" y="2567073"/>
            <a:ext cx="0" cy="124200"/>
          </a:xfrm>
          <a:prstGeom prst="line">
            <a:avLst/>
          </a:prstGeom>
          <a:ln>
            <a:solidFill>
              <a:schemeClr val="tx1"/>
            </a:solidFill>
            <a:round/>
          </a:ln>
        </p:spPr>
      </p:sp>
      <p:sp>
        <p:nvSpPr>
          <p:cNvPr id="283" name="CustomShape 42"/>
          <p:cNvSpPr/>
          <p:nvPr/>
        </p:nvSpPr>
        <p:spPr>
          <a:xfrm rot="10800000">
            <a:off x="2365191" y="1698322"/>
            <a:ext cx="360" cy="246240"/>
          </a:xfrm>
          <a:prstGeom prst="straightConnector1">
            <a:avLst/>
          </a:prstGeom>
          <a:noFill/>
          <a:ln>
            <a:solidFill>
              <a:srgbClr val="FF0000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37</Words>
  <Application>Microsoft Office PowerPoint</Application>
  <PresentationFormat>Personnalisé</PresentationFormat>
  <Paragraphs>14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110</cp:revision>
  <cp:lastPrinted>2016-07-08T11:45:51Z</cp:lastPrinted>
  <dcterms:created xsi:type="dcterms:W3CDTF">2015-11-02T14:28:12Z</dcterms:created>
  <dcterms:modified xsi:type="dcterms:W3CDTF">2017-06-22T18:42:17Z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Hewlett-Packard Company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Personnalisé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</vt:i4>
  </property>
</Properties>
</file>