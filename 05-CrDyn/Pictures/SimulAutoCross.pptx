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6121400"/>
  <p:notesSz cx="6858000" cy="9144000"/>
  <p:defaultTextStyle>
    <a:defPPr>
      <a:defRPr lang="fr-FR"/>
    </a:defPPr>
    <a:lvl1pPr marL="0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72628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45257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817885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90513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63142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635770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908399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81027" algn="l" defTabSz="54525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208" y="-78"/>
      </p:cViewPr>
      <p:guideLst>
        <p:guide orient="horz" pos="1928"/>
        <p:guide pos="2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86014" y="1901605"/>
            <a:ext cx="5508149" cy="13121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72028" y="3468793"/>
            <a:ext cx="4536123" cy="156435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2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45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17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90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631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3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08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810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69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030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1890" y="3933567"/>
            <a:ext cx="5508149" cy="1215778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1890" y="2594511"/>
            <a:ext cx="5508149" cy="1339056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7262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45257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817885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9051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63142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63577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90839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8102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323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503" y="1275292"/>
            <a:ext cx="1036153" cy="3606242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65660" y="1275292"/>
            <a:ext cx="1037279" cy="3606242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501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010" y="245143"/>
            <a:ext cx="5832158" cy="1020233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4009" y="1370230"/>
            <a:ext cx="2863203" cy="57104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72628" indent="0">
              <a:buNone/>
              <a:defRPr sz="1200" b="1"/>
            </a:lvl2pPr>
            <a:lvl3pPr marL="545257" indent="0">
              <a:buNone/>
              <a:defRPr sz="1100" b="1"/>
            </a:lvl3pPr>
            <a:lvl4pPr marL="817885" indent="0">
              <a:buNone/>
              <a:defRPr sz="1000" b="1"/>
            </a:lvl4pPr>
            <a:lvl5pPr marL="1090513" indent="0">
              <a:buNone/>
              <a:defRPr sz="1000" b="1"/>
            </a:lvl5pPr>
            <a:lvl6pPr marL="1363142" indent="0">
              <a:buNone/>
              <a:defRPr sz="1000" b="1"/>
            </a:lvl6pPr>
            <a:lvl7pPr marL="1635770" indent="0">
              <a:buNone/>
              <a:defRPr sz="1000" b="1"/>
            </a:lvl7pPr>
            <a:lvl8pPr marL="1908399" indent="0">
              <a:buNone/>
              <a:defRPr sz="1000" b="1"/>
            </a:lvl8pPr>
            <a:lvl9pPr marL="2181027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4009" y="1941278"/>
            <a:ext cx="2863203" cy="352689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291841" y="1370230"/>
            <a:ext cx="2864327" cy="571047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72628" indent="0">
              <a:buNone/>
              <a:defRPr sz="1200" b="1"/>
            </a:lvl2pPr>
            <a:lvl3pPr marL="545257" indent="0">
              <a:buNone/>
              <a:defRPr sz="1100" b="1"/>
            </a:lvl3pPr>
            <a:lvl4pPr marL="817885" indent="0">
              <a:buNone/>
              <a:defRPr sz="1000" b="1"/>
            </a:lvl4pPr>
            <a:lvl5pPr marL="1090513" indent="0">
              <a:buNone/>
              <a:defRPr sz="1000" b="1"/>
            </a:lvl5pPr>
            <a:lvl6pPr marL="1363142" indent="0">
              <a:buNone/>
              <a:defRPr sz="1000" b="1"/>
            </a:lvl6pPr>
            <a:lvl7pPr marL="1635770" indent="0">
              <a:buNone/>
              <a:defRPr sz="1000" b="1"/>
            </a:lvl7pPr>
            <a:lvl8pPr marL="1908399" indent="0">
              <a:buNone/>
              <a:defRPr sz="1000" b="1"/>
            </a:lvl8pPr>
            <a:lvl9pPr marL="2181027" indent="0">
              <a:buNone/>
              <a:defRPr sz="1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291841" y="1941278"/>
            <a:ext cx="2864327" cy="352689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76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6599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508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009" y="243726"/>
            <a:ext cx="2131932" cy="1037237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33570" y="243726"/>
            <a:ext cx="3622597" cy="5224445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4009" y="1280960"/>
            <a:ext cx="2131932" cy="4187208"/>
          </a:xfrm>
        </p:spPr>
        <p:txBody>
          <a:bodyPr/>
          <a:lstStyle>
            <a:lvl1pPr marL="0" indent="0">
              <a:buNone/>
              <a:defRPr sz="800"/>
            </a:lvl1pPr>
            <a:lvl2pPr marL="272628" indent="0">
              <a:buNone/>
              <a:defRPr sz="700"/>
            </a:lvl2pPr>
            <a:lvl3pPr marL="545257" indent="0">
              <a:buNone/>
              <a:defRPr sz="600"/>
            </a:lvl3pPr>
            <a:lvl4pPr marL="817885" indent="0">
              <a:buNone/>
              <a:defRPr sz="500"/>
            </a:lvl4pPr>
            <a:lvl5pPr marL="1090513" indent="0">
              <a:buNone/>
              <a:defRPr sz="500"/>
            </a:lvl5pPr>
            <a:lvl6pPr marL="1363142" indent="0">
              <a:buNone/>
              <a:defRPr sz="500"/>
            </a:lvl6pPr>
            <a:lvl7pPr marL="1635770" indent="0">
              <a:buNone/>
              <a:defRPr sz="500"/>
            </a:lvl7pPr>
            <a:lvl8pPr marL="1908399" indent="0">
              <a:buNone/>
              <a:defRPr sz="500"/>
            </a:lvl8pPr>
            <a:lvl9pPr marL="2181027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197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0160" y="4284980"/>
            <a:ext cx="3888105" cy="505866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70160" y="546958"/>
            <a:ext cx="3888105" cy="3672840"/>
          </a:xfrm>
        </p:spPr>
        <p:txBody>
          <a:bodyPr/>
          <a:lstStyle>
            <a:lvl1pPr marL="0" indent="0">
              <a:buNone/>
              <a:defRPr sz="1900"/>
            </a:lvl1pPr>
            <a:lvl2pPr marL="272628" indent="0">
              <a:buNone/>
              <a:defRPr sz="1700"/>
            </a:lvl2pPr>
            <a:lvl3pPr marL="545257" indent="0">
              <a:buNone/>
              <a:defRPr sz="1400"/>
            </a:lvl3pPr>
            <a:lvl4pPr marL="817885" indent="0">
              <a:buNone/>
              <a:defRPr sz="1200"/>
            </a:lvl4pPr>
            <a:lvl5pPr marL="1090513" indent="0">
              <a:buNone/>
              <a:defRPr sz="1200"/>
            </a:lvl5pPr>
            <a:lvl6pPr marL="1363142" indent="0">
              <a:buNone/>
              <a:defRPr sz="1200"/>
            </a:lvl6pPr>
            <a:lvl7pPr marL="1635770" indent="0">
              <a:buNone/>
              <a:defRPr sz="1200"/>
            </a:lvl7pPr>
            <a:lvl8pPr marL="1908399" indent="0">
              <a:buNone/>
              <a:defRPr sz="1200"/>
            </a:lvl8pPr>
            <a:lvl9pPr marL="2181027" indent="0">
              <a:buNone/>
              <a:defRPr sz="12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70160" y="4790846"/>
            <a:ext cx="3888105" cy="718414"/>
          </a:xfrm>
        </p:spPr>
        <p:txBody>
          <a:bodyPr/>
          <a:lstStyle>
            <a:lvl1pPr marL="0" indent="0">
              <a:buNone/>
              <a:defRPr sz="800"/>
            </a:lvl1pPr>
            <a:lvl2pPr marL="272628" indent="0">
              <a:buNone/>
              <a:defRPr sz="700"/>
            </a:lvl2pPr>
            <a:lvl3pPr marL="545257" indent="0">
              <a:buNone/>
              <a:defRPr sz="600"/>
            </a:lvl3pPr>
            <a:lvl4pPr marL="817885" indent="0">
              <a:buNone/>
              <a:defRPr sz="500"/>
            </a:lvl4pPr>
            <a:lvl5pPr marL="1090513" indent="0">
              <a:buNone/>
              <a:defRPr sz="500"/>
            </a:lvl5pPr>
            <a:lvl6pPr marL="1363142" indent="0">
              <a:buNone/>
              <a:defRPr sz="500"/>
            </a:lvl6pPr>
            <a:lvl7pPr marL="1635770" indent="0">
              <a:buNone/>
              <a:defRPr sz="500"/>
            </a:lvl7pPr>
            <a:lvl8pPr marL="1908399" indent="0">
              <a:buNone/>
              <a:defRPr sz="500"/>
            </a:lvl8pPr>
            <a:lvl9pPr marL="2181027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9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01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758424" y="218220"/>
            <a:ext cx="544514" cy="466331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21504" y="218220"/>
            <a:ext cx="1528917" cy="466331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8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24010" y="245143"/>
            <a:ext cx="5832158" cy="1020233"/>
          </a:xfrm>
          <a:prstGeom prst="rect">
            <a:avLst/>
          </a:prstGeom>
        </p:spPr>
        <p:txBody>
          <a:bodyPr vert="horz" lIns="54526" tIns="27263" rIns="54526" bIns="27263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4010" y="1428330"/>
            <a:ext cx="5832158" cy="4039841"/>
          </a:xfrm>
          <a:prstGeom prst="rect">
            <a:avLst/>
          </a:prstGeom>
        </p:spPr>
        <p:txBody>
          <a:bodyPr vert="horz" lIns="54526" tIns="27263" rIns="54526" bIns="27263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24009" y="5673631"/>
            <a:ext cx="1512041" cy="325908"/>
          </a:xfrm>
          <a:prstGeom prst="rect">
            <a:avLst/>
          </a:prstGeom>
        </p:spPr>
        <p:txBody>
          <a:bodyPr vert="horz" lIns="54526" tIns="27263" rIns="54526" bIns="27263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F36C1-2115-49A2-812F-437EE20F7F4C}" type="datetimeFigureOut">
              <a:rPr lang="fr-FR" smtClean="0"/>
              <a:t>07/04/2017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14061" y="5673631"/>
            <a:ext cx="2052056" cy="325908"/>
          </a:xfrm>
          <a:prstGeom prst="rect">
            <a:avLst/>
          </a:prstGeom>
        </p:spPr>
        <p:txBody>
          <a:bodyPr vert="horz" lIns="54526" tIns="27263" rIns="54526" bIns="27263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644126" y="5673631"/>
            <a:ext cx="1512041" cy="325908"/>
          </a:xfrm>
          <a:prstGeom prst="rect">
            <a:avLst/>
          </a:prstGeom>
        </p:spPr>
        <p:txBody>
          <a:bodyPr vert="horz" lIns="54526" tIns="27263" rIns="54526" bIns="27263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5356A-E4EE-4C54-9B13-BA5862C709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44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45257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471" indent="-204471" algn="l" defTabSz="54525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43021" indent="-170393" algn="l" defTabSz="545257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681571" indent="-136314" algn="l" defTabSz="545257" rtl="0" eaLnBrk="1" latinLnBrk="0" hangingPunct="1">
        <a:spcBef>
          <a:spcPct val="200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54199" indent="-136314" algn="l" defTabSz="545257" rtl="0" eaLnBrk="1" latinLnBrk="0" hangingPunct="1">
        <a:spcBef>
          <a:spcPct val="20000"/>
        </a:spcBef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26828" indent="-136314" algn="l" defTabSz="545257" rtl="0" eaLnBrk="1" latinLnBrk="0" hangingPunct="1">
        <a:spcBef>
          <a:spcPct val="20000"/>
        </a:spcBef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99456" indent="-136314" algn="l" defTabSz="545257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72084" indent="-136314" algn="l" defTabSz="545257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44713" indent="-136314" algn="l" defTabSz="545257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17341" indent="-136314" algn="l" defTabSz="545257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72628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45257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817885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90513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63142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35770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908399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81027" algn="l" defTabSz="54525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4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wmf"/><Relationship Id="rId10" Type="http://schemas.openxmlformats.org/officeDocument/2006/relationships/image" Target="../media/image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8"/>
          <a:stretch/>
        </p:blipFill>
        <p:spPr bwMode="auto">
          <a:xfrm>
            <a:off x="-72281" y="-107652"/>
            <a:ext cx="3411091" cy="6253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6" name="Obje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237947"/>
              </p:ext>
            </p:extLst>
          </p:nvPr>
        </p:nvGraphicFramePr>
        <p:xfrm>
          <a:off x="2568030" y="1753472"/>
          <a:ext cx="5540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Équation" r:id="rId4" imgW="482400" imgH="253800" progId="Equation.3">
                  <p:embed/>
                </p:oleObj>
              </mc:Choice>
              <mc:Fallback>
                <p:oleObj name="Équation" r:id="rId4" imgW="482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030" y="1753472"/>
                        <a:ext cx="55403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022821"/>
              </p:ext>
            </p:extLst>
          </p:nvPr>
        </p:nvGraphicFramePr>
        <p:xfrm>
          <a:off x="2618730" y="3337177"/>
          <a:ext cx="5540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Équation" r:id="rId6" imgW="482400" imgH="253800" progId="Equation.3">
                  <p:embed/>
                </p:oleObj>
              </mc:Choice>
              <mc:Fallback>
                <p:oleObj name="Équation" r:id="rId6" imgW="482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730" y="3337177"/>
                        <a:ext cx="55403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654680"/>
              </p:ext>
            </p:extLst>
          </p:nvPr>
        </p:nvGraphicFramePr>
        <p:xfrm>
          <a:off x="2612480" y="4922122"/>
          <a:ext cx="5683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Équation" r:id="rId8" imgW="495000" imgH="253800" progId="Equation.3">
                  <p:embed/>
                </p:oleObj>
              </mc:Choice>
              <mc:Fallback>
                <p:oleObj name="Équation" r:id="rId8" imgW="495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480" y="4922122"/>
                        <a:ext cx="568325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" name="Picture 5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" t="2371" r="6909"/>
          <a:stretch/>
        </p:blipFill>
        <p:spPr bwMode="auto">
          <a:xfrm>
            <a:off x="3483223" y="3169725"/>
            <a:ext cx="3024336" cy="2987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ZoneTexte 29"/>
          <p:cNvSpPr txBox="1"/>
          <p:nvPr/>
        </p:nvSpPr>
        <p:spPr>
          <a:xfrm>
            <a:off x="503783" y="180380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4104183" y="3391123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0716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2017-04-07T11:00:23Z</dcterms:created>
  <dcterms:modified xsi:type="dcterms:W3CDTF">2017-04-07T11:08:12Z</dcterms:modified>
</cp:coreProperties>
</file>