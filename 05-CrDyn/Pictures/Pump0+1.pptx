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300788" cy="8893175"/>
  <p:notesSz cx="6858000" cy="9144000"/>
  <p:defaultTextStyle>
    <a:defPPr>
      <a:defRPr lang="fr-FR"/>
    </a:defPPr>
    <a:lvl1pPr marL="0" algn="l" defTabSz="88714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43572" algn="l" defTabSz="88714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887143" algn="l" defTabSz="88714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30714" algn="l" defTabSz="88714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774286" algn="l" defTabSz="88714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17858" algn="l" defTabSz="88714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661429" algn="l" defTabSz="88714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05000" algn="l" defTabSz="88714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548572" algn="l" defTabSz="88714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-2646" y="-114"/>
      </p:cViewPr>
      <p:guideLst>
        <p:guide orient="horz" pos="2802"/>
        <p:guide pos="19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2560" y="2762651"/>
            <a:ext cx="5355670" cy="190626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45120" y="5039467"/>
            <a:ext cx="4410552" cy="227270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43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87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30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7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17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61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05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B6A7-5683-416D-B87C-ECE99B912EF9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B7BB7-DD72-4A2D-976C-4A9F08BABF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21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B6A7-5683-416D-B87C-ECE99B912EF9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B7BB7-DD72-4A2D-976C-4A9F08BABF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1584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7719" y="5714688"/>
            <a:ext cx="5355670" cy="1766284"/>
          </a:xfrm>
        </p:spPr>
        <p:txBody>
          <a:bodyPr anchor="t"/>
          <a:lstStyle>
            <a:lvl1pPr algn="l">
              <a:defRPr sz="39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7719" y="3769308"/>
            <a:ext cx="5355670" cy="194538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435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871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307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7742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178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66142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05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5485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B6A7-5683-416D-B87C-ECE99B912EF9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B7BB7-DD72-4A2D-976C-4A9F08BABF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404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30812" y="2746183"/>
            <a:ext cx="2023691" cy="7763002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359515" y="2746183"/>
            <a:ext cx="2024784" cy="7763002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B6A7-5683-416D-B87C-ECE99B912EF9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B7BB7-DD72-4A2D-976C-4A9F08BABF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796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5040" y="356139"/>
            <a:ext cx="5670709" cy="1482196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15042" y="1990672"/>
            <a:ext cx="2783942" cy="8296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43572" indent="0">
              <a:buNone/>
              <a:defRPr sz="2000" b="1"/>
            </a:lvl2pPr>
            <a:lvl3pPr marL="887143" indent="0">
              <a:buNone/>
              <a:defRPr sz="1800" b="1"/>
            </a:lvl3pPr>
            <a:lvl4pPr marL="1330714" indent="0">
              <a:buNone/>
              <a:defRPr sz="1600" b="1"/>
            </a:lvl4pPr>
            <a:lvl5pPr marL="1774286" indent="0">
              <a:buNone/>
              <a:defRPr sz="1600" b="1"/>
            </a:lvl5pPr>
            <a:lvl6pPr marL="2217858" indent="0">
              <a:buNone/>
              <a:defRPr sz="1600" b="1"/>
            </a:lvl6pPr>
            <a:lvl7pPr marL="2661429" indent="0">
              <a:buNone/>
              <a:defRPr sz="1600" b="1"/>
            </a:lvl7pPr>
            <a:lvl8pPr marL="3105000" indent="0">
              <a:buNone/>
              <a:defRPr sz="1600" b="1"/>
            </a:lvl8pPr>
            <a:lvl9pPr marL="3548572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15042" y="2820292"/>
            <a:ext cx="2783942" cy="5123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200713" y="1990672"/>
            <a:ext cx="2785036" cy="8296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43572" indent="0">
              <a:buNone/>
              <a:defRPr sz="2000" b="1"/>
            </a:lvl2pPr>
            <a:lvl3pPr marL="887143" indent="0">
              <a:buNone/>
              <a:defRPr sz="1800" b="1"/>
            </a:lvl3pPr>
            <a:lvl4pPr marL="1330714" indent="0">
              <a:buNone/>
              <a:defRPr sz="1600" b="1"/>
            </a:lvl4pPr>
            <a:lvl5pPr marL="1774286" indent="0">
              <a:buNone/>
              <a:defRPr sz="1600" b="1"/>
            </a:lvl5pPr>
            <a:lvl6pPr marL="2217858" indent="0">
              <a:buNone/>
              <a:defRPr sz="1600" b="1"/>
            </a:lvl6pPr>
            <a:lvl7pPr marL="2661429" indent="0">
              <a:buNone/>
              <a:defRPr sz="1600" b="1"/>
            </a:lvl7pPr>
            <a:lvl8pPr marL="3105000" indent="0">
              <a:buNone/>
              <a:defRPr sz="1600" b="1"/>
            </a:lvl8pPr>
            <a:lvl9pPr marL="3548572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200713" y="2820292"/>
            <a:ext cx="2785036" cy="5123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B6A7-5683-416D-B87C-ECE99B912EF9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B7BB7-DD72-4A2D-976C-4A9F08BABF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456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B6A7-5683-416D-B87C-ECE99B912EF9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B7BB7-DD72-4A2D-976C-4A9F08BABF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74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B6A7-5683-416D-B87C-ECE99B912EF9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B7BB7-DD72-4A2D-976C-4A9F08BABF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941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5042" y="354082"/>
            <a:ext cx="2072916" cy="150689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463434" y="354084"/>
            <a:ext cx="3522316" cy="7590079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15042" y="1860980"/>
            <a:ext cx="2072916" cy="6083179"/>
          </a:xfrm>
        </p:spPr>
        <p:txBody>
          <a:bodyPr/>
          <a:lstStyle>
            <a:lvl1pPr marL="0" indent="0">
              <a:buNone/>
              <a:defRPr sz="1400"/>
            </a:lvl1pPr>
            <a:lvl2pPr marL="443572" indent="0">
              <a:buNone/>
              <a:defRPr sz="1200"/>
            </a:lvl2pPr>
            <a:lvl3pPr marL="887143" indent="0">
              <a:buNone/>
              <a:defRPr sz="1000"/>
            </a:lvl3pPr>
            <a:lvl4pPr marL="1330714" indent="0">
              <a:buNone/>
              <a:defRPr sz="900"/>
            </a:lvl4pPr>
            <a:lvl5pPr marL="1774286" indent="0">
              <a:buNone/>
              <a:defRPr sz="900"/>
            </a:lvl5pPr>
            <a:lvl6pPr marL="2217858" indent="0">
              <a:buNone/>
              <a:defRPr sz="900"/>
            </a:lvl6pPr>
            <a:lvl7pPr marL="2661429" indent="0">
              <a:buNone/>
              <a:defRPr sz="900"/>
            </a:lvl7pPr>
            <a:lvl8pPr marL="3105000" indent="0">
              <a:buNone/>
              <a:defRPr sz="900"/>
            </a:lvl8pPr>
            <a:lvl9pPr marL="3548572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B6A7-5683-416D-B87C-ECE99B912EF9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B7BB7-DD72-4A2D-976C-4A9F08BABF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402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35001" y="6225225"/>
            <a:ext cx="3780473" cy="7349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235001" y="794624"/>
            <a:ext cx="3780473" cy="5335905"/>
          </a:xfrm>
        </p:spPr>
        <p:txBody>
          <a:bodyPr/>
          <a:lstStyle>
            <a:lvl1pPr marL="0" indent="0">
              <a:buNone/>
              <a:defRPr sz="3100"/>
            </a:lvl1pPr>
            <a:lvl2pPr marL="443572" indent="0">
              <a:buNone/>
              <a:defRPr sz="2700"/>
            </a:lvl2pPr>
            <a:lvl3pPr marL="887143" indent="0">
              <a:buNone/>
              <a:defRPr sz="2400"/>
            </a:lvl3pPr>
            <a:lvl4pPr marL="1330714" indent="0">
              <a:buNone/>
              <a:defRPr sz="2000"/>
            </a:lvl4pPr>
            <a:lvl5pPr marL="1774286" indent="0">
              <a:buNone/>
              <a:defRPr sz="2000"/>
            </a:lvl5pPr>
            <a:lvl6pPr marL="2217858" indent="0">
              <a:buNone/>
              <a:defRPr sz="2000"/>
            </a:lvl6pPr>
            <a:lvl7pPr marL="2661429" indent="0">
              <a:buNone/>
              <a:defRPr sz="2000"/>
            </a:lvl7pPr>
            <a:lvl8pPr marL="3105000" indent="0">
              <a:buNone/>
              <a:defRPr sz="2000"/>
            </a:lvl8pPr>
            <a:lvl9pPr marL="3548572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235001" y="6960145"/>
            <a:ext cx="3780473" cy="1043712"/>
          </a:xfrm>
        </p:spPr>
        <p:txBody>
          <a:bodyPr/>
          <a:lstStyle>
            <a:lvl1pPr marL="0" indent="0">
              <a:buNone/>
              <a:defRPr sz="1400"/>
            </a:lvl1pPr>
            <a:lvl2pPr marL="443572" indent="0">
              <a:buNone/>
              <a:defRPr sz="1200"/>
            </a:lvl2pPr>
            <a:lvl3pPr marL="887143" indent="0">
              <a:buNone/>
              <a:defRPr sz="1000"/>
            </a:lvl3pPr>
            <a:lvl4pPr marL="1330714" indent="0">
              <a:buNone/>
              <a:defRPr sz="900"/>
            </a:lvl4pPr>
            <a:lvl5pPr marL="1774286" indent="0">
              <a:buNone/>
              <a:defRPr sz="900"/>
            </a:lvl5pPr>
            <a:lvl6pPr marL="2217858" indent="0">
              <a:buNone/>
              <a:defRPr sz="900"/>
            </a:lvl6pPr>
            <a:lvl7pPr marL="2661429" indent="0">
              <a:buNone/>
              <a:defRPr sz="900"/>
            </a:lvl7pPr>
            <a:lvl8pPr marL="3105000" indent="0">
              <a:buNone/>
              <a:defRPr sz="900"/>
            </a:lvl8pPr>
            <a:lvl9pPr marL="3548572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B6A7-5683-416D-B87C-ECE99B912EF9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B7BB7-DD72-4A2D-976C-4A9F08BABF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7032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B6A7-5683-416D-B87C-ECE99B912EF9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B7BB7-DD72-4A2D-976C-4A9F08BABF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407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346201" y="471423"/>
            <a:ext cx="1038098" cy="1003775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30813" y="471423"/>
            <a:ext cx="3010377" cy="1003775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B6A7-5683-416D-B87C-ECE99B912EF9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B7BB7-DD72-4A2D-976C-4A9F08BABF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82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15040" y="356139"/>
            <a:ext cx="5670709" cy="1482196"/>
          </a:xfrm>
          <a:prstGeom prst="rect">
            <a:avLst/>
          </a:prstGeom>
        </p:spPr>
        <p:txBody>
          <a:bodyPr vert="horz" lIns="88715" tIns="44357" rIns="88715" bIns="44357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15040" y="2075076"/>
            <a:ext cx="5670709" cy="5869084"/>
          </a:xfrm>
          <a:prstGeom prst="rect">
            <a:avLst/>
          </a:prstGeom>
        </p:spPr>
        <p:txBody>
          <a:bodyPr vert="horz" lIns="88715" tIns="44357" rIns="88715" bIns="44357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15040" y="8242656"/>
            <a:ext cx="1470184" cy="473479"/>
          </a:xfrm>
          <a:prstGeom prst="rect">
            <a:avLst/>
          </a:prstGeom>
        </p:spPr>
        <p:txBody>
          <a:bodyPr vert="horz" lIns="88715" tIns="44357" rIns="88715" bIns="4435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3B6A7-5683-416D-B87C-ECE99B912EF9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152771" y="8242656"/>
            <a:ext cx="1995249" cy="473479"/>
          </a:xfrm>
          <a:prstGeom prst="rect">
            <a:avLst/>
          </a:prstGeom>
        </p:spPr>
        <p:txBody>
          <a:bodyPr vert="horz" lIns="88715" tIns="44357" rIns="88715" bIns="4435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515566" y="8242656"/>
            <a:ext cx="1470184" cy="473479"/>
          </a:xfrm>
          <a:prstGeom prst="rect">
            <a:avLst/>
          </a:prstGeom>
        </p:spPr>
        <p:txBody>
          <a:bodyPr vert="horz" lIns="88715" tIns="44357" rIns="88715" bIns="4435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B7BB7-DD72-4A2D-976C-4A9F08BABF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557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7143" rtl="0" eaLnBrk="1" latinLnBrk="0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2678" indent="-332678" algn="l" defTabSz="887143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20804" indent="-277232" algn="l" defTabSz="887143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108928" indent="-221786" algn="l" defTabSz="88714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52500" indent="-221786" algn="l" defTabSz="887143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6072" indent="-221786" algn="l" defTabSz="887143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39644" indent="-221786" algn="l" defTabSz="88714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83214" indent="-221786" algn="l" defTabSz="88714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26786" indent="-221786" algn="l" defTabSz="88714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70358" indent="-221786" algn="l" defTabSz="88714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87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3572" algn="l" defTabSz="887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87143" algn="l" defTabSz="887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30714" algn="l" defTabSz="887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74286" algn="l" defTabSz="887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17858" algn="l" defTabSz="887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1429" algn="l" defTabSz="887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05000" algn="l" defTabSz="887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48572" algn="l" defTabSz="8871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4289" y="-103759"/>
            <a:ext cx="6702425" cy="908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46446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1</cp:revision>
  <dcterms:created xsi:type="dcterms:W3CDTF">2017-04-07T11:41:36Z</dcterms:created>
  <dcterms:modified xsi:type="dcterms:W3CDTF">2017-04-07T11:44:33Z</dcterms:modified>
</cp:coreProperties>
</file>