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361488" cy="9361488"/>
  <p:notesSz cx="6858000" cy="9144000"/>
  <p:defaultTextStyle>
    <a:defPPr>
      <a:defRPr lang="fr-FR"/>
    </a:defPPr>
    <a:lvl1pPr marL="0" algn="l" defTabSz="8207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10359" algn="l" defTabSz="8207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20717" algn="l" defTabSz="8207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31076" algn="l" defTabSz="8207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41434" algn="l" defTabSz="8207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51793" algn="l" defTabSz="8207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62152" algn="l" defTabSz="8207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72511" algn="l" defTabSz="8207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82870" algn="l" defTabSz="8207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94" y="624"/>
      </p:cViewPr>
      <p:guideLst>
        <p:guide orient="horz" pos="2949"/>
        <p:guide pos="29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02116" y="2908131"/>
            <a:ext cx="7957265" cy="200665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04224" y="5304845"/>
            <a:ext cx="6553042" cy="23923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3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1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1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1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21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2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2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051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07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9498" y="6015622"/>
            <a:ext cx="7957265" cy="185929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39498" y="3967801"/>
            <a:ext cx="7957265" cy="2047824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35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7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10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4143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51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6215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7251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828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50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68078" y="2184349"/>
            <a:ext cx="4134657" cy="6178150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8760" y="2184349"/>
            <a:ext cx="4134657" cy="6178150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8067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8080" y="2095503"/>
            <a:ext cx="4136283" cy="8733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359" indent="0">
              <a:buNone/>
              <a:defRPr sz="1800" b="1"/>
            </a:lvl2pPr>
            <a:lvl3pPr marL="820717" indent="0">
              <a:buNone/>
              <a:defRPr sz="1600" b="1"/>
            </a:lvl3pPr>
            <a:lvl4pPr marL="1231076" indent="0">
              <a:buNone/>
              <a:defRPr sz="1400" b="1"/>
            </a:lvl4pPr>
            <a:lvl5pPr marL="1641434" indent="0">
              <a:buNone/>
              <a:defRPr sz="1400" b="1"/>
            </a:lvl5pPr>
            <a:lvl6pPr marL="2051793" indent="0">
              <a:buNone/>
              <a:defRPr sz="1400" b="1"/>
            </a:lvl6pPr>
            <a:lvl7pPr marL="2462152" indent="0">
              <a:buNone/>
              <a:defRPr sz="1400" b="1"/>
            </a:lvl7pPr>
            <a:lvl8pPr marL="2872511" indent="0">
              <a:buNone/>
              <a:defRPr sz="1400" b="1"/>
            </a:lvl8pPr>
            <a:lvl9pPr marL="3282870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8080" y="2968809"/>
            <a:ext cx="4136283" cy="539369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755506" y="2095503"/>
            <a:ext cx="4137908" cy="8733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359" indent="0">
              <a:buNone/>
              <a:defRPr sz="1800" b="1"/>
            </a:lvl2pPr>
            <a:lvl3pPr marL="820717" indent="0">
              <a:buNone/>
              <a:defRPr sz="1600" b="1"/>
            </a:lvl3pPr>
            <a:lvl4pPr marL="1231076" indent="0">
              <a:buNone/>
              <a:defRPr sz="1400" b="1"/>
            </a:lvl4pPr>
            <a:lvl5pPr marL="1641434" indent="0">
              <a:buNone/>
              <a:defRPr sz="1400" b="1"/>
            </a:lvl5pPr>
            <a:lvl6pPr marL="2051793" indent="0">
              <a:buNone/>
              <a:defRPr sz="1400" b="1"/>
            </a:lvl6pPr>
            <a:lvl7pPr marL="2462152" indent="0">
              <a:buNone/>
              <a:defRPr sz="1400" b="1"/>
            </a:lvl7pPr>
            <a:lvl8pPr marL="2872511" indent="0">
              <a:buNone/>
              <a:defRPr sz="1400" b="1"/>
            </a:lvl8pPr>
            <a:lvl9pPr marL="3282870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755506" y="2968809"/>
            <a:ext cx="4137908" cy="539369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090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05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61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8079" y="372729"/>
            <a:ext cx="3079865" cy="158625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660082" y="372729"/>
            <a:ext cx="5233332" cy="7989769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68079" y="1958980"/>
            <a:ext cx="3079865" cy="6403518"/>
          </a:xfrm>
        </p:spPr>
        <p:txBody>
          <a:bodyPr/>
          <a:lstStyle>
            <a:lvl1pPr marL="0" indent="0">
              <a:buNone/>
              <a:defRPr sz="1200"/>
            </a:lvl1pPr>
            <a:lvl2pPr marL="410359" indent="0">
              <a:buNone/>
              <a:defRPr sz="1000"/>
            </a:lvl2pPr>
            <a:lvl3pPr marL="820717" indent="0">
              <a:buNone/>
              <a:defRPr sz="900"/>
            </a:lvl3pPr>
            <a:lvl4pPr marL="1231076" indent="0">
              <a:buNone/>
              <a:defRPr sz="800"/>
            </a:lvl4pPr>
            <a:lvl5pPr marL="1641434" indent="0">
              <a:buNone/>
              <a:defRPr sz="800"/>
            </a:lvl5pPr>
            <a:lvl6pPr marL="2051793" indent="0">
              <a:buNone/>
              <a:defRPr sz="800"/>
            </a:lvl6pPr>
            <a:lvl7pPr marL="2462152" indent="0">
              <a:buNone/>
              <a:defRPr sz="800"/>
            </a:lvl7pPr>
            <a:lvl8pPr marL="2872511" indent="0">
              <a:buNone/>
              <a:defRPr sz="800"/>
            </a:lvl8pPr>
            <a:lvl9pPr marL="3282870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17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34922" y="6553042"/>
            <a:ext cx="5616893" cy="77362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34922" y="836468"/>
            <a:ext cx="5616893" cy="5616893"/>
          </a:xfrm>
        </p:spPr>
        <p:txBody>
          <a:bodyPr/>
          <a:lstStyle>
            <a:lvl1pPr marL="0" indent="0">
              <a:buNone/>
              <a:defRPr sz="2900"/>
            </a:lvl1pPr>
            <a:lvl2pPr marL="410359" indent="0">
              <a:buNone/>
              <a:defRPr sz="2500"/>
            </a:lvl2pPr>
            <a:lvl3pPr marL="820717" indent="0">
              <a:buNone/>
              <a:defRPr sz="2200"/>
            </a:lvl3pPr>
            <a:lvl4pPr marL="1231076" indent="0">
              <a:buNone/>
              <a:defRPr sz="1800"/>
            </a:lvl4pPr>
            <a:lvl5pPr marL="1641434" indent="0">
              <a:buNone/>
              <a:defRPr sz="1800"/>
            </a:lvl5pPr>
            <a:lvl6pPr marL="2051793" indent="0">
              <a:buNone/>
              <a:defRPr sz="1800"/>
            </a:lvl6pPr>
            <a:lvl7pPr marL="2462152" indent="0">
              <a:buNone/>
              <a:defRPr sz="1800"/>
            </a:lvl7pPr>
            <a:lvl8pPr marL="2872511" indent="0">
              <a:buNone/>
              <a:defRPr sz="1800"/>
            </a:lvl8pPr>
            <a:lvl9pPr marL="3282870" indent="0">
              <a:buNone/>
              <a:defRPr sz="18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34922" y="7326668"/>
            <a:ext cx="5616893" cy="1098673"/>
          </a:xfrm>
        </p:spPr>
        <p:txBody>
          <a:bodyPr/>
          <a:lstStyle>
            <a:lvl1pPr marL="0" indent="0">
              <a:buNone/>
              <a:defRPr sz="1200"/>
            </a:lvl1pPr>
            <a:lvl2pPr marL="410359" indent="0">
              <a:buNone/>
              <a:defRPr sz="1000"/>
            </a:lvl2pPr>
            <a:lvl3pPr marL="820717" indent="0">
              <a:buNone/>
              <a:defRPr sz="900"/>
            </a:lvl3pPr>
            <a:lvl4pPr marL="1231076" indent="0">
              <a:buNone/>
              <a:defRPr sz="800"/>
            </a:lvl4pPr>
            <a:lvl5pPr marL="1641434" indent="0">
              <a:buNone/>
              <a:defRPr sz="800"/>
            </a:lvl5pPr>
            <a:lvl6pPr marL="2051793" indent="0">
              <a:buNone/>
              <a:defRPr sz="800"/>
            </a:lvl6pPr>
            <a:lvl7pPr marL="2462152" indent="0">
              <a:buNone/>
              <a:defRPr sz="800"/>
            </a:lvl7pPr>
            <a:lvl8pPr marL="2872511" indent="0">
              <a:buNone/>
              <a:defRPr sz="800"/>
            </a:lvl8pPr>
            <a:lvl9pPr marL="3282870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591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39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87083" y="374896"/>
            <a:ext cx="2106335" cy="7987602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68073" y="374896"/>
            <a:ext cx="6162980" cy="7987602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5142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68074" y="374896"/>
            <a:ext cx="8425340" cy="1560247"/>
          </a:xfrm>
          <a:prstGeom prst="rect">
            <a:avLst/>
          </a:prstGeom>
        </p:spPr>
        <p:txBody>
          <a:bodyPr vert="horz" lIns="82072" tIns="41036" rIns="82072" bIns="41036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8074" y="2184349"/>
            <a:ext cx="8425340" cy="6178150"/>
          </a:xfrm>
          <a:prstGeom prst="rect">
            <a:avLst/>
          </a:prstGeom>
        </p:spPr>
        <p:txBody>
          <a:bodyPr vert="horz" lIns="82072" tIns="41036" rIns="82072" bIns="41036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8076" y="8676716"/>
            <a:ext cx="2184347" cy="498412"/>
          </a:xfrm>
          <a:prstGeom prst="rect">
            <a:avLst/>
          </a:prstGeom>
        </p:spPr>
        <p:txBody>
          <a:bodyPr vert="horz" lIns="82072" tIns="41036" rIns="82072" bIns="41036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029C7-0013-41CD-AA45-5AC734C7F128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98513" y="8676716"/>
            <a:ext cx="2964471" cy="498412"/>
          </a:xfrm>
          <a:prstGeom prst="rect">
            <a:avLst/>
          </a:prstGeom>
        </p:spPr>
        <p:txBody>
          <a:bodyPr vert="horz" lIns="82072" tIns="41036" rIns="82072" bIns="41036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709070" y="8676716"/>
            <a:ext cx="2184347" cy="498412"/>
          </a:xfrm>
          <a:prstGeom prst="rect">
            <a:avLst/>
          </a:prstGeom>
        </p:spPr>
        <p:txBody>
          <a:bodyPr vert="horz" lIns="82072" tIns="41036" rIns="82072" bIns="41036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367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20717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769" indent="-307769" algn="l" defTabSz="820717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833" indent="-256474" algn="l" defTabSz="820717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897" indent="-205180" algn="l" defTabSz="820717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256" indent="-205180" algn="l" defTabSz="820717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6614" indent="-205180" algn="l" defTabSz="820717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973" indent="-205180" algn="l" defTabSz="82071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7331" indent="-205180" algn="l" defTabSz="82071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7690" indent="-205180" algn="l" defTabSz="82071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8049" indent="-205180" algn="l" defTabSz="82071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2071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359" algn="l" defTabSz="82071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717" algn="l" defTabSz="82071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1076" algn="l" defTabSz="82071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1434" algn="l" defTabSz="82071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1793" algn="l" defTabSz="82071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2152" algn="l" defTabSz="82071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2511" algn="l" defTabSz="82071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2870" algn="l" defTabSz="82071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e 184"/>
          <p:cNvGrpSpPr/>
          <p:nvPr/>
        </p:nvGrpSpPr>
        <p:grpSpPr>
          <a:xfrm>
            <a:off x="-1" y="4881600"/>
            <a:ext cx="3221465" cy="4464837"/>
            <a:chOff x="4248696" y="1166093"/>
            <a:chExt cx="3221465" cy="4464837"/>
          </a:xfrm>
        </p:grpSpPr>
        <p:grpSp>
          <p:nvGrpSpPr>
            <p:cNvPr id="186" name="Groupe 185"/>
            <p:cNvGrpSpPr/>
            <p:nvPr/>
          </p:nvGrpSpPr>
          <p:grpSpPr>
            <a:xfrm>
              <a:off x="4248696" y="1166093"/>
              <a:ext cx="3221465" cy="4464837"/>
              <a:chOff x="0" y="1124403"/>
              <a:chExt cx="3221465" cy="4464837"/>
            </a:xfrm>
          </p:grpSpPr>
          <p:pic>
            <p:nvPicPr>
              <p:cNvPr id="188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1124403"/>
                <a:ext cx="3221465" cy="44648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9" name="Rectangle 188"/>
              <p:cNvSpPr/>
              <p:nvPr/>
            </p:nvSpPr>
            <p:spPr>
              <a:xfrm>
                <a:off x="435600" y="1332000"/>
                <a:ext cx="2523600" cy="3600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90" name="Connecteur droit 189"/>
              <p:cNvCxnSpPr/>
              <p:nvPr/>
            </p:nvCxnSpPr>
            <p:spPr>
              <a:xfrm>
                <a:off x="417600" y="1268760"/>
                <a:ext cx="0" cy="5760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necteur droit 190"/>
              <p:cNvCxnSpPr/>
              <p:nvPr/>
            </p:nvCxnSpPr>
            <p:spPr>
              <a:xfrm>
                <a:off x="2977200" y="1267200"/>
                <a:ext cx="0" cy="5760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ZoneTexte 191"/>
              <p:cNvSpPr txBox="1"/>
              <p:nvPr/>
            </p:nvSpPr>
            <p:spPr>
              <a:xfrm>
                <a:off x="935998" y="1530001"/>
                <a:ext cx="367181" cy="1937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µm</a:t>
                </a:r>
                <a:endPara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900000" y="2466000"/>
                <a:ext cx="992341" cy="2609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706682" y="3717032"/>
                <a:ext cx="992341" cy="2609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87" name="Ellipse 186"/>
            <p:cNvSpPr/>
            <p:nvPr/>
          </p:nvSpPr>
          <p:spPr>
            <a:xfrm>
              <a:off x="5148288" y="4741681"/>
              <a:ext cx="1080120" cy="648072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9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610515"/>
            <a:ext cx="3316022" cy="43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6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000" y="606898"/>
            <a:ext cx="3308078" cy="43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7" name="Groupe 196"/>
          <p:cNvGrpSpPr/>
          <p:nvPr/>
        </p:nvGrpSpPr>
        <p:grpSpPr>
          <a:xfrm>
            <a:off x="0" y="-36000"/>
            <a:ext cx="3221465" cy="4993705"/>
            <a:chOff x="0" y="-36000"/>
            <a:chExt cx="3221465" cy="4993705"/>
          </a:xfrm>
        </p:grpSpPr>
        <p:grpSp>
          <p:nvGrpSpPr>
            <p:cNvPr id="198" name="Groupe 197"/>
            <p:cNvGrpSpPr/>
            <p:nvPr/>
          </p:nvGrpSpPr>
          <p:grpSpPr>
            <a:xfrm>
              <a:off x="0" y="-36000"/>
              <a:ext cx="3221465" cy="4993705"/>
              <a:chOff x="0" y="595535"/>
              <a:chExt cx="3221465" cy="4993705"/>
            </a:xfrm>
          </p:grpSpPr>
          <p:pic>
            <p:nvPicPr>
              <p:cNvPr id="200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1124403"/>
                <a:ext cx="3221465" cy="44648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1" name="Picture 2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304" t="3491" r="7824" b="86269"/>
              <a:stretch/>
            </p:blipFill>
            <p:spPr bwMode="auto">
              <a:xfrm>
                <a:off x="428626" y="595535"/>
                <a:ext cx="2540794" cy="457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2" name="Rectangle 201"/>
              <p:cNvSpPr/>
              <p:nvPr/>
            </p:nvSpPr>
            <p:spPr>
              <a:xfrm>
                <a:off x="435600" y="1332000"/>
                <a:ext cx="2523600" cy="3600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203" name="Connecteur droit 202"/>
              <p:cNvCxnSpPr/>
              <p:nvPr/>
            </p:nvCxnSpPr>
            <p:spPr>
              <a:xfrm>
                <a:off x="417600" y="1268760"/>
                <a:ext cx="0" cy="5760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Connecteur droit 203"/>
              <p:cNvCxnSpPr/>
              <p:nvPr/>
            </p:nvCxnSpPr>
            <p:spPr>
              <a:xfrm>
                <a:off x="2977200" y="1267200"/>
                <a:ext cx="0" cy="5760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" name="Groupe 204"/>
              <p:cNvGrpSpPr>
                <a:grpSpLocks noChangeAspect="1"/>
              </p:cNvGrpSpPr>
              <p:nvPr/>
            </p:nvGrpSpPr>
            <p:grpSpPr>
              <a:xfrm>
                <a:off x="418009" y="1250824"/>
                <a:ext cx="1474332" cy="1188000"/>
                <a:chOff x="307540" y="751587"/>
                <a:chExt cx="2041660" cy="1698173"/>
              </a:xfrm>
            </p:grpSpPr>
            <p:pic>
              <p:nvPicPr>
                <p:cNvPr id="208" name="Image 207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8993" t="26566" r="26002" b="23523"/>
                <a:stretch/>
              </p:blipFill>
              <p:spPr>
                <a:xfrm>
                  <a:off x="307540" y="751587"/>
                  <a:ext cx="2041660" cy="1698173"/>
                </a:xfrm>
                <a:prstGeom prst="rect">
                  <a:avLst/>
                </a:prstGeom>
              </p:spPr>
            </p:pic>
            <p:cxnSp>
              <p:nvCxnSpPr>
                <p:cNvPr id="209" name="Connecteur droit 208"/>
                <p:cNvCxnSpPr/>
                <p:nvPr/>
              </p:nvCxnSpPr>
              <p:spPr>
                <a:xfrm>
                  <a:off x="1130961" y="1488430"/>
                  <a:ext cx="416703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ZoneTexte 209"/>
                <p:cNvSpPr txBox="1"/>
                <p:nvPr/>
              </p:nvSpPr>
              <p:spPr>
                <a:xfrm>
                  <a:off x="1024855" y="1150652"/>
                  <a:ext cx="50847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 smtClean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 µm</a:t>
                  </a:r>
                  <a:endParaRPr lang="en-US" sz="1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6" name="Rectangle 205"/>
              <p:cNvSpPr/>
              <p:nvPr/>
            </p:nvSpPr>
            <p:spPr>
              <a:xfrm>
                <a:off x="900000" y="2466000"/>
                <a:ext cx="992341" cy="2609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7" name="Rectangle 206"/>
              <p:cNvSpPr/>
              <p:nvPr/>
            </p:nvSpPr>
            <p:spPr>
              <a:xfrm>
                <a:off x="706682" y="3717032"/>
                <a:ext cx="992341" cy="2609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99" name="Ellipse 198"/>
            <p:cNvSpPr/>
            <p:nvPr/>
          </p:nvSpPr>
          <p:spPr>
            <a:xfrm>
              <a:off x="899592" y="4068456"/>
              <a:ext cx="1080120" cy="648072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11" name="Image 2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94" t="27421" r="29064" b="21556"/>
          <a:stretch/>
        </p:blipFill>
        <p:spPr>
          <a:xfrm>
            <a:off x="422387" y="5002515"/>
            <a:ext cx="1472869" cy="1188000"/>
          </a:xfrm>
          <a:prstGeom prst="rect">
            <a:avLst/>
          </a:prstGeom>
        </p:spPr>
      </p:pic>
      <p:pic>
        <p:nvPicPr>
          <p:cNvPr id="212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000" y="5002515"/>
            <a:ext cx="3316022" cy="43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-71784" y="216248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3146526" y="216248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6264920" y="216248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3168576" y="4608736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0554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</Words>
  <Application>Microsoft Office PowerPoint</Application>
  <PresentationFormat>Personnalisé</PresentationFormat>
  <Paragraphs>6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AudreyAzura</cp:lastModifiedBy>
  <cp:revision>7</cp:revision>
  <dcterms:created xsi:type="dcterms:W3CDTF">2017-06-30T21:30:07Z</dcterms:created>
  <dcterms:modified xsi:type="dcterms:W3CDTF">2017-07-02T22:39:30Z</dcterms:modified>
</cp:coreProperties>
</file>