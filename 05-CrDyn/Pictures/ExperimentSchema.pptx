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817475" cy="10909300"/>
  <p:notesSz cx="6858000" cy="9144000"/>
  <p:defaultTextStyle>
    <a:defPPr>
      <a:defRPr lang="fr-FR"/>
    </a:defPPr>
    <a:lvl1pPr marL="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38023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76045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14069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152091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190114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228137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2661608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3041838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663" autoAdjust="0"/>
  </p:normalViewPr>
  <p:slideViewPr>
    <p:cSldViewPr>
      <p:cViewPr varScale="1">
        <p:scale>
          <a:sx n="56" d="100"/>
          <a:sy n="56" d="100"/>
        </p:scale>
        <p:origin x="-1332" y="-78"/>
      </p:cViewPr>
      <p:guideLst>
        <p:guide orient="horz" pos="3436"/>
        <p:guide pos="40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61311" y="3388960"/>
            <a:ext cx="10894854" cy="2338429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922624" y="6181937"/>
            <a:ext cx="8972233" cy="27879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02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604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406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20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011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813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61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418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5530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7664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012493" y="7010242"/>
            <a:ext cx="10894854" cy="2166709"/>
          </a:xfrm>
        </p:spPr>
        <p:txBody>
          <a:bodyPr anchor="t"/>
          <a:lstStyle>
            <a:lvl1pPr algn="l">
              <a:defRPr sz="33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012493" y="4623835"/>
            <a:ext cx="10894854" cy="2386408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8023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6045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4069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52091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90114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28137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66160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04183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4772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40878" y="2545505"/>
            <a:ext cx="5661051" cy="7199634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515554" y="2545505"/>
            <a:ext cx="5661051" cy="7199634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8364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40876" y="2441968"/>
            <a:ext cx="5663277" cy="1017696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230" indent="0">
              <a:buNone/>
              <a:defRPr sz="1600" b="1"/>
            </a:lvl2pPr>
            <a:lvl3pPr marL="760459" indent="0">
              <a:buNone/>
              <a:defRPr sz="1500" b="1"/>
            </a:lvl3pPr>
            <a:lvl4pPr marL="1140690" indent="0">
              <a:buNone/>
              <a:defRPr sz="1300" b="1"/>
            </a:lvl4pPr>
            <a:lvl5pPr marL="1520919" indent="0">
              <a:buNone/>
              <a:defRPr sz="1300" b="1"/>
            </a:lvl5pPr>
            <a:lvl6pPr marL="1901149" indent="0">
              <a:buNone/>
              <a:defRPr sz="1300" b="1"/>
            </a:lvl6pPr>
            <a:lvl7pPr marL="2281379" indent="0">
              <a:buNone/>
              <a:defRPr sz="1300" b="1"/>
            </a:lvl7pPr>
            <a:lvl8pPr marL="2661608" indent="0">
              <a:buNone/>
              <a:defRPr sz="1300" b="1"/>
            </a:lvl8pPr>
            <a:lvl9pPr marL="3041838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0876" y="3459664"/>
            <a:ext cx="5663277" cy="6285475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511104" y="2441968"/>
            <a:ext cx="5665502" cy="1017696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230" indent="0">
              <a:buNone/>
              <a:defRPr sz="1600" b="1"/>
            </a:lvl2pPr>
            <a:lvl3pPr marL="760459" indent="0">
              <a:buNone/>
              <a:defRPr sz="1500" b="1"/>
            </a:lvl3pPr>
            <a:lvl4pPr marL="1140690" indent="0">
              <a:buNone/>
              <a:defRPr sz="1300" b="1"/>
            </a:lvl4pPr>
            <a:lvl5pPr marL="1520919" indent="0">
              <a:buNone/>
              <a:defRPr sz="1300" b="1"/>
            </a:lvl5pPr>
            <a:lvl6pPr marL="1901149" indent="0">
              <a:buNone/>
              <a:defRPr sz="1300" b="1"/>
            </a:lvl6pPr>
            <a:lvl7pPr marL="2281379" indent="0">
              <a:buNone/>
              <a:defRPr sz="1300" b="1"/>
            </a:lvl7pPr>
            <a:lvl8pPr marL="2661608" indent="0">
              <a:buNone/>
              <a:defRPr sz="1300" b="1"/>
            </a:lvl8pPr>
            <a:lvl9pPr marL="3041838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511104" y="3459664"/>
            <a:ext cx="5665502" cy="6285475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6787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4160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2847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0879" y="434353"/>
            <a:ext cx="4216862" cy="1848521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011279" y="434360"/>
            <a:ext cx="7165325" cy="9310785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40879" y="2282873"/>
            <a:ext cx="4216862" cy="7462265"/>
          </a:xfrm>
        </p:spPr>
        <p:txBody>
          <a:bodyPr/>
          <a:lstStyle>
            <a:lvl1pPr marL="0" indent="0">
              <a:buNone/>
              <a:defRPr sz="1200"/>
            </a:lvl1pPr>
            <a:lvl2pPr marL="380230" indent="0">
              <a:buNone/>
              <a:defRPr sz="1000"/>
            </a:lvl2pPr>
            <a:lvl3pPr marL="760459" indent="0">
              <a:buNone/>
              <a:defRPr sz="900"/>
            </a:lvl3pPr>
            <a:lvl4pPr marL="1140690" indent="0">
              <a:buNone/>
              <a:defRPr sz="800"/>
            </a:lvl4pPr>
            <a:lvl5pPr marL="1520919" indent="0">
              <a:buNone/>
              <a:defRPr sz="800"/>
            </a:lvl5pPr>
            <a:lvl6pPr marL="1901149" indent="0">
              <a:buNone/>
              <a:defRPr sz="800"/>
            </a:lvl6pPr>
            <a:lvl7pPr marL="2281379" indent="0">
              <a:buNone/>
              <a:defRPr sz="800"/>
            </a:lvl7pPr>
            <a:lvl8pPr marL="2661608" indent="0">
              <a:buNone/>
              <a:defRPr sz="800"/>
            </a:lvl8pPr>
            <a:lvl9pPr marL="3041838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0746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512318" y="7636510"/>
            <a:ext cx="7690485" cy="901534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512318" y="974768"/>
            <a:ext cx="7690485" cy="6545580"/>
          </a:xfrm>
        </p:spPr>
        <p:txBody>
          <a:bodyPr/>
          <a:lstStyle>
            <a:lvl1pPr marL="0" indent="0">
              <a:buNone/>
              <a:defRPr sz="2700"/>
            </a:lvl1pPr>
            <a:lvl2pPr marL="380230" indent="0">
              <a:buNone/>
              <a:defRPr sz="2300"/>
            </a:lvl2pPr>
            <a:lvl3pPr marL="760459" indent="0">
              <a:buNone/>
              <a:defRPr sz="2000"/>
            </a:lvl3pPr>
            <a:lvl4pPr marL="1140690" indent="0">
              <a:buNone/>
              <a:defRPr sz="1600"/>
            </a:lvl4pPr>
            <a:lvl5pPr marL="1520919" indent="0">
              <a:buNone/>
              <a:defRPr sz="1600"/>
            </a:lvl5pPr>
            <a:lvl6pPr marL="1901149" indent="0">
              <a:buNone/>
              <a:defRPr sz="1600"/>
            </a:lvl6pPr>
            <a:lvl7pPr marL="2281379" indent="0">
              <a:buNone/>
              <a:defRPr sz="1600"/>
            </a:lvl7pPr>
            <a:lvl8pPr marL="2661608" indent="0">
              <a:buNone/>
              <a:defRPr sz="1600"/>
            </a:lvl8pPr>
            <a:lvl9pPr marL="3041838" indent="0">
              <a:buNone/>
              <a:defRPr sz="16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512318" y="8538044"/>
            <a:ext cx="7690485" cy="1280327"/>
          </a:xfrm>
        </p:spPr>
        <p:txBody>
          <a:bodyPr/>
          <a:lstStyle>
            <a:lvl1pPr marL="0" indent="0">
              <a:buNone/>
              <a:defRPr sz="1200"/>
            </a:lvl1pPr>
            <a:lvl2pPr marL="380230" indent="0">
              <a:buNone/>
              <a:defRPr sz="1000"/>
            </a:lvl2pPr>
            <a:lvl3pPr marL="760459" indent="0">
              <a:buNone/>
              <a:defRPr sz="900"/>
            </a:lvl3pPr>
            <a:lvl4pPr marL="1140690" indent="0">
              <a:buNone/>
              <a:defRPr sz="800"/>
            </a:lvl4pPr>
            <a:lvl5pPr marL="1520919" indent="0">
              <a:buNone/>
              <a:defRPr sz="800"/>
            </a:lvl5pPr>
            <a:lvl6pPr marL="1901149" indent="0">
              <a:buNone/>
              <a:defRPr sz="800"/>
            </a:lvl6pPr>
            <a:lvl7pPr marL="2281379" indent="0">
              <a:buNone/>
              <a:defRPr sz="800"/>
            </a:lvl7pPr>
            <a:lvl8pPr marL="2661608" indent="0">
              <a:buNone/>
              <a:defRPr sz="800"/>
            </a:lvl8pPr>
            <a:lvl9pPr marL="3041838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0763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292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9292673" y="436885"/>
            <a:ext cx="2883933" cy="930825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40878" y="436885"/>
            <a:ext cx="8438171" cy="930825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4905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40875" y="436879"/>
            <a:ext cx="11535728" cy="1818217"/>
          </a:xfrm>
          <a:prstGeom prst="rect">
            <a:avLst/>
          </a:prstGeom>
        </p:spPr>
        <p:txBody>
          <a:bodyPr vert="horz" lIns="76046" tIns="38023" rIns="76046" bIns="38023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40875" y="2545505"/>
            <a:ext cx="11535728" cy="7199634"/>
          </a:xfrm>
          <a:prstGeom prst="rect">
            <a:avLst/>
          </a:prstGeom>
        </p:spPr>
        <p:txBody>
          <a:bodyPr vert="horz" lIns="76046" tIns="38023" rIns="76046" bIns="38023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40876" y="10111312"/>
            <a:ext cx="2990745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16335D-3260-4588-AF31-90AD8532CCCE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379306" y="10111312"/>
            <a:ext cx="4058867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9185860" y="10111312"/>
            <a:ext cx="2990745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6584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60459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173" indent="-285173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17874" indent="-237644" algn="l" defTabSz="760459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950575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3080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71103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91263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7149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5172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31953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23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045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069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091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114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137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1608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1838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4" name="Connecteur droit 133"/>
          <p:cNvCxnSpPr/>
          <p:nvPr/>
        </p:nvCxnSpPr>
        <p:spPr>
          <a:xfrm rot="5400000">
            <a:off x="5506902" y="6626507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131"/>
          <p:cNvCxnSpPr/>
          <p:nvPr/>
        </p:nvCxnSpPr>
        <p:spPr>
          <a:xfrm>
            <a:off x="6292712" y="5488121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/>
          <p:cNvCxnSpPr/>
          <p:nvPr/>
        </p:nvCxnSpPr>
        <p:spPr>
          <a:xfrm>
            <a:off x="8009999" y="7686898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452080" y="10178979"/>
            <a:ext cx="898214" cy="3600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0" name="Connecteur droit 99"/>
          <p:cNvCxnSpPr/>
          <p:nvPr/>
        </p:nvCxnSpPr>
        <p:spPr>
          <a:xfrm flipV="1">
            <a:off x="6676678" y="6593422"/>
            <a:ext cx="884187" cy="844"/>
          </a:xfrm>
          <a:prstGeom prst="line">
            <a:avLst/>
          </a:prstGeom>
          <a:ln w="28575">
            <a:solidFill>
              <a:schemeClr val="accent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Connecteur droit 589"/>
          <p:cNvCxnSpPr/>
          <p:nvPr/>
        </p:nvCxnSpPr>
        <p:spPr>
          <a:xfrm>
            <a:off x="6679842" y="6594266"/>
            <a:ext cx="3724806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1" name="Connecteur droit 590"/>
          <p:cNvCxnSpPr/>
          <p:nvPr/>
        </p:nvCxnSpPr>
        <p:spPr>
          <a:xfrm>
            <a:off x="3352817" y="6594266"/>
            <a:ext cx="6958387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nnecteur droit 105"/>
          <p:cNvCxnSpPr/>
          <p:nvPr/>
        </p:nvCxnSpPr>
        <p:spPr>
          <a:xfrm>
            <a:off x="3352817" y="6594266"/>
            <a:ext cx="4496080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2" name="Connecteur droit 561"/>
          <p:cNvCxnSpPr/>
          <p:nvPr/>
        </p:nvCxnSpPr>
        <p:spPr>
          <a:xfrm>
            <a:off x="8010000" y="8064996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3" name="Connecteur droit 602"/>
          <p:cNvCxnSpPr/>
          <p:nvPr/>
        </p:nvCxnSpPr>
        <p:spPr>
          <a:xfrm>
            <a:off x="8413848" y="6608635"/>
            <a:ext cx="0" cy="2032425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/>
          <p:cNvCxnSpPr/>
          <p:nvPr/>
        </p:nvCxnSpPr>
        <p:spPr>
          <a:xfrm>
            <a:off x="8413848" y="6621575"/>
            <a:ext cx="0" cy="1713395"/>
          </a:xfrm>
          <a:prstGeom prst="line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3" name="Ellipse 562"/>
          <p:cNvSpPr/>
          <p:nvPr/>
        </p:nvSpPr>
        <p:spPr>
          <a:xfrm>
            <a:off x="10417792" y="6501600"/>
            <a:ext cx="117727" cy="22679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64" name="Connecteur droit 563"/>
          <p:cNvCxnSpPr/>
          <p:nvPr/>
        </p:nvCxnSpPr>
        <p:spPr>
          <a:xfrm flipH="1">
            <a:off x="9909516" y="6666721"/>
            <a:ext cx="237952" cy="24956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5" name="Connecteur droit 564"/>
          <p:cNvCxnSpPr/>
          <p:nvPr/>
        </p:nvCxnSpPr>
        <p:spPr>
          <a:xfrm flipH="1" flipV="1">
            <a:off x="9909516" y="6344701"/>
            <a:ext cx="237952" cy="24956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6" name="Rectangle 565"/>
          <p:cNvSpPr/>
          <p:nvPr/>
        </p:nvSpPr>
        <p:spPr>
          <a:xfrm rot="386643">
            <a:off x="148377" y="5917658"/>
            <a:ext cx="1440000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7" name="Rectangle 566"/>
          <p:cNvSpPr/>
          <p:nvPr/>
        </p:nvSpPr>
        <p:spPr>
          <a:xfrm rot="386643">
            <a:off x="2847811" y="6169685"/>
            <a:ext cx="503896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568" name="Connecteur droit 567"/>
          <p:cNvCxnSpPr>
            <a:stCxn id="566" idx="3"/>
          </p:cNvCxnSpPr>
          <p:nvPr/>
        </p:nvCxnSpPr>
        <p:spPr>
          <a:xfrm rot="386643">
            <a:off x="1579577" y="6469978"/>
            <a:ext cx="134563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9" name="Connecteur droit 568"/>
          <p:cNvCxnSpPr/>
          <p:nvPr/>
        </p:nvCxnSpPr>
        <p:spPr>
          <a:xfrm rot="386643">
            <a:off x="3345864" y="6669474"/>
            <a:ext cx="134563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0" name="Connecteur droit 569"/>
          <p:cNvCxnSpPr>
            <a:stCxn id="567" idx="3"/>
          </p:cNvCxnSpPr>
          <p:nvPr/>
        </p:nvCxnSpPr>
        <p:spPr>
          <a:xfrm rot="386643">
            <a:off x="3337312" y="6668993"/>
            <a:ext cx="1345630" cy="15240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1" name="Connecteur droit 570"/>
          <p:cNvCxnSpPr>
            <a:stCxn id="567" idx="3"/>
          </p:cNvCxnSpPr>
          <p:nvPr/>
        </p:nvCxnSpPr>
        <p:spPr>
          <a:xfrm rot="386643">
            <a:off x="3328760" y="6668511"/>
            <a:ext cx="1345630" cy="30480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Connecteur droit 571"/>
          <p:cNvCxnSpPr/>
          <p:nvPr/>
        </p:nvCxnSpPr>
        <p:spPr>
          <a:xfrm rot="386643" flipV="1">
            <a:off x="3362960" y="6365789"/>
            <a:ext cx="1348348" cy="30480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3" name="Connecteur droit 572"/>
          <p:cNvCxnSpPr/>
          <p:nvPr/>
        </p:nvCxnSpPr>
        <p:spPr>
          <a:xfrm>
            <a:off x="4687244" y="6143910"/>
            <a:ext cx="0" cy="4015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Connecteur droit 573"/>
          <p:cNvCxnSpPr/>
          <p:nvPr/>
        </p:nvCxnSpPr>
        <p:spPr>
          <a:xfrm>
            <a:off x="4687244" y="6631440"/>
            <a:ext cx="0" cy="50405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Rectangle 574"/>
          <p:cNvSpPr/>
          <p:nvPr/>
        </p:nvSpPr>
        <p:spPr>
          <a:xfrm rot="5786643">
            <a:off x="6455863" y="2651382"/>
            <a:ext cx="503896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576" name="Connecteur droit 575"/>
          <p:cNvCxnSpPr/>
          <p:nvPr/>
        </p:nvCxnSpPr>
        <p:spPr>
          <a:xfrm flipH="1">
            <a:off x="6728006" y="1531451"/>
            <a:ext cx="151024" cy="1337128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Connecteur droit 576"/>
          <p:cNvCxnSpPr/>
          <p:nvPr/>
        </p:nvCxnSpPr>
        <p:spPr>
          <a:xfrm flipH="1">
            <a:off x="6528510" y="3297738"/>
            <a:ext cx="151024" cy="1337128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8" name="Connecteur droit 577"/>
          <p:cNvCxnSpPr>
            <a:stCxn id="575" idx="3"/>
          </p:cNvCxnSpPr>
          <p:nvPr/>
        </p:nvCxnSpPr>
        <p:spPr>
          <a:xfrm flipH="1">
            <a:off x="6377072" y="3297738"/>
            <a:ext cx="302462" cy="1320024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9" name="Connecteur droit 578"/>
          <p:cNvCxnSpPr>
            <a:stCxn id="575" idx="3"/>
          </p:cNvCxnSpPr>
          <p:nvPr/>
        </p:nvCxnSpPr>
        <p:spPr>
          <a:xfrm flipH="1">
            <a:off x="6213720" y="3297738"/>
            <a:ext cx="465814" cy="1337129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Connecteur droit 579"/>
          <p:cNvCxnSpPr/>
          <p:nvPr/>
        </p:nvCxnSpPr>
        <p:spPr>
          <a:xfrm>
            <a:off x="6679230" y="3300439"/>
            <a:ext cx="0" cy="3331001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1" name="Connecteur droit 580"/>
          <p:cNvCxnSpPr/>
          <p:nvPr/>
        </p:nvCxnSpPr>
        <p:spPr>
          <a:xfrm>
            <a:off x="6679534" y="3297738"/>
            <a:ext cx="145589" cy="1320024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2" name="Connecteur droit 581"/>
          <p:cNvCxnSpPr/>
          <p:nvPr/>
        </p:nvCxnSpPr>
        <p:spPr>
          <a:xfrm flipH="1">
            <a:off x="6728006" y="4634867"/>
            <a:ext cx="40158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Connecteur droit 582"/>
          <p:cNvCxnSpPr/>
          <p:nvPr/>
        </p:nvCxnSpPr>
        <p:spPr>
          <a:xfrm flipH="1">
            <a:off x="6138000" y="4634867"/>
            <a:ext cx="5040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4" name="Rectangle 583"/>
          <p:cNvSpPr/>
          <p:nvPr/>
        </p:nvSpPr>
        <p:spPr>
          <a:xfrm rot="386643">
            <a:off x="6562647" y="84520"/>
            <a:ext cx="792000" cy="1440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5" name="ZoneTexte 584"/>
          <p:cNvSpPr txBox="1"/>
          <p:nvPr/>
        </p:nvSpPr>
        <p:spPr>
          <a:xfrm>
            <a:off x="253867" y="5001751"/>
            <a:ext cx="160332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Monomode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laser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6" name="ZoneTexte 585"/>
          <p:cNvSpPr txBox="1"/>
          <p:nvPr/>
        </p:nvSpPr>
        <p:spPr>
          <a:xfrm>
            <a:off x="7243304" y="2631883"/>
            <a:ext cx="20457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Opto-accoustic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87" name="Groupe 586"/>
          <p:cNvGrpSpPr/>
          <p:nvPr/>
        </p:nvGrpSpPr>
        <p:grpSpPr>
          <a:xfrm>
            <a:off x="6406242" y="6319822"/>
            <a:ext cx="547200" cy="547200"/>
            <a:chOff x="6406242" y="6319822"/>
            <a:chExt cx="547200" cy="547200"/>
          </a:xfrm>
        </p:grpSpPr>
        <p:sp>
          <p:nvSpPr>
            <p:cNvPr id="588" name="Rectangle 587"/>
            <p:cNvSpPr/>
            <p:nvPr/>
          </p:nvSpPr>
          <p:spPr>
            <a:xfrm>
              <a:off x="6406242" y="6319822"/>
              <a:ext cx="547200" cy="54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89" name="Connecteur droit 588"/>
            <p:cNvCxnSpPr/>
            <p:nvPr/>
          </p:nvCxnSpPr>
          <p:spPr>
            <a:xfrm>
              <a:off x="6406242" y="6319823"/>
              <a:ext cx="547200" cy="54719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2" name="Connecteur droit 591"/>
          <p:cNvCxnSpPr/>
          <p:nvPr/>
        </p:nvCxnSpPr>
        <p:spPr>
          <a:xfrm>
            <a:off x="9353693" y="6291087"/>
            <a:ext cx="0" cy="252209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Connecteur droit 592"/>
          <p:cNvCxnSpPr/>
          <p:nvPr/>
        </p:nvCxnSpPr>
        <p:spPr>
          <a:xfrm flipH="1">
            <a:off x="9353693" y="6344700"/>
            <a:ext cx="574377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4" name="Connecteur droit 593"/>
          <p:cNvCxnSpPr/>
          <p:nvPr/>
        </p:nvCxnSpPr>
        <p:spPr>
          <a:xfrm rot="10800000">
            <a:off x="9353693" y="6705182"/>
            <a:ext cx="0" cy="252209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Connecteur droit 594"/>
          <p:cNvCxnSpPr/>
          <p:nvPr/>
        </p:nvCxnSpPr>
        <p:spPr>
          <a:xfrm rot="10800000" flipH="1">
            <a:off x="9353693" y="6903778"/>
            <a:ext cx="574377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6" name="ZoneTexte 595"/>
          <p:cNvSpPr txBox="1"/>
          <p:nvPr/>
        </p:nvSpPr>
        <p:spPr>
          <a:xfrm>
            <a:off x="9020221" y="5472708"/>
            <a:ext cx="16369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Microscope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97" name="Groupe 596"/>
          <p:cNvGrpSpPr/>
          <p:nvPr/>
        </p:nvGrpSpPr>
        <p:grpSpPr>
          <a:xfrm>
            <a:off x="8100392" y="6309320"/>
            <a:ext cx="547200" cy="547200"/>
            <a:chOff x="6406242" y="6319822"/>
            <a:chExt cx="547200" cy="547200"/>
          </a:xfrm>
        </p:grpSpPr>
        <p:sp>
          <p:nvSpPr>
            <p:cNvPr id="598" name="Rectangle 597"/>
            <p:cNvSpPr/>
            <p:nvPr/>
          </p:nvSpPr>
          <p:spPr>
            <a:xfrm>
              <a:off x="6406242" y="6319822"/>
              <a:ext cx="547200" cy="54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99" name="Connecteur droit 598"/>
            <p:cNvCxnSpPr/>
            <p:nvPr/>
          </p:nvCxnSpPr>
          <p:spPr>
            <a:xfrm>
              <a:off x="6406242" y="6319823"/>
              <a:ext cx="547200" cy="54719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00" name="Connecteur droit 599"/>
          <p:cNvCxnSpPr/>
          <p:nvPr/>
        </p:nvCxnSpPr>
        <p:spPr>
          <a:xfrm rot="10800000" flipH="1">
            <a:off x="8413848" y="6621574"/>
            <a:ext cx="1990800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Rectangle 600"/>
          <p:cNvSpPr/>
          <p:nvPr/>
        </p:nvSpPr>
        <p:spPr>
          <a:xfrm>
            <a:off x="10476656" y="6289851"/>
            <a:ext cx="180628" cy="63756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n>
                <a:solidFill>
                  <a:srgbClr val="C00000"/>
                </a:solidFill>
              </a:ln>
              <a:solidFill>
                <a:srgbClr val="C00000"/>
              </a:solidFill>
            </a:endParaRPr>
          </a:p>
        </p:txBody>
      </p:sp>
      <p:sp>
        <p:nvSpPr>
          <p:cNvPr id="602" name="ZoneTexte 601"/>
          <p:cNvSpPr txBox="1"/>
          <p:nvPr/>
        </p:nvSpPr>
        <p:spPr>
          <a:xfrm>
            <a:off x="10630579" y="6153879"/>
            <a:ext cx="22589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Sample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mounted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ith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microlens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4" name="ZoneTexte 603"/>
          <p:cNvSpPr txBox="1"/>
          <p:nvPr/>
        </p:nvSpPr>
        <p:spPr>
          <a:xfrm>
            <a:off x="8787201" y="7848972"/>
            <a:ext cx="1293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Polarizer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5" name="Rectangle 604"/>
          <p:cNvSpPr/>
          <p:nvPr/>
        </p:nvSpPr>
        <p:spPr>
          <a:xfrm>
            <a:off x="7183076" y="8533829"/>
            <a:ext cx="2445935" cy="23399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Double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monochromator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2x 1m</a:t>
            </a:r>
          </a:p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2x 1800 g/mm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6" name="ZoneTexte 605"/>
          <p:cNvSpPr txBox="1"/>
          <p:nvPr/>
        </p:nvSpPr>
        <p:spPr>
          <a:xfrm>
            <a:off x="7502151" y="546547"/>
            <a:ext cx="13548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Dye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laser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7" name="ZoneTexte 606"/>
          <p:cNvSpPr txBox="1"/>
          <p:nvPr/>
        </p:nvSpPr>
        <p:spPr>
          <a:xfrm>
            <a:off x="3138849" y="5271725"/>
            <a:ext cx="20457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Opto-accoustic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868" y="219862"/>
            <a:ext cx="4786718" cy="29622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Rectangle 1"/>
          <p:cNvSpPr/>
          <p:nvPr/>
        </p:nvSpPr>
        <p:spPr>
          <a:xfrm>
            <a:off x="576089" y="901725"/>
            <a:ext cx="1676303" cy="6644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ZoneTexte 48"/>
          <p:cNvSpPr txBox="1"/>
          <p:nvPr/>
        </p:nvSpPr>
        <p:spPr>
          <a:xfrm>
            <a:off x="405102" y="980208"/>
            <a:ext cx="20890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Pulse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generator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Connecteur droit 3"/>
          <p:cNvCxnSpPr/>
          <p:nvPr/>
        </p:nvCxnSpPr>
        <p:spPr>
          <a:xfrm>
            <a:off x="3885951" y="2810722"/>
            <a:ext cx="0" cy="6005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/>
          <p:cNvCxnSpPr/>
          <p:nvPr/>
        </p:nvCxnSpPr>
        <p:spPr>
          <a:xfrm>
            <a:off x="3885951" y="3411240"/>
            <a:ext cx="14426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/>
          <p:cNvCxnSpPr/>
          <p:nvPr/>
        </p:nvCxnSpPr>
        <p:spPr>
          <a:xfrm flipV="1">
            <a:off x="5328617" y="3002938"/>
            <a:ext cx="0" cy="4083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/>
          <p:cNvCxnSpPr>
            <a:endCxn id="575" idx="2"/>
          </p:cNvCxnSpPr>
          <p:nvPr/>
        </p:nvCxnSpPr>
        <p:spPr>
          <a:xfrm>
            <a:off x="6314313" y="3002938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/>
          <p:cNvCxnSpPr>
            <a:stCxn id="575" idx="2"/>
          </p:cNvCxnSpPr>
          <p:nvPr/>
        </p:nvCxnSpPr>
        <p:spPr>
          <a:xfrm flipH="1">
            <a:off x="5328617" y="3002938"/>
            <a:ext cx="9856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/>
          <p:cNvCxnSpPr/>
          <p:nvPr/>
        </p:nvCxnSpPr>
        <p:spPr>
          <a:xfrm>
            <a:off x="3661200" y="2810723"/>
            <a:ext cx="0" cy="19958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/>
          <p:cNvCxnSpPr/>
          <p:nvPr/>
        </p:nvCxnSpPr>
        <p:spPr>
          <a:xfrm>
            <a:off x="3144203" y="4806578"/>
            <a:ext cx="51699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/>
          <p:cNvCxnSpPr/>
          <p:nvPr/>
        </p:nvCxnSpPr>
        <p:spPr>
          <a:xfrm flipV="1">
            <a:off x="36000" y="4512002"/>
            <a:ext cx="0" cy="58391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74"/>
          <p:cNvCxnSpPr/>
          <p:nvPr/>
        </p:nvCxnSpPr>
        <p:spPr>
          <a:xfrm rot="5400000">
            <a:off x="8532973" y="6606618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ZoneTexte 75"/>
          <p:cNvSpPr txBox="1"/>
          <p:nvPr/>
        </p:nvSpPr>
        <p:spPr>
          <a:xfrm>
            <a:off x="8642720" y="6994400"/>
            <a:ext cx="572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/4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0711" y="8337079"/>
            <a:ext cx="4094364" cy="15999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8" name="ZoneTexte 77"/>
          <p:cNvSpPr txBox="1"/>
          <p:nvPr/>
        </p:nvSpPr>
        <p:spPr>
          <a:xfrm>
            <a:off x="1224161" y="8533829"/>
            <a:ext cx="3177858" cy="83099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correlated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photons</a:t>
            </a:r>
          </a:p>
          <a:p>
            <a:r>
              <a:rPr lang="fr-F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ounting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unit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9" name="Connecteur droit 78"/>
          <p:cNvCxnSpPr/>
          <p:nvPr/>
        </p:nvCxnSpPr>
        <p:spPr>
          <a:xfrm>
            <a:off x="3420000" y="2807029"/>
            <a:ext cx="0" cy="17115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/>
          <p:cNvCxnSpPr/>
          <p:nvPr/>
        </p:nvCxnSpPr>
        <p:spPr>
          <a:xfrm>
            <a:off x="36000" y="4518546"/>
            <a:ext cx="338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30"/>
          <p:cNvCxnSpPr>
            <a:stCxn id="567" idx="0"/>
          </p:cNvCxnSpPr>
          <p:nvPr/>
        </p:nvCxnSpPr>
        <p:spPr>
          <a:xfrm flipH="1" flipV="1">
            <a:off x="3138849" y="4806578"/>
            <a:ext cx="5354" cy="1365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88"/>
          <p:cNvCxnSpPr/>
          <p:nvPr/>
        </p:nvCxnSpPr>
        <p:spPr>
          <a:xfrm>
            <a:off x="45023" y="10345365"/>
            <a:ext cx="411670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eur droit 89"/>
          <p:cNvCxnSpPr/>
          <p:nvPr/>
        </p:nvCxnSpPr>
        <p:spPr>
          <a:xfrm flipV="1">
            <a:off x="4161725" y="9507200"/>
            <a:ext cx="0" cy="8439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eur droit 93"/>
          <p:cNvCxnSpPr/>
          <p:nvPr/>
        </p:nvCxnSpPr>
        <p:spPr>
          <a:xfrm flipV="1">
            <a:off x="4351525" y="9515005"/>
            <a:ext cx="0" cy="8439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/>
          <p:cNvCxnSpPr/>
          <p:nvPr/>
        </p:nvCxnSpPr>
        <p:spPr>
          <a:xfrm>
            <a:off x="6676678" y="3300439"/>
            <a:ext cx="0" cy="2082203"/>
          </a:xfrm>
          <a:prstGeom prst="line">
            <a:avLst/>
          </a:prstGeom>
          <a:ln w="28575">
            <a:solidFill>
              <a:schemeClr val="accent6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eur droit 102"/>
          <p:cNvCxnSpPr/>
          <p:nvPr/>
        </p:nvCxnSpPr>
        <p:spPr>
          <a:xfrm>
            <a:off x="3350115" y="6593422"/>
            <a:ext cx="1978502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eur droit 107"/>
          <p:cNvCxnSpPr/>
          <p:nvPr/>
        </p:nvCxnSpPr>
        <p:spPr>
          <a:xfrm flipV="1">
            <a:off x="9073033" y="6621574"/>
            <a:ext cx="1291759" cy="9866"/>
          </a:xfrm>
          <a:prstGeom prst="line">
            <a:avLst/>
          </a:prstGeom>
          <a:ln w="28575">
            <a:solidFill>
              <a:srgbClr val="C00000"/>
            </a:solidFill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ZoneTexte 118"/>
          <p:cNvSpPr txBox="1"/>
          <p:nvPr/>
        </p:nvSpPr>
        <p:spPr>
          <a:xfrm>
            <a:off x="8831856" y="7456065"/>
            <a:ext cx="572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/2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Ellipse 52"/>
          <p:cNvSpPr/>
          <p:nvPr/>
        </p:nvSpPr>
        <p:spPr>
          <a:xfrm>
            <a:off x="6270173" y="10178979"/>
            <a:ext cx="283600" cy="3600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1" name="Connecteur droit 120"/>
          <p:cNvCxnSpPr>
            <a:endCxn id="53" idx="2"/>
          </p:cNvCxnSpPr>
          <p:nvPr/>
        </p:nvCxnSpPr>
        <p:spPr>
          <a:xfrm>
            <a:off x="4351134" y="10358999"/>
            <a:ext cx="191903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/>
          <p:cNvCxnSpPr/>
          <p:nvPr/>
        </p:nvCxnSpPr>
        <p:spPr>
          <a:xfrm>
            <a:off x="4870221" y="6210574"/>
            <a:ext cx="0" cy="837287"/>
          </a:xfrm>
          <a:prstGeom prst="line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eur droit 130"/>
          <p:cNvCxnSpPr/>
          <p:nvPr/>
        </p:nvCxnSpPr>
        <p:spPr>
          <a:xfrm rot="5400000">
            <a:off x="6686277" y="4315927"/>
            <a:ext cx="0" cy="837287"/>
          </a:xfrm>
          <a:prstGeom prst="line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ZoneTexte 132"/>
          <p:cNvSpPr txBox="1"/>
          <p:nvPr/>
        </p:nvSpPr>
        <p:spPr>
          <a:xfrm>
            <a:off x="7069913" y="5272097"/>
            <a:ext cx="1293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Polarizer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5" name="ZoneTexte 134"/>
          <p:cNvSpPr txBox="1"/>
          <p:nvPr/>
        </p:nvSpPr>
        <p:spPr>
          <a:xfrm>
            <a:off x="5616649" y="5814690"/>
            <a:ext cx="572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/4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6" name="Connecteur droit 135"/>
          <p:cNvCxnSpPr/>
          <p:nvPr/>
        </p:nvCxnSpPr>
        <p:spPr>
          <a:xfrm rot="5400000">
            <a:off x="5149696" y="6618245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ZoneTexte 136"/>
          <p:cNvSpPr txBox="1"/>
          <p:nvPr/>
        </p:nvSpPr>
        <p:spPr>
          <a:xfrm>
            <a:off x="4898769" y="7006027"/>
            <a:ext cx="1293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Polarizer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ZoneTexte 141"/>
          <p:cNvSpPr txBox="1"/>
          <p:nvPr/>
        </p:nvSpPr>
        <p:spPr>
          <a:xfrm>
            <a:off x="6467143" y="6958106"/>
            <a:ext cx="18742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Beamsplitters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9" name="Connecteur droit 68"/>
          <p:cNvCxnSpPr/>
          <p:nvPr/>
        </p:nvCxnSpPr>
        <p:spPr>
          <a:xfrm>
            <a:off x="6803518" y="6896424"/>
            <a:ext cx="75512" cy="151437"/>
          </a:xfrm>
          <a:prstGeom prst="line">
            <a:avLst/>
          </a:prstGeom>
          <a:ln>
            <a:solidFill>
              <a:schemeClr val="tx1"/>
            </a:solidFill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/>
          <p:cNvCxnSpPr/>
          <p:nvPr/>
        </p:nvCxnSpPr>
        <p:spPr>
          <a:xfrm flipH="1">
            <a:off x="8100392" y="6896424"/>
            <a:ext cx="108545" cy="151437"/>
          </a:xfrm>
          <a:prstGeom prst="line">
            <a:avLst/>
          </a:prstGeom>
          <a:ln>
            <a:solidFill>
              <a:schemeClr val="tx1"/>
            </a:solidFill>
            <a:headEnd type="stealt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ZoneTexte 146"/>
          <p:cNvSpPr txBox="1"/>
          <p:nvPr/>
        </p:nvSpPr>
        <p:spPr>
          <a:xfrm>
            <a:off x="5180776" y="9160157"/>
            <a:ext cx="15856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Avalanche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Photodiode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8" name="Connecteur droit 147"/>
          <p:cNvCxnSpPr/>
          <p:nvPr/>
        </p:nvCxnSpPr>
        <p:spPr>
          <a:xfrm flipH="1" flipV="1">
            <a:off x="6484341" y="9929198"/>
            <a:ext cx="157715" cy="205972"/>
          </a:xfrm>
          <a:prstGeom prst="line">
            <a:avLst/>
          </a:prstGeom>
          <a:ln>
            <a:solidFill>
              <a:schemeClr val="tx1"/>
            </a:solidFill>
            <a:headEnd type="stealt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881056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43</Words>
  <Application>Microsoft Office PowerPoint</Application>
  <PresentationFormat>Personnalisé</PresentationFormat>
  <Paragraphs>26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AudreyAzura</dc:creator>
  <cp:lastModifiedBy>Alban Lafuente</cp:lastModifiedBy>
  <cp:revision>18</cp:revision>
  <dcterms:created xsi:type="dcterms:W3CDTF">2017-07-02T20:47:43Z</dcterms:created>
  <dcterms:modified xsi:type="dcterms:W3CDTF">2017-07-03T14:07:03Z</dcterms:modified>
</cp:coreProperties>
</file>