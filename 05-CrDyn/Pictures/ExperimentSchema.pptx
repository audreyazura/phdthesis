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56" d="100"/>
          <a:sy n="56" d="100"/>
        </p:scale>
        <p:origin x="-1332" y="-78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04/07/2017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4" name="Connecteur droit 133"/>
          <p:cNvCxnSpPr/>
          <p:nvPr/>
        </p:nvCxnSpPr>
        <p:spPr>
          <a:xfrm rot="5400000">
            <a:off x="5506902" y="6626507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>
            <a:off x="6292712" y="5488121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>
            <a:off x="8009999" y="768689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452080" y="10178979"/>
            <a:ext cx="898214" cy="3600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0" name="Connecteur droit 99"/>
          <p:cNvCxnSpPr/>
          <p:nvPr/>
        </p:nvCxnSpPr>
        <p:spPr>
          <a:xfrm flipV="1">
            <a:off x="6676678" y="6593422"/>
            <a:ext cx="884187" cy="844"/>
          </a:xfrm>
          <a:prstGeom prst="line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eur droit 105"/>
          <p:cNvCxnSpPr/>
          <p:nvPr/>
        </p:nvCxnSpPr>
        <p:spPr>
          <a:xfrm>
            <a:off x="3352817" y="6594266"/>
            <a:ext cx="449608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/>
          <p:cNvCxnSpPr/>
          <p:nvPr/>
        </p:nvCxnSpPr>
        <p:spPr>
          <a:xfrm>
            <a:off x="8413848" y="6621575"/>
            <a:ext cx="0" cy="1713395"/>
          </a:xfrm>
          <a:prstGeom prst="line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253867" y="5001751"/>
            <a:ext cx="1603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302615" y="2631883"/>
            <a:ext cx="19271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9020221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5965520"/>
            <a:ext cx="22589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5K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4" name="ZoneTexte 603"/>
          <p:cNvSpPr txBox="1"/>
          <p:nvPr/>
        </p:nvSpPr>
        <p:spPr>
          <a:xfrm>
            <a:off x="8787201" y="7848972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1m</a:t>
            </a: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1800 g/mm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502151" y="546547"/>
            <a:ext cx="1354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3198161" y="5271725"/>
            <a:ext cx="1927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868" y="219862"/>
            <a:ext cx="4786718" cy="2962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76089" y="901725"/>
            <a:ext cx="1676303" cy="664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ZoneTexte 48"/>
          <p:cNvSpPr txBox="1"/>
          <p:nvPr/>
        </p:nvSpPr>
        <p:spPr>
          <a:xfrm>
            <a:off x="405102" y="980208"/>
            <a:ext cx="2089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Pulse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Connecteur droit 3"/>
          <p:cNvCxnSpPr/>
          <p:nvPr/>
        </p:nvCxnSpPr>
        <p:spPr>
          <a:xfrm>
            <a:off x="3885951" y="2810722"/>
            <a:ext cx="0" cy="6005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/>
          <p:cNvCxnSpPr/>
          <p:nvPr/>
        </p:nvCxnSpPr>
        <p:spPr>
          <a:xfrm>
            <a:off x="3885951" y="3411240"/>
            <a:ext cx="14426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/>
          <p:cNvCxnSpPr/>
          <p:nvPr/>
        </p:nvCxnSpPr>
        <p:spPr>
          <a:xfrm flipV="1">
            <a:off x="5328617" y="3002938"/>
            <a:ext cx="0" cy="4083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>
            <a:endCxn id="575" idx="2"/>
          </p:cNvCxnSpPr>
          <p:nvPr/>
        </p:nvCxnSpPr>
        <p:spPr>
          <a:xfrm>
            <a:off x="6314313" y="3002938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>
            <a:stCxn id="575" idx="2"/>
          </p:cNvCxnSpPr>
          <p:nvPr/>
        </p:nvCxnSpPr>
        <p:spPr>
          <a:xfrm flipH="1">
            <a:off x="5328617" y="3002938"/>
            <a:ext cx="9856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3661200" y="2810723"/>
            <a:ext cx="0" cy="1995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3144203" y="4806578"/>
            <a:ext cx="5169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6000" y="4512002"/>
            <a:ext cx="0" cy="58391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rot="5400000">
            <a:off x="8532973" y="660661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8642720" y="699440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711" y="8337079"/>
            <a:ext cx="4094364" cy="159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8" name="ZoneTexte 77"/>
          <p:cNvSpPr txBox="1"/>
          <p:nvPr/>
        </p:nvSpPr>
        <p:spPr>
          <a:xfrm>
            <a:off x="1224161" y="8533829"/>
            <a:ext cx="3177858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correlated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photons</a:t>
            </a:r>
          </a:p>
          <a:p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ounting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Connecteur droit 78"/>
          <p:cNvCxnSpPr/>
          <p:nvPr/>
        </p:nvCxnSpPr>
        <p:spPr>
          <a:xfrm>
            <a:off x="3420000" y="2807029"/>
            <a:ext cx="0" cy="1711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36000" y="4518546"/>
            <a:ext cx="338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>
            <a:stCxn id="567" idx="0"/>
          </p:cNvCxnSpPr>
          <p:nvPr/>
        </p:nvCxnSpPr>
        <p:spPr>
          <a:xfrm flipH="1" flipV="1">
            <a:off x="3138849" y="4806578"/>
            <a:ext cx="5354" cy="1365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45023" y="10345365"/>
            <a:ext cx="411670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 flipV="1">
            <a:off x="4161725" y="9507200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V="1">
            <a:off x="4351525" y="9515005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>
            <a:off x="6676678" y="3300439"/>
            <a:ext cx="0" cy="2082203"/>
          </a:xfrm>
          <a:prstGeom prst="line">
            <a:avLst/>
          </a:prstGeom>
          <a:ln w="28575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>
            <a:off x="3350115" y="6593422"/>
            <a:ext cx="1978502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/>
          <p:cNvCxnSpPr/>
          <p:nvPr/>
        </p:nvCxnSpPr>
        <p:spPr>
          <a:xfrm flipV="1">
            <a:off x="9073033" y="6621574"/>
            <a:ext cx="1291759" cy="9866"/>
          </a:xfrm>
          <a:prstGeom prst="line">
            <a:avLst/>
          </a:prstGeom>
          <a:ln w="28575">
            <a:solidFill>
              <a:srgbClr val="C00000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ZoneTexte 118"/>
          <p:cNvSpPr txBox="1"/>
          <p:nvPr/>
        </p:nvSpPr>
        <p:spPr>
          <a:xfrm>
            <a:off x="8831856" y="7456065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Ellipse 52"/>
          <p:cNvSpPr/>
          <p:nvPr/>
        </p:nvSpPr>
        <p:spPr>
          <a:xfrm>
            <a:off x="6270173" y="10178979"/>
            <a:ext cx="283600" cy="3600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1" name="Connecteur droit 120"/>
          <p:cNvCxnSpPr>
            <a:endCxn id="53" idx="2"/>
          </p:cNvCxnSpPr>
          <p:nvPr/>
        </p:nvCxnSpPr>
        <p:spPr>
          <a:xfrm>
            <a:off x="4351134" y="10358999"/>
            <a:ext cx="19190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4870221" y="6210574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 rot="5400000">
            <a:off x="6686277" y="4315927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ZoneTexte 132"/>
          <p:cNvSpPr txBox="1"/>
          <p:nvPr/>
        </p:nvSpPr>
        <p:spPr>
          <a:xfrm>
            <a:off x="7069913" y="527209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ZoneTexte 134"/>
          <p:cNvSpPr txBox="1"/>
          <p:nvPr/>
        </p:nvSpPr>
        <p:spPr>
          <a:xfrm>
            <a:off x="5616649" y="581469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Connecteur droit 135"/>
          <p:cNvCxnSpPr/>
          <p:nvPr/>
        </p:nvCxnSpPr>
        <p:spPr>
          <a:xfrm rot="5400000">
            <a:off x="5149696" y="6618245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ZoneTexte 136"/>
          <p:cNvSpPr txBox="1"/>
          <p:nvPr/>
        </p:nvSpPr>
        <p:spPr>
          <a:xfrm>
            <a:off x="4898769" y="700602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ZoneTexte 141"/>
          <p:cNvSpPr txBox="1"/>
          <p:nvPr/>
        </p:nvSpPr>
        <p:spPr>
          <a:xfrm>
            <a:off x="6467143" y="6958106"/>
            <a:ext cx="1874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Beamsplitters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Connecteur droit 68"/>
          <p:cNvCxnSpPr/>
          <p:nvPr/>
        </p:nvCxnSpPr>
        <p:spPr>
          <a:xfrm>
            <a:off x="6803518" y="6896424"/>
            <a:ext cx="75512" cy="151437"/>
          </a:xfrm>
          <a:prstGeom prst="line">
            <a:avLst/>
          </a:prstGeom>
          <a:ln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100392" y="6896424"/>
            <a:ext cx="108545" cy="151437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ZoneTexte 146"/>
          <p:cNvSpPr txBox="1"/>
          <p:nvPr/>
        </p:nvSpPr>
        <p:spPr>
          <a:xfrm>
            <a:off x="5180776" y="9160157"/>
            <a:ext cx="15856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Photodiode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8" name="Connecteur droit 147"/>
          <p:cNvCxnSpPr/>
          <p:nvPr/>
        </p:nvCxnSpPr>
        <p:spPr>
          <a:xfrm flipH="1" flipV="1">
            <a:off x="6484341" y="9929198"/>
            <a:ext cx="157715" cy="205972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46</Words>
  <Application>Microsoft Office PowerPoint</Application>
  <PresentationFormat>Personnalisé</PresentationFormat>
  <Paragraphs>27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Alban Lafuente</cp:lastModifiedBy>
  <cp:revision>19</cp:revision>
  <dcterms:created xsi:type="dcterms:W3CDTF">2017-07-02T20:47:43Z</dcterms:created>
  <dcterms:modified xsi:type="dcterms:W3CDTF">2017-07-04T15:20:42Z</dcterms:modified>
</cp:coreProperties>
</file>