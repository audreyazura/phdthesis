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817475" cy="10909300"/>
  <p:notesSz cx="6858000" cy="9144000"/>
  <p:defaultTextStyle>
    <a:defPPr>
      <a:defRPr lang="fr-FR"/>
    </a:defPPr>
    <a:lvl1pPr marL="0" algn="l" defTabSz="760459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380230" algn="l" defTabSz="760459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760459" algn="l" defTabSz="760459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140690" algn="l" defTabSz="760459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1520919" algn="l" defTabSz="760459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1901149" algn="l" defTabSz="760459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2281379" algn="l" defTabSz="760459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2661608" algn="l" defTabSz="760459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3041838" algn="l" defTabSz="760459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663" autoAdjust="0"/>
  </p:normalViewPr>
  <p:slideViewPr>
    <p:cSldViewPr>
      <p:cViewPr varScale="1">
        <p:scale>
          <a:sx n="46" d="100"/>
          <a:sy n="46" d="100"/>
        </p:scale>
        <p:origin x="-1740" y="-114"/>
      </p:cViewPr>
      <p:guideLst>
        <p:guide orient="horz" pos="3436"/>
        <p:guide pos="403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61311" y="3388960"/>
            <a:ext cx="10894854" cy="2338429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922624" y="6181937"/>
            <a:ext cx="8972233" cy="27879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802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604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406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20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011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813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616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418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335D-3260-4588-AF31-90AD8532CCCE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73AE6-DDE4-4B8B-8E4A-77D0029B1D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5530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335D-3260-4588-AF31-90AD8532CCCE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73AE6-DDE4-4B8B-8E4A-77D0029B1D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7664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12493" y="7010242"/>
            <a:ext cx="10894854" cy="2166709"/>
          </a:xfrm>
        </p:spPr>
        <p:txBody>
          <a:bodyPr anchor="t"/>
          <a:lstStyle>
            <a:lvl1pPr algn="l">
              <a:defRPr sz="33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012493" y="4623835"/>
            <a:ext cx="10894854" cy="2386408"/>
          </a:xfrm>
        </p:spPr>
        <p:txBody>
          <a:bodyPr anchor="b"/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8023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76045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4069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52091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9011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28137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66160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04183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335D-3260-4588-AF31-90AD8532CCCE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73AE6-DDE4-4B8B-8E4A-77D0029B1D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4772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40878" y="2545505"/>
            <a:ext cx="5661051" cy="7199634"/>
          </a:xfrm>
        </p:spPr>
        <p:txBody>
          <a:bodyPr/>
          <a:lstStyle>
            <a:lvl1pPr>
              <a:defRPr sz="2300"/>
            </a:lvl1pPr>
            <a:lvl2pPr>
              <a:defRPr sz="2000"/>
            </a:lvl2pPr>
            <a:lvl3pPr>
              <a:defRPr sz="16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515554" y="2545505"/>
            <a:ext cx="5661051" cy="7199634"/>
          </a:xfrm>
        </p:spPr>
        <p:txBody>
          <a:bodyPr/>
          <a:lstStyle>
            <a:lvl1pPr>
              <a:defRPr sz="2300"/>
            </a:lvl1pPr>
            <a:lvl2pPr>
              <a:defRPr sz="2000"/>
            </a:lvl2pPr>
            <a:lvl3pPr>
              <a:defRPr sz="16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335D-3260-4588-AF31-90AD8532CCCE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73AE6-DDE4-4B8B-8E4A-77D0029B1D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8364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40876" y="2441968"/>
            <a:ext cx="5663277" cy="1017696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230" indent="0">
              <a:buNone/>
              <a:defRPr sz="1600" b="1"/>
            </a:lvl2pPr>
            <a:lvl3pPr marL="760459" indent="0">
              <a:buNone/>
              <a:defRPr sz="1500" b="1"/>
            </a:lvl3pPr>
            <a:lvl4pPr marL="1140690" indent="0">
              <a:buNone/>
              <a:defRPr sz="1300" b="1"/>
            </a:lvl4pPr>
            <a:lvl5pPr marL="1520919" indent="0">
              <a:buNone/>
              <a:defRPr sz="1300" b="1"/>
            </a:lvl5pPr>
            <a:lvl6pPr marL="1901149" indent="0">
              <a:buNone/>
              <a:defRPr sz="1300" b="1"/>
            </a:lvl6pPr>
            <a:lvl7pPr marL="2281379" indent="0">
              <a:buNone/>
              <a:defRPr sz="1300" b="1"/>
            </a:lvl7pPr>
            <a:lvl8pPr marL="2661608" indent="0">
              <a:buNone/>
              <a:defRPr sz="1300" b="1"/>
            </a:lvl8pPr>
            <a:lvl9pPr marL="3041838" indent="0">
              <a:buNone/>
              <a:defRPr sz="13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40876" y="3459664"/>
            <a:ext cx="5663277" cy="6285475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511104" y="2441968"/>
            <a:ext cx="5665502" cy="1017696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230" indent="0">
              <a:buNone/>
              <a:defRPr sz="1600" b="1"/>
            </a:lvl2pPr>
            <a:lvl3pPr marL="760459" indent="0">
              <a:buNone/>
              <a:defRPr sz="1500" b="1"/>
            </a:lvl3pPr>
            <a:lvl4pPr marL="1140690" indent="0">
              <a:buNone/>
              <a:defRPr sz="1300" b="1"/>
            </a:lvl4pPr>
            <a:lvl5pPr marL="1520919" indent="0">
              <a:buNone/>
              <a:defRPr sz="1300" b="1"/>
            </a:lvl5pPr>
            <a:lvl6pPr marL="1901149" indent="0">
              <a:buNone/>
              <a:defRPr sz="1300" b="1"/>
            </a:lvl6pPr>
            <a:lvl7pPr marL="2281379" indent="0">
              <a:buNone/>
              <a:defRPr sz="1300" b="1"/>
            </a:lvl7pPr>
            <a:lvl8pPr marL="2661608" indent="0">
              <a:buNone/>
              <a:defRPr sz="1300" b="1"/>
            </a:lvl8pPr>
            <a:lvl9pPr marL="3041838" indent="0">
              <a:buNone/>
              <a:defRPr sz="13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511104" y="3459664"/>
            <a:ext cx="5665502" cy="6285475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335D-3260-4588-AF31-90AD8532CCCE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73AE6-DDE4-4B8B-8E4A-77D0029B1D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6787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335D-3260-4588-AF31-90AD8532CCCE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73AE6-DDE4-4B8B-8E4A-77D0029B1D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4160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335D-3260-4588-AF31-90AD8532CCCE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73AE6-DDE4-4B8B-8E4A-77D0029B1D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2847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0879" y="434353"/>
            <a:ext cx="4216862" cy="1848521"/>
          </a:xfrm>
        </p:spPr>
        <p:txBody>
          <a:bodyPr anchor="b"/>
          <a:lstStyle>
            <a:lvl1pPr algn="l">
              <a:defRPr sz="16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11279" y="434360"/>
            <a:ext cx="7165325" cy="9310785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0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40879" y="2282873"/>
            <a:ext cx="4216862" cy="7462265"/>
          </a:xfrm>
        </p:spPr>
        <p:txBody>
          <a:bodyPr/>
          <a:lstStyle>
            <a:lvl1pPr marL="0" indent="0">
              <a:buNone/>
              <a:defRPr sz="1200"/>
            </a:lvl1pPr>
            <a:lvl2pPr marL="380230" indent="0">
              <a:buNone/>
              <a:defRPr sz="1000"/>
            </a:lvl2pPr>
            <a:lvl3pPr marL="760459" indent="0">
              <a:buNone/>
              <a:defRPr sz="900"/>
            </a:lvl3pPr>
            <a:lvl4pPr marL="1140690" indent="0">
              <a:buNone/>
              <a:defRPr sz="800"/>
            </a:lvl4pPr>
            <a:lvl5pPr marL="1520919" indent="0">
              <a:buNone/>
              <a:defRPr sz="800"/>
            </a:lvl5pPr>
            <a:lvl6pPr marL="1901149" indent="0">
              <a:buNone/>
              <a:defRPr sz="800"/>
            </a:lvl6pPr>
            <a:lvl7pPr marL="2281379" indent="0">
              <a:buNone/>
              <a:defRPr sz="800"/>
            </a:lvl7pPr>
            <a:lvl8pPr marL="2661608" indent="0">
              <a:buNone/>
              <a:defRPr sz="800"/>
            </a:lvl8pPr>
            <a:lvl9pPr marL="3041838" indent="0">
              <a:buNone/>
              <a:defRPr sz="8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335D-3260-4588-AF31-90AD8532CCCE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73AE6-DDE4-4B8B-8E4A-77D0029B1D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0746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12318" y="7636510"/>
            <a:ext cx="7690485" cy="901534"/>
          </a:xfrm>
        </p:spPr>
        <p:txBody>
          <a:bodyPr anchor="b"/>
          <a:lstStyle>
            <a:lvl1pPr algn="l">
              <a:defRPr sz="16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512318" y="974768"/>
            <a:ext cx="7690485" cy="6545580"/>
          </a:xfrm>
        </p:spPr>
        <p:txBody>
          <a:bodyPr/>
          <a:lstStyle>
            <a:lvl1pPr marL="0" indent="0">
              <a:buNone/>
              <a:defRPr sz="2700"/>
            </a:lvl1pPr>
            <a:lvl2pPr marL="380230" indent="0">
              <a:buNone/>
              <a:defRPr sz="2300"/>
            </a:lvl2pPr>
            <a:lvl3pPr marL="760459" indent="0">
              <a:buNone/>
              <a:defRPr sz="2000"/>
            </a:lvl3pPr>
            <a:lvl4pPr marL="1140690" indent="0">
              <a:buNone/>
              <a:defRPr sz="1600"/>
            </a:lvl4pPr>
            <a:lvl5pPr marL="1520919" indent="0">
              <a:buNone/>
              <a:defRPr sz="1600"/>
            </a:lvl5pPr>
            <a:lvl6pPr marL="1901149" indent="0">
              <a:buNone/>
              <a:defRPr sz="1600"/>
            </a:lvl6pPr>
            <a:lvl7pPr marL="2281379" indent="0">
              <a:buNone/>
              <a:defRPr sz="1600"/>
            </a:lvl7pPr>
            <a:lvl8pPr marL="2661608" indent="0">
              <a:buNone/>
              <a:defRPr sz="1600"/>
            </a:lvl8pPr>
            <a:lvl9pPr marL="3041838" indent="0">
              <a:buNone/>
              <a:defRPr sz="16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512318" y="8538044"/>
            <a:ext cx="7690485" cy="1280327"/>
          </a:xfrm>
        </p:spPr>
        <p:txBody>
          <a:bodyPr/>
          <a:lstStyle>
            <a:lvl1pPr marL="0" indent="0">
              <a:buNone/>
              <a:defRPr sz="1200"/>
            </a:lvl1pPr>
            <a:lvl2pPr marL="380230" indent="0">
              <a:buNone/>
              <a:defRPr sz="1000"/>
            </a:lvl2pPr>
            <a:lvl3pPr marL="760459" indent="0">
              <a:buNone/>
              <a:defRPr sz="900"/>
            </a:lvl3pPr>
            <a:lvl4pPr marL="1140690" indent="0">
              <a:buNone/>
              <a:defRPr sz="800"/>
            </a:lvl4pPr>
            <a:lvl5pPr marL="1520919" indent="0">
              <a:buNone/>
              <a:defRPr sz="800"/>
            </a:lvl5pPr>
            <a:lvl6pPr marL="1901149" indent="0">
              <a:buNone/>
              <a:defRPr sz="800"/>
            </a:lvl6pPr>
            <a:lvl7pPr marL="2281379" indent="0">
              <a:buNone/>
              <a:defRPr sz="800"/>
            </a:lvl7pPr>
            <a:lvl8pPr marL="2661608" indent="0">
              <a:buNone/>
              <a:defRPr sz="800"/>
            </a:lvl8pPr>
            <a:lvl9pPr marL="3041838" indent="0">
              <a:buNone/>
              <a:defRPr sz="8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335D-3260-4588-AF31-90AD8532CCCE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73AE6-DDE4-4B8B-8E4A-77D0029B1D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0763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335D-3260-4588-AF31-90AD8532CCCE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73AE6-DDE4-4B8B-8E4A-77D0029B1D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292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9292673" y="436885"/>
            <a:ext cx="2883933" cy="9308259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40878" y="436885"/>
            <a:ext cx="8438171" cy="9308259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335D-3260-4588-AF31-90AD8532CCCE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73AE6-DDE4-4B8B-8E4A-77D0029B1D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4905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40875" y="436879"/>
            <a:ext cx="11535728" cy="1818217"/>
          </a:xfrm>
          <a:prstGeom prst="rect">
            <a:avLst/>
          </a:prstGeom>
        </p:spPr>
        <p:txBody>
          <a:bodyPr vert="horz" lIns="76046" tIns="38023" rIns="76046" bIns="38023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40875" y="2545505"/>
            <a:ext cx="11535728" cy="7199634"/>
          </a:xfrm>
          <a:prstGeom prst="rect">
            <a:avLst/>
          </a:prstGeom>
        </p:spPr>
        <p:txBody>
          <a:bodyPr vert="horz" lIns="76046" tIns="38023" rIns="76046" bIns="38023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40876" y="10111312"/>
            <a:ext cx="2990745" cy="580819"/>
          </a:xfrm>
          <a:prstGeom prst="rect">
            <a:avLst/>
          </a:prstGeom>
        </p:spPr>
        <p:txBody>
          <a:bodyPr vert="horz" lIns="76046" tIns="38023" rIns="76046" bIns="38023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16335D-3260-4588-AF31-90AD8532CCCE}" type="datetimeFigureOut">
              <a:rPr lang="fr-FR" smtClean="0"/>
              <a:t>03/07/2017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379306" y="10111312"/>
            <a:ext cx="4058867" cy="580819"/>
          </a:xfrm>
          <a:prstGeom prst="rect">
            <a:avLst/>
          </a:prstGeom>
        </p:spPr>
        <p:txBody>
          <a:bodyPr vert="horz" lIns="76046" tIns="38023" rIns="76046" bIns="38023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9185860" y="10111312"/>
            <a:ext cx="2990745" cy="580819"/>
          </a:xfrm>
          <a:prstGeom prst="rect">
            <a:avLst/>
          </a:prstGeom>
        </p:spPr>
        <p:txBody>
          <a:bodyPr vert="horz" lIns="76046" tIns="38023" rIns="76046" bIns="38023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73AE6-DDE4-4B8B-8E4A-77D0029B1D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6584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60459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173" indent="-285173" algn="l" defTabSz="760459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17874" indent="-237644" algn="l" defTabSz="760459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950575" indent="-190115" algn="l" defTabSz="76045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0804" indent="-190115" algn="l" defTabSz="760459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711034" indent="-190115" algn="l" defTabSz="760459" rtl="0" eaLnBrk="1" latinLnBrk="0" hangingPunct="1">
        <a:spcBef>
          <a:spcPct val="20000"/>
        </a:spcBef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91263" indent="-190115" algn="l" defTabSz="760459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71494" indent="-190115" algn="l" defTabSz="760459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51724" indent="-190115" algn="l" defTabSz="760459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31953" indent="-190115" algn="l" defTabSz="760459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760459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230" algn="l" defTabSz="760459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0459" algn="l" defTabSz="760459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0690" algn="l" defTabSz="760459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0919" algn="l" defTabSz="760459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1149" algn="l" defTabSz="760459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1379" algn="l" defTabSz="760459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1608" algn="l" defTabSz="760459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1838" algn="l" defTabSz="760459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2" name="Connecteur droit 561"/>
          <p:cNvCxnSpPr/>
          <p:nvPr/>
        </p:nvCxnSpPr>
        <p:spPr>
          <a:xfrm>
            <a:off x="8010000" y="8064996"/>
            <a:ext cx="792088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" name="Ellipse 562"/>
          <p:cNvSpPr/>
          <p:nvPr/>
        </p:nvSpPr>
        <p:spPr>
          <a:xfrm>
            <a:off x="10417792" y="6501600"/>
            <a:ext cx="117727" cy="22679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64" name="Connecteur droit 563"/>
          <p:cNvCxnSpPr/>
          <p:nvPr/>
        </p:nvCxnSpPr>
        <p:spPr>
          <a:xfrm flipH="1">
            <a:off x="9909516" y="6666721"/>
            <a:ext cx="237952" cy="24956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" name="Connecteur droit 564"/>
          <p:cNvCxnSpPr/>
          <p:nvPr/>
        </p:nvCxnSpPr>
        <p:spPr>
          <a:xfrm flipH="1" flipV="1">
            <a:off x="9909516" y="6344701"/>
            <a:ext cx="237952" cy="24956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6" name="Rectangle 565"/>
          <p:cNvSpPr/>
          <p:nvPr/>
        </p:nvSpPr>
        <p:spPr>
          <a:xfrm rot="386643">
            <a:off x="148377" y="5917658"/>
            <a:ext cx="1440000" cy="792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7" name="Rectangle 566"/>
          <p:cNvSpPr/>
          <p:nvPr/>
        </p:nvSpPr>
        <p:spPr>
          <a:xfrm rot="386643">
            <a:off x="2847811" y="6169685"/>
            <a:ext cx="503896" cy="792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568" name="Connecteur droit 567"/>
          <p:cNvCxnSpPr>
            <a:stCxn id="566" idx="3"/>
          </p:cNvCxnSpPr>
          <p:nvPr/>
        </p:nvCxnSpPr>
        <p:spPr>
          <a:xfrm rot="386643">
            <a:off x="1579577" y="6469978"/>
            <a:ext cx="134563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9" name="Connecteur droit 568"/>
          <p:cNvCxnSpPr/>
          <p:nvPr/>
        </p:nvCxnSpPr>
        <p:spPr>
          <a:xfrm rot="386643">
            <a:off x="3345864" y="6669474"/>
            <a:ext cx="134563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0" name="Connecteur droit 569"/>
          <p:cNvCxnSpPr>
            <a:stCxn id="567" idx="3"/>
          </p:cNvCxnSpPr>
          <p:nvPr/>
        </p:nvCxnSpPr>
        <p:spPr>
          <a:xfrm rot="386643">
            <a:off x="3337312" y="6668993"/>
            <a:ext cx="1345630" cy="15240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1" name="Connecteur droit 570"/>
          <p:cNvCxnSpPr>
            <a:stCxn id="567" idx="3"/>
          </p:cNvCxnSpPr>
          <p:nvPr/>
        </p:nvCxnSpPr>
        <p:spPr>
          <a:xfrm rot="386643">
            <a:off x="3328760" y="6668511"/>
            <a:ext cx="1345630" cy="30480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2" name="Connecteur droit 571"/>
          <p:cNvCxnSpPr/>
          <p:nvPr/>
        </p:nvCxnSpPr>
        <p:spPr>
          <a:xfrm rot="386643" flipV="1">
            <a:off x="3362960" y="6365789"/>
            <a:ext cx="1348348" cy="30480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3" name="Connecteur droit 572"/>
          <p:cNvCxnSpPr/>
          <p:nvPr/>
        </p:nvCxnSpPr>
        <p:spPr>
          <a:xfrm>
            <a:off x="4687244" y="6143910"/>
            <a:ext cx="0" cy="4015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4" name="Connecteur droit 573"/>
          <p:cNvCxnSpPr/>
          <p:nvPr/>
        </p:nvCxnSpPr>
        <p:spPr>
          <a:xfrm>
            <a:off x="4687244" y="6631440"/>
            <a:ext cx="0" cy="5040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5" name="Rectangle 574"/>
          <p:cNvSpPr/>
          <p:nvPr/>
        </p:nvSpPr>
        <p:spPr>
          <a:xfrm rot="5786643">
            <a:off x="6455863" y="2651382"/>
            <a:ext cx="503896" cy="792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576" name="Connecteur droit 575"/>
          <p:cNvCxnSpPr/>
          <p:nvPr/>
        </p:nvCxnSpPr>
        <p:spPr>
          <a:xfrm flipH="1">
            <a:off x="6728006" y="1531451"/>
            <a:ext cx="151024" cy="1337128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7" name="Connecteur droit 576"/>
          <p:cNvCxnSpPr/>
          <p:nvPr/>
        </p:nvCxnSpPr>
        <p:spPr>
          <a:xfrm flipH="1">
            <a:off x="6528510" y="3297738"/>
            <a:ext cx="151024" cy="1337128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8" name="Connecteur droit 577"/>
          <p:cNvCxnSpPr>
            <a:stCxn id="575" idx="3"/>
          </p:cNvCxnSpPr>
          <p:nvPr/>
        </p:nvCxnSpPr>
        <p:spPr>
          <a:xfrm flipH="1">
            <a:off x="6377072" y="3297738"/>
            <a:ext cx="302462" cy="1320024"/>
          </a:xfrm>
          <a:prstGeom prst="line">
            <a:avLst/>
          </a:prstGeom>
          <a:ln w="28575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9" name="Connecteur droit 578"/>
          <p:cNvCxnSpPr>
            <a:stCxn id="575" idx="3"/>
          </p:cNvCxnSpPr>
          <p:nvPr/>
        </p:nvCxnSpPr>
        <p:spPr>
          <a:xfrm flipH="1">
            <a:off x="6213720" y="3297738"/>
            <a:ext cx="465814" cy="1337129"/>
          </a:xfrm>
          <a:prstGeom prst="line">
            <a:avLst/>
          </a:prstGeom>
          <a:ln w="28575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0" name="Connecteur droit 579"/>
          <p:cNvCxnSpPr/>
          <p:nvPr/>
        </p:nvCxnSpPr>
        <p:spPr>
          <a:xfrm>
            <a:off x="6679230" y="3300439"/>
            <a:ext cx="0" cy="3331001"/>
          </a:xfrm>
          <a:prstGeom prst="line">
            <a:avLst/>
          </a:prstGeom>
          <a:ln w="28575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1" name="Connecteur droit 580"/>
          <p:cNvCxnSpPr/>
          <p:nvPr/>
        </p:nvCxnSpPr>
        <p:spPr>
          <a:xfrm>
            <a:off x="6679534" y="3297738"/>
            <a:ext cx="145589" cy="1320024"/>
          </a:xfrm>
          <a:prstGeom prst="line">
            <a:avLst/>
          </a:prstGeom>
          <a:ln w="28575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2" name="Connecteur droit 581"/>
          <p:cNvCxnSpPr/>
          <p:nvPr/>
        </p:nvCxnSpPr>
        <p:spPr>
          <a:xfrm flipH="1">
            <a:off x="6728006" y="4634867"/>
            <a:ext cx="40158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3" name="Connecteur droit 582"/>
          <p:cNvCxnSpPr/>
          <p:nvPr/>
        </p:nvCxnSpPr>
        <p:spPr>
          <a:xfrm flipH="1">
            <a:off x="6138000" y="4634867"/>
            <a:ext cx="50405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4" name="Rectangle 583"/>
          <p:cNvSpPr/>
          <p:nvPr/>
        </p:nvSpPr>
        <p:spPr>
          <a:xfrm rot="386643">
            <a:off x="6562647" y="84520"/>
            <a:ext cx="792000" cy="144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5" name="ZoneTexte 584"/>
          <p:cNvSpPr txBox="1"/>
          <p:nvPr/>
        </p:nvSpPr>
        <p:spPr>
          <a:xfrm>
            <a:off x="253867" y="5001751"/>
            <a:ext cx="16033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Monomode</a:t>
            </a:r>
          </a:p>
          <a:p>
            <a:pPr algn="ctr"/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laser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6" name="ZoneTexte 585"/>
          <p:cNvSpPr txBox="1"/>
          <p:nvPr/>
        </p:nvSpPr>
        <p:spPr>
          <a:xfrm>
            <a:off x="7243304" y="2631883"/>
            <a:ext cx="20457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Opto-accoustic</a:t>
            </a:r>
            <a:endParaRPr lang="fr-FR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modulator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87" name="Groupe 586"/>
          <p:cNvGrpSpPr/>
          <p:nvPr/>
        </p:nvGrpSpPr>
        <p:grpSpPr>
          <a:xfrm>
            <a:off x="6406242" y="6319822"/>
            <a:ext cx="547200" cy="547200"/>
            <a:chOff x="6406242" y="6319822"/>
            <a:chExt cx="547200" cy="547200"/>
          </a:xfrm>
        </p:grpSpPr>
        <p:sp>
          <p:nvSpPr>
            <p:cNvPr id="588" name="Rectangle 587"/>
            <p:cNvSpPr/>
            <p:nvPr/>
          </p:nvSpPr>
          <p:spPr>
            <a:xfrm>
              <a:off x="6406242" y="6319822"/>
              <a:ext cx="547200" cy="54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589" name="Connecteur droit 588"/>
            <p:cNvCxnSpPr/>
            <p:nvPr/>
          </p:nvCxnSpPr>
          <p:spPr>
            <a:xfrm>
              <a:off x="6406242" y="6319823"/>
              <a:ext cx="547200" cy="54719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90" name="Connecteur droit 589"/>
          <p:cNvCxnSpPr/>
          <p:nvPr/>
        </p:nvCxnSpPr>
        <p:spPr>
          <a:xfrm>
            <a:off x="6679842" y="6594266"/>
            <a:ext cx="3724806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1" name="Connecteur droit 590"/>
          <p:cNvCxnSpPr/>
          <p:nvPr/>
        </p:nvCxnSpPr>
        <p:spPr>
          <a:xfrm>
            <a:off x="3352817" y="6594266"/>
            <a:ext cx="6958387" cy="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2" name="Connecteur droit 591"/>
          <p:cNvCxnSpPr/>
          <p:nvPr/>
        </p:nvCxnSpPr>
        <p:spPr>
          <a:xfrm>
            <a:off x="9353693" y="6291087"/>
            <a:ext cx="0" cy="25220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3" name="Connecteur droit 592"/>
          <p:cNvCxnSpPr/>
          <p:nvPr/>
        </p:nvCxnSpPr>
        <p:spPr>
          <a:xfrm flipH="1">
            <a:off x="9353693" y="6344700"/>
            <a:ext cx="574377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4" name="Connecteur droit 593"/>
          <p:cNvCxnSpPr/>
          <p:nvPr/>
        </p:nvCxnSpPr>
        <p:spPr>
          <a:xfrm rot="10800000">
            <a:off x="9353693" y="6705182"/>
            <a:ext cx="0" cy="25220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5" name="Connecteur droit 594"/>
          <p:cNvCxnSpPr/>
          <p:nvPr/>
        </p:nvCxnSpPr>
        <p:spPr>
          <a:xfrm rot="10800000" flipH="1">
            <a:off x="9353693" y="6903778"/>
            <a:ext cx="574377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6" name="ZoneTexte 595"/>
          <p:cNvSpPr txBox="1"/>
          <p:nvPr/>
        </p:nvSpPr>
        <p:spPr>
          <a:xfrm>
            <a:off x="8855356" y="5472708"/>
            <a:ext cx="16369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Microscope</a:t>
            </a:r>
          </a:p>
          <a:p>
            <a:pPr algn="ctr"/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97" name="Groupe 596"/>
          <p:cNvGrpSpPr/>
          <p:nvPr/>
        </p:nvGrpSpPr>
        <p:grpSpPr>
          <a:xfrm>
            <a:off x="8100392" y="6309320"/>
            <a:ext cx="547200" cy="547200"/>
            <a:chOff x="6406242" y="6319822"/>
            <a:chExt cx="547200" cy="547200"/>
          </a:xfrm>
        </p:grpSpPr>
        <p:sp>
          <p:nvSpPr>
            <p:cNvPr id="598" name="Rectangle 597"/>
            <p:cNvSpPr/>
            <p:nvPr/>
          </p:nvSpPr>
          <p:spPr>
            <a:xfrm>
              <a:off x="6406242" y="6319822"/>
              <a:ext cx="547200" cy="54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599" name="Connecteur droit 598"/>
            <p:cNvCxnSpPr/>
            <p:nvPr/>
          </p:nvCxnSpPr>
          <p:spPr>
            <a:xfrm>
              <a:off x="6406242" y="6319823"/>
              <a:ext cx="547200" cy="54719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00" name="Connecteur droit 599"/>
          <p:cNvCxnSpPr/>
          <p:nvPr/>
        </p:nvCxnSpPr>
        <p:spPr>
          <a:xfrm rot="10800000" flipH="1">
            <a:off x="8413848" y="6621574"/>
            <a:ext cx="19908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1" name="Rectangle 600"/>
          <p:cNvSpPr/>
          <p:nvPr/>
        </p:nvSpPr>
        <p:spPr>
          <a:xfrm>
            <a:off x="10476656" y="6289851"/>
            <a:ext cx="180628" cy="63756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>
                <a:solidFill>
                  <a:srgbClr val="C00000"/>
                </a:solidFill>
              </a:ln>
              <a:solidFill>
                <a:srgbClr val="C00000"/>
              </a:solidFill>
            </a:endParaRPr>
          </a:p>
        </p:txBody>
      </p:sp>
      <p:sp>
        <p:nvSpPr>
          <p:cNvPr id="602" name="ZoneTexte 601"/>
          <p:cNvSpPr txBox="1"/>
          <p:nvPr/>
        </p:nvSpPr>
        <p:spPr>
          <a:xfrm>
            <a:off x="10630579" y="6153879"/>
            <a:ext cx="22589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Sample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mounted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fr-F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ith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fr-F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microlens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3" name="Connecteur droit 602"/>
          <p:cNvCxnSpPr/>
          <p:nvPr/>
        </p:nvCxnSpPr>
        <p:spPr>
          <a:xfrm>
            <a:off x="8413848" y="6608635"/>
            <a:ext cx="0" cy="2032425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4" name="ZoneTexte 603"/>
          <p:cNvSpPr txBox="1"/>
          <p:nvPr/>
        </p:nvSpPr>
        <p:spPr>
          <a:xfrm>
            <a:off x="8705920" y="7848972"/>
            <a:ext cx="12955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Analyser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5" name="Rectangle 604"/>
          <p:cNvSpPr/>
          <p:nvPr/>
        </p:nvSpPr>
        <p:spPr>
          <a:xfrm>
            <a:off x="7183076" y="8533829"/>
            <a:ext cx="2445935" cy="23399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1m </a:t>
            </a:r>
            <a:r>
              <a:rPr lang="fr-F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monochromator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6" name="ZoneTexte 605"/>
          <p:cNvSpPr txBox="1"/>
          <p:nvPr/>
        </p:nvSpPr>
        <p:spPr>
          <a:xfrm>
            <a:off x="7502151" y="546547"/>
            <a:ext cx="13548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Dye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laser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7" name="ZoneTexte 606"/>
          <p:cNvSpPr txBox="1"/>
          <p:nvPr/>
        </p:nvSpPr>
        <p:spPr>
          <a:xfrm>
            <a:off x="2229283" y="5199717"/>
            <a:ext cx="20457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Opto-accoustic</a:t>
            </a:r>
            <a:endParaRPr lang="fr-FR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modulator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881056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18</Words>
  <Application>Microsoft Office PowerPoint</Application>
  <PresentationFormat>Personnalisé</PresentationFormat>
  <Paragraphs>13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AudreyAzura</dc:creator>
  <cp:lastModifiedBy>AudreyAzura</cp:lastModifiedBy>
  <cp:revision>12</cp:revision>
  <dcterms:created xsi:type="dcterms:W3CDTF">2017-07-02T20:47:43Z</dcterms:created>
  <dcterms:modified xsi:type="dcterms:W3CDTF">2017-07-02T22:16:21Z</dcterms:modified>
</cp:coreProperties>
</file>