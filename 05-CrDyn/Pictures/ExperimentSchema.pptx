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817475" cy="10909300"/>
  <p:notesSz cx="6858000" cy="9144000"/>
  <p:defaultTextStyle>
    <a:defPPr>
      <a:defRPr lang="fr-FR"/>
    </a:defPPr>
    <a:lvl1pPr marL="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8023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6045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4069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2091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90114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8137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66160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04183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663" autoAdjust="0"/>
  </p:normalViewPr>
  <p:slideViewPr>
    <p:cSldViewPr>
      <p:cViewPr varScale="1">
        <p:scale>
          <a:sx n="56" d="100"/>
          <a:sy n="56" d="100"/>
        </p:scale>
        <p:origin x="-1350" y="-78"/>
      </p:cViewPr>
      <p:guideLst>
        <p:guide orient="horz" pos="3436"/>
        <p:guide pos="40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61311" y="3388960"/>
            <a:ext cx="10894854" cy="233842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922624" y="6181937"/>
            <a:ext cx="8972233" cy="27879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04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0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11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13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1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18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530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7664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12493" y="7010242"/>
            <a:ext cx="10894854" cy="2166709"/>
          </a:xfrm>
        </p:spPr>
        <p:txBody>
          <a:bodyPr anchor="t"/>
          <a:lstStyle>
            <a:lvl1pPr algn="l">
              <a:defRPr sz="33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12493" y="4623835"/>
            <a:ext cx="10894854" cy="2386408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8023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045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4069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2091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90114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28137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66160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04183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477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40878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515554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8364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6" y="2441968"/>
            <a:ext cx="5663277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0876" y="3459664"/>
            <a:ext cx="5663277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511104" y="2441968"/>
            <a:ext cx="5665502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511104" y="3459664"/>
            <a:ext cx="5665502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6787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416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847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0879" y="434353"/>
            <a:ext cx="4216862" cy="1848521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011279" y="434360"/>
            <a:ext cx="7165325" cy="9310785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40879" y="2282873"/>
            <a:ext cx="4216862" cy="7462265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0746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12318" y="7636510"/>
            <a:ext cx="7690485" cy="901534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512318" y="974768"/>
            <a:ext cx="7690485" cy="6545580"/>
          </a:xfrm>
        </p:spPr>
        <p:txBody>
          <a:bodyPr/>
          <a:lstStyle>
            <a:lvl1pPr marL="0" indent="0">
              <a:buNone/>
              <a:defRPr sz="2700"/>
            </a:lvl1pPr>
            <a:lvl2pPr marL="380230" indent="0">
              <a:buNone/>
              <a:defRPr sz="2300"/>
            </a:lvl2pPr>
            <a:lvl3pPr marL="760459" indent="0">
              <a:buNone/>
              <a:defRPr sz="2000"/>
            </a:lvl3pPr>
            <a:lvl4pPr marL="1140690" indent="0">
              <a:buNone/>
              <a:defRPr sz="1600"/>
            </a:lvl4pPr>
            <a:lvl5pPr marL="1520919" indent="0">
              <a:buNone/>
              <a:defRPr sz="1600"/>
            </a:lvl5pPr>
            <a:lvl6pPr marL="1901149" indent="0">
              <a:buNone/>
              <a:defRPr sz="1600"/>
            </a:lvl6pPr>
            <a:lvl7pPr marL="2281379" indent="0">
              <a:buNone/>
              <a:defRPr sz="1600"/>
            </a:lvl7pPr>
            <a:lvl8pPr marL="2661608" indent="0">
              <a:buNone/>
              <a:defRPr sz="1600"/>
            </a:lvl8pPr>
            <a:lvl9pPr marL="3041838" indent="0">
              <a:buNone/>
              <a:defRPr sz="16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512318" y="8538044"/>
            <a:ext cx="7690485" cy="1280327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0763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292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292673" y="436885"/>
            <a:ext cx="2883933" cy="930825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40878" y="436885"/>
            <a:ext cx="8438171" cy="930825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4905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40875" y="436879"/>
            <a:ext cx="11535728" cy="1818217"/>
          </a:xfrm>
          <a:prstGeom prst="rect">
            <a:avLst/>
          </a:prstGeom>
        </p:spPr>
        <p:txBody>
          <a:bodyPr vert="horz" lIns="76046" tIns="38023" rIns="76046" bIns="38023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5" y="2545505"/>
            <a:ext cx="11535728" cy="7199634"/>
          </a:xfrm>
          <a:prstGeom prst="rect">
            <a:avLst/>
          </a:prstGeom>
        </p:spPr>
        <p:txBody>
          <a:bodyPr vert="horz" lIns="76046" tIns="38023" rIns="76046" bIns="38023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40876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16335D-3260-4588-AF31-90AD8532CCCE}" type="datetimeFigureOut">
              <a:rPr lang="fr-FR" smtClean="0"/>
              <a:t>07/11/2017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379306" y="10111312"/>
            <a:ext cx="4058867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185860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584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60459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173" indent="-285173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17874" indent="-237644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50575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080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1103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9126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7149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172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3195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23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045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069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091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114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137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160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183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5" name="Connecteur droit 94"/>
          <p:cNvCxnSpPr/>
          <p:nvPr/>
        </p:nvCxnSpPr>
        <p:spPr>
          <a:xfrm>
            <a:off x="6292712" y="5870382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/>
          <p:cNvCxnSpPr/>
          <p:nvPr/>
        </p:nvCxnSpPr>
        <p:spPr>
          <a:xfrm>
            <a:off x="6292712" y="5488121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/>
          <p:cNvCxnSpPr/>
          <p:nvPr/>
        </p:nvCxnSpPr>
        <p:spPr>
          <a:xfrm>
            <a:off x="8009999" y="7686898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452080" y="10178979"/>
            <a:ext cx="898214" cy="3600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0" name="Connecteur droit 99"/>
          <p:cNvCxnSpPr/>
          <p:nvPr/>
        </p:nvCxnSpPr>
        <p:spPr>
          <a:xfrm flipV="1">
            <a:off x="6676678" y="6593422"/>
            <a:ext cx="884187" cy="844"/>
          </a:xfrm>
          <a:prstGeom prst="line">
            <a:avLst/>
          </a:prstGeom>
          <a:ln w="28575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Connecteur droit 589"/>
          <p:cNvCxnSpPr/>
          <p:nvPr/>
        </p:nvCxnSpPr>
        <p:spPr>
          <a:xfrm>
            <a:off x="6679842" y="6594266"/>
            <a:ext cx="3724806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1" name="Connecteur droit 590"/>
          <p:cNvCxnSpPr/>
          <p:nvPr/>
        </p:nvCxnSpPr>
        <p:spPr>
          <a:xfrm>
            <a:off x="3352817" y="6594266"/>
            <a:ext cx="6958387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eur droit 105"/>
          <p:cNvCxnSpPr/>
          <p:nvPr/>
        </p:nvCxnSpPr>
        <p:spPr>
          <a:xfrm>
            <a:off x="3352817" y="6594266"/>
            <a:ext cx="449608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Connecteur droit 561"/>
          <p:cNvCxnSpPr/>
          <p:nvPr/>
        </p:nvCxnSpPr>
        <p:spPr>
          <a:xfrm>
            <a:off x="8010000" y="8064996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3" name="Connecteur droit 602"/>
          <p:cNvCxnSpPr/>
          <p:nvPr/>
        </p:nvCxnSpPr>
        <p:spPr>
          <a:xfrm>
            <a:off x="8413848" y="6608635"/>
            <a:ext cx="0" cy="203242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/>
          <p:cNvCxnSpPr/>
          <p:nvPr/>
        </p:nvCxnSpPr>
        <p:spPr>
          <a:xfrm>
            <a:off x="8413848" y="6621575"/>
            <a:ext cx="0" cy="1713395"/>
          </a:xfrm>
          <a:prstGeom prst="line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" name="Ellipse 562"/>
          <p:cNvSpPr/>
          <p:nvPr/>
        </p:nvSpPr>
        <p:spPr>
          <a:xfrm>
            <a:off x="10417792" y="6501600"/>
            <a:ext cx="117727" cy="2267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64" name="Connecteur droit 563"/>
          <p:cNvCxnSpPr/>
          <p:nvPr/>
        </p:nvCxnSpPr>
        <p:spPr>
          <a:xfrm flipH="1">
            <a:off x="9909516" y="666672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Connecteur droit 564"/>
          <p:cNvCxnSpPr/>
          <p:nvPr/>
        </p:nvCxnSpPr>
        <p:spPr>
          <a:xfrm flipH="1" flipV="1">
            <a:off x="9909516" y="634470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6" name="Rectangle 565"/>
          <p:cNvSpPr/>
          <p:nvPr/>
        </p:nvSpPr>
        <p:spPr>
          <a:xfrm rot="386643">
            <a:off x="148377" y="5917658"/>
            <a:ext cx="1440000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7" name="Rectangle 566"/>
          <p:cNvSpPr/>
          <p:nvPr/>
        </p:nvSpPr>
        <p:spPr>
          <a:xfrm rot="386643">
            <a:off x="2847811" y="6169685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68" name="Connecteur droit 567"/>
          <p:cNvCxnSpPr>
            <a:stCxn id="566" idx="3"/>
          </p:cNvCxnSpPr>
          <p:nvPr/>
        </p:nvCxnSpPr>
        <p:spPr>
          <a:xfrm rot="386643">
            <a:off x="1579577" y="6469978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9" name="Connecteur droit 568"/>
          <p:cNvCxnSpPr/>
          <p:nvPr/>
        </p:nvCxnSpPr>
        <p:spPr>
          <a:xfrm rot="386643">
            <a:off x="3345864" y="6669474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Connecteur droit 569"/>
          <p:cNvCxnSpPr>
            <a:stCxn id="567" idx="3"/>
          </p:cNvCxnSpPr>
          <p:nvPr/>
        </p:nvCxnSpPr>
        <p:spPr>
          <a:xfrm rot="386643">
            <a:off x="3337312" y="6668993"/>
            <a:ext cx="1345630" cy="152400"/>
          </a:xfrm>
          <a:prstGeom prst="line">
            <a:avLst/>
          </a:prstGeom>
          <a:ln w="28575">
            <a:solidFill>
              <a:srgbClr val="FF0000">
                <a:alpha val="15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Connecteur droit 570"/>
          <p:cNvCxnSpPr>
            <a:stCxn id="567" idx="3"/>
          </p:cNvCxnSpPr>
          <p:nvPr/>
        </p:nvCxnSpPr>
        <p:spPr>
          <a:xfrm rot="386643">
            <a:off x="3328760" y="6668511"/>
            <a:ext cx="1345630" cy="304800"/>
          </a:xfrm>
          <a:prstGeom prst="line">
            <a:avLst/>
          </a:prstGeom>
          <a:ln w="28575">
            <a:solidFill>
              <a:srgbClr val="FF0000">
                <a:alpha val="15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Connecteur droit 571"/>
          <p:cNvCxnSpPr/>
          <p:nvPr/>
        </p:nvCxnSpPr>
        <p:spPr>
          <a:xfrm rot="386643" flipV="1">
            <a:off x="3362960" y="6365789"/>
            <a:ext cx="1348348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3" name="Connecteur droit 572"/>
          <p:cNvCxnSpPr/>
          <p:nvPr/>
        </p:nvCxnSpPr>
        <p:spPr>
          <a:xfrm>
            <a:off x="4687244" y="6143910"/>
            <a:ext cx="0" cy="401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Connecteur droit 573"/>
          <p:cNvCxnSpPr/>
          <p:nvPr/>
        </p:nvCxnSpPr>
        <p:spPr>
          <a:xfrm>
            <a:off x="4687244" y="6631440"/>
            <a:ext cx="0" cy="50405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Rectangle 574"/>
          <p:cNvSpPr/>
          <p:nvPr/>
        </p:nvSpPr>
        <p:spPr>
          <a:xfrm rot="5786643">
            <a:off x="6455863" y="2651382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76" name="Connecteur droit 575"/>
          <p:cNvCxnSpPr/>
          <p:nvPr/>
        </p:nvCxnSpPr>
        <p:spPr>
          <a:xfrm flipH="1">
            <a:off x="6728006" y="1531451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Connecteur droit 576"/>
          <p:cNvCxnSpPr/>
          <p:nvPr/>
        </p:nvCxnSpPr>
        <p:spPr>
          <a:xfrm flipH="1">
            <a:off x="6528510" y="3297738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Connecteur droit 577"/>
          <p:cNvCxnSpPr>
            <a:stCxn id="575" idx="3"/>
          </p:cNvCxnSpPr>
          <p:nvPr/>
        </p:nvCxnSpPr>
        <p:spPr>
          <a:xfrm flipH="1">
            <a:off x="6377072" y="3297738"/>
            <a:ext cx="302462" cy="1320024"/>
          </a:xfrm>
          <a:prstGeom prst="line">
            <a:avLst/>
          </a:prstGeom>
          <a:ln w="28575">
            <a:solidFill>
              <a:schemeClr val="accent6">
                <a:alpha val="1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Connecteur droit 578"/>
          <p:cNvCxnSpPr>
            <a:stCxn id="575" idx="3"/>
          </p:cNvCxnSpPr>
          <p:nvPr/>
        </p:nvCxnSpPr>
        <p:spPr>
          <a:xfrm flipH="1">
            <a:off x="6213720" y="3297738"/>
            <a:ext cx="465814" cy="1337129"/>
          </a:xfrm>
          <a:prstGeom prst="line">
            <a:avLst/>
          </a:prstGeom>
          <a:ln w="28575">
            <a:solidFill>
              <a:schemeClr val="accent6">
                <a:alpha val="1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Connecteur droit 579"/>
          <p:cNvCxnSpPr/>
          <p:nvPr/>
        </p:nvCxnSpPr>
        <p:spPr>
          <a:xfrm>
            <a:off x="6679230" y="3300439"/>
            <a:ext cx="0" cy="3331001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Connecteur droit 580"/>
          <p:cNvCxnSpPr/>
          <p:nvPr/>
        </p:nvCxnSpPr>
        <p:spPr>
          <a:xfrm>
            <a:off x="6679534" y="3297738"/>
            <a:ext cx="145589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Connecteur droit 581"/>
          <p:cNvCxnSpPr/>
          <p:nvPr/>
        </p:nvCxnSpPr>
        <p:spPr>
          <a:xfrm flipH="1">
            <a:off x="6728006" y="4634867"/>
            <a:ext cx="40158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Connecteur droit 582"/>
          <p:cNvCxnSpPr/>
          <p:nvPr/>
        </p:nvCxnSpPr>
        <p:spPr>
          <a:xfrm flipH="1">
            <a:off x="6138000" y="4634867"/>
            <a:ext cx="5040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" name="Rectangle 583"/>
          <p:cNvSpPr/>
          <p:nvPr/>
        </p:nvSpPr>
        <p:spPr>
          <a:xfrm rot="386643">
            <a:off x="6562647" y="84520"/>
            <a:ext cx="792000" cy="1440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5" name="ZoneTexte 584"/>
          <p:cNvSpPr txBox="1"/>
          <p:nvPr/>
        </p:nvSpPr>
        <p:spPr>
          <a:xfrm>
            <a:off x="51321" y="5001751"/>
            <a:ext cx="22605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Monomode laser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resonant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pump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6" name="ZoneTexte 585"/>
          <p:cNvSpPr txBox="1"/>
          <p:nvPr/>
        </p:nvSpPr>
        <p:spPr>
          <a:xfrm>
            <a:off x="7302615" y="2631883"/>
            <a:ext cx="19271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Acousto-optic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87" name="Groupe 586"/>
          <p:cNvGrpSpPr/>
          <p:nvPr/>
        </p:nvGrpSpPr>
        <p:grpSpPr>
          <a:xfrm>
            <a:off x="6406242" y="6319822"/>
            <a:ext cx="547200" cy="547200"/>
            <a:chOff x="6406242" y="6319822"/>
            <a:chExt cx="547200" cy="547200"/>
          </a:xfrm>
        </p:grpSpPr>
        <p:sp>
          <p:nvSpPr>
            <p:cNvPr id="588" name="Rectangle 58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89" name="Connecteur droit 58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2" name="Connecteur droit 591"/>
          <p:cNvCxnSpPr/>
          <p:nvPr/>
        </p:nvCxnSpPr>
        <p:spPr>
          <a:xfrm>
            <a:off x="9353693" y="6291087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Connecteur droit 592"/>
          <p:cNvCxnSpPr/>
          <p:nvPr/>
        </p:nvCxnSpPr>
        <p:spPr>
          <a:xfrm flipH="1">
            <a:off x="9353693" y="6344700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Connecteur droit 593"/>
          <p:cNvCxnSpPr/>
          <p:nvPr/>
        </p:nvCxnSpPr>
        <p:spPr>
          <a:xfrm rot="10800000">
            <a:off x="9353693" y="6705182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Connecteur droit 594"/>
          <p:cNvCxnSpPr/>
          <p:nvPr/>
        </p:nvCxnSpPr>
        <p:spPr>
          <a:xfrm rot="10800000" flipH="1">
            <a:off x="9353693" y="6903778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6" name="ZoneTexte 595"/>
          <p:cNvSpPr txBox="1"/>
          <p:nvPr/>
        </p:nvSpPr>
        <p:spPr>
          <a:xfrm>
            <a:off x="9020221" y="5472708"/>
            <a:ext cx="1636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Microscope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7" name="Groupe 596"/>
          <p:cNvGrpSpPr/>
          <p:nvPr/>
        </p:nvGrpSpPr>
        <p:grpSpPr>
          <a:xfrm>
            <a:off x="8100392" y="6309320"/>
            <a:ext cx="547200" cy="547200"/>
            <a:chOff x="6406242" y="6319822"/>
            <a:chExt cx="547200" cy="547200"/>
          </a:xfrm>
        </p:grpSpPr>
        <p:sp>
          <p:nvSpPr>
            <p:cNvPr id="598" name="Rectangle 59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99" name="Connecteur droit 59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0" name="Connecteur droit 599"/>
          <p:cNvCxnSpPr/>
          <p:nvPr/>
        </p:nvCxnSpPr>
        <p:spPr>
          <a:xfrm rot="10800000" flipH="1">
            <a:off x="8413848" y="6621574"/>
            <a:ext cx="199080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Rectangle 600"/>
          <p:cNvSpPr/>
          <p:nvPr/>
        </p:nvSpPr>
        <p:spPr>
          <a:xfrm>
            <a:off x="10476656" y="6289851"/>
            <a:ext cx="180628" cy="63756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02" name="ZoneTexte 601"/>
          <p:cNvSpPr txBox="1"/>
          <p:nvPr/>
        </p:nvSpPr>
        <p:spPr>
          <a:xfrm>
            <a:off x="10630579" y="5965520"/>
            <a:ext cx="22589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Sample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mounted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ith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microlens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5K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4" name="ZoneTexte 603"/>
          <p:cNvSpPr txBox="1"/>
          <p:nvPr/>
        </p:nvSpPr>
        <p:spPr>
          <a:xfrm>
            <a:off x="8787201" y="7848972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5" name="Rectangle 604"/>
          <p:cNvSpPr/>
          <p:nvPr/>
        </p:nvSpPr>
        <p:spPr>
          <a:xfrm>
            <a:off x="7183076" y="8533829"/>
            <a:ext cx="2445935" cy="23399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Double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monochromator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2x 1m</a:t>
            </a: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2x 1800 g/mm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6" name="ZoneTexte 605"/>
          <p:cNvSpPr txBox="1"/>
          <p:nvPr/>
        </p:nvSpPr>
        <p:spPr>
          <a:xfrm>
            <a:off x="7336101" y="414090"/>
            <a:ext cx="29610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laser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(quasi-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resonant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probe)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7" name="ZoneTexte 606"/>
          <p:cNvSpPr txBox="1"/>
          <p:nvPr/>
        </p:nvSpPr>
        <p:spPr>
          <a:xfrm>
            <a:off x="3198161" y="5271725"/>
            <a:ext cx="19271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Acousto-optic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868" y="219862"/>
            <a:ext cx="4786718" cy="29622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ctangle 1"/>
          <p:cNvSpPr/>
          <p:nvPr/>
        </p:nvSpPr>
        <p:spPr>
          <a:xfrm>
            <a:off x="576089" y="901725"/>
            <a:ext cx="1676303" cy="6644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ZoneTexte 48"/>
          <p:cNvSpPr txBox="1"/>
          <p:nvPr/>
        </p:nvSpPr>
        <p:spPr>
          <a:xfrm>
            <a:off x="405102" y="980208"/>
            <a:ext cx="20890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Pulse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Connecteur droit 3"/>
          <p:cNvCxnSpPr/>
          <p:nvPr/>
        </p:nvCxnSpPr>
        <p:spPr>
          <a:xfrm>
            <a:off x="3885951" y="2810722"/>
            <a:ext cx="0" cy="6005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/>
          <p:cNvCxnSpPr/>
          <p:nvPr/>
        </p:nvCxnSpPr>
        <p:spPr>
          <a:xfrm>
            <a:off x="3885951" y="3411240"/>
            <a:ext cx="14426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/>
          <p:cNvCxnSpPr/>
          <p:nvPr/>
        </p:nvCxnSpPr>
        <p:spPr>
          <a:xfrm flipV="1">
            <a:off x="5328617" y="3002938"/>
            <a:ext cx="0" cy="4083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/>
          <p:cNvCxnSpPr>
            <a:endCxn id="575" idx="2"/>
          </p:cNvCxnSpPr>
          <p:nvPr/>
        </p:nvCxnSpPr>
        <p:spPr>
          <a:xfrm>
            <a:off x="6314313" y="3002938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>
            <a:stCxn id="575" idx="2"/>
          </p:cNvCxnSpPr>
          <p:nvPr/>
        </p:nvCxnSpPr>
        <p:spPr>
          <a:xfrm flipH="1">
            <a:off x="5328617" y="3002938"/>
            <a:ext cx="9856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>
            <a:off x="3661200" y="2810723"/>
            <a:ext cx="0" cy="19958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3144203" y="4806578"/>
            <a:ext cx="5169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 flipV="1">
            <a:off x="36000" y="4512002"/>
            <a:ext cx="0" cy="58391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 rot="5400000">
            <a:off x="8532973" y="6606618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/>
          <p:cNvSpPr txBox="1"/>
          <p:nvPr/>
        </p:nvSpPr>
        <p:spPr>
          <a:xfrm>
            <a:off x="8642720" y="6994400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/4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0711" y="8337079"/>
            <a:ext cx="4094364" cy="1599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8" name="ZoneTexte 77"/>
          <p:cNvSpPr txBox="1"/>
          <p:nvPr/>
        </p:nvSpPr>
        <p:spPr>
          <a:xfrm>
            <a:off x="1224161" y="8533829"/>
            <a:ext cx="3177858" cy="83099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correlated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photons</a:t>
            </a:r>
          </a:p>
          <a:p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ounting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unit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9" name="Connecteur droit 78"/>
          <p:cNvCxnSpPr/>
          <p:nvPr/>
        </p:nvCxnSpPr>
        <p:spPr>
          <a:xfrm>
            <a:off x="3420000" y="2807029"/>
            <a:ext cx="0" cy="1711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/>
          <p:cNvCxnSpPr/>
          <p:nvPr/>
        </p:nvCxnSpPr>
        <p:spPr>
          <a:xfrm>
            <a:off x="36000" y="4518546"/>
            <a:ext cx="338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/>
          <p:cNvCxnSpPr>
            <a:stCxn id="567" idx="0"/>
          </p:cNvCxnSpPr>
          <p:nvPr/>
        </p:nvCxnSpPr>
        <p:spPr>
          <a:xfrm flipH="1" flipV="1">
            <a:off x="3138849" y="4806578"/>
            <a:ext cx="5354" cy="1365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>
            <a:off x="45023" y="10345365"/>
            <a:ext cx="411670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eur droit 89"/>
          <p:cNvCxnSpPr/>
          <p:nvPr/>
        </p:nvCxnSpPr>
        <p:spPr>
          <a:xfrm flipV="1">
            <a:off x="4161725" y="9507200"/>
            <a:ext cx="0" cy="8439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eur droit 93"/>
          <p:cNvCxnSpPr/>
          <p:nvPr/>
        </p:nvCxnSpPr>
        <p:spPr>
          <a:xfrm flipV="1">
            <a:off x="4351525" y="9515005"/>
            <a:ext cx="0" cy="8439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/>
          <p:cNvCxnSpPr/>
          <p:nvPr/>
        </p:nvCxnSpPr>
        <p:spPr>
          <a:xfrm>
            <a:off x="6676678" y="3300439"/>
            <a:ext cx="0" cy="2082203"/>
          </a:xfrm>
          <a:prstGeom prst="line">
            <a:avLst/>
          </a:prstGeom>
          <a:ln w="28575">
            <a:solidFill>
              <a:schemeClr val="accent6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102"/>
          <p:cNvCxnSpPr/>
          <p:nvPr/>
        </p:nvCxnSpPr>
        <p:spPr>
          <a:xfrm>
            <a:off x="3350115" y="6593422"/>
            <a:ext cx="1978502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eur droit 107"/>
          <p:cNvCxnSpPr/>
          <p:nvPr/>
        </p:nvCxnSpPr>
        <p:spPr>
          <a:xfrm flipV="1">
            <a:off x="9073033" y="6621574"/>
            <a:ext cx="1291759" cy="9866"/>
          </a:xfrm>
          <a:prstGeom prst="line">
            <a:avLst/>
          </a:prstGeom>
          <a:ln w="28575">
            <a:solidFill>
              <a:srgbClr val="C00000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ZoneTexte 118"/>
          <p:cNvSpPr txBox="1"/>
          <p:nvPr/>
        </p:nvSpPr>
        <p:spPr>
          <a:xfrm>
            <a:off x="8831856" y="7456065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/2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Ellipse 52"/>
          <p:cNvSpPr/>
          <p:nvPr/>
        </p:nvSpPr>
        <p:spPr>
          <a:xfrm>
            <a:off x="6270173" y="10178979"/>
            <a:ext cx="283600" cy="3600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1" name="Connecteur droit 120"/>
          <p:cNvCxnSpPr>
            <a:endCxn id="53" idx="2"/>
          </p:cNvCxnSpPr>
          <p:nvPr/>
        </p:nvCxnSpPr>
        <p:spPr>
          <a:xfrm>
            <a:off x="4351134" y="10358999"/>
            <a:ext cx="191903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/>
          <p:cNvCxnSpPr/>
          <p:nvPr/>
        </p:nvCxnSpPr>
        <p:spPr>
          <a:xfrm>
            <a:off x="4870221" y="6210574"/>
            <a:ext cx="0" cy="837287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eur droit 130"/>
          <p:cNvCxnSpPr/>
          <p:nvPr/>
        </p:nvCxnSpPr>
        <p:spPr>
          <a:xfrm rot="5400000">
            <a:off x="6686277" y="4315927"/>
            <a:ext cx="0" cy="837287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ZoneTexte 132"/>
          <p:cNvSpPr txBox="1"/>
          <p:nvPr/>
        </p:nvSpPr>
        <p:spPr>
          <a:xfrm>
            <a:off x="7069913" y="5272097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ZoneTexte 134"/>
          <p:cNvSpPr txBox="1"/>
          <p:nvPr/>
        </p:nvSpPr>
        <p:spPr>
          <a:xfrm>
            <a:off x="7092000" y="5641057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/2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6" name="Connecteur droit 135"/>
          <p:cNvCxnSpPr/>
          <p:nvPr/>
        </p:nvCxnSpPr>
        <p:spPr>
          <a:xfrm rot="5400000">
            <a:off x="5149696" y="6618245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ZoneTexte 136"/>
          <p:cNvSpPr txBox="1"/>
          <p:nvPr/>
        </p:nvSpPr>
        <p:spPr>
          <a:xfrm>
            <a:off x="4898769" y="7006027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ZoneTexte 141"/>
          <p:cNvSpPr txBox="1"/>
          <p:nvPr/>
        </p:nvSpPr>
        <p:spPr>
          <a:xfrm>
            <a:off x="6467143" y="6958106"/>
            <a:ext cx="18742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Beamsplitters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Connecteur droit 68"/>
          <p:cNvCxnSpPr/>
          <p:nvPr/>
        </p:nvCxnSpPr>
        <p:spPr>
          <a:xfrm>
            <a:off x="6803518" y="6896424"/>
            <a:ext cx="75512" cy="151437"/>
          </a:xfrm>
          <a:prstGeom prst="line">
            <a:avLst/>
          </a:prstGeom>
          <a:ln>
            <a:solidFill>
              <a:schemeClr val="tx1"/>
            </a:solidFill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 flipH="1">
            <a:off x="8100392" y="6896424"/>
            <a:ext cx="108545" cy="151437"/>
          </a:xfrm>
          <a:prstGeom prst="line">
            <a:avLst/>
          </a:prstGeom>
          <a:ln>
            <a:solidFill>
              <a:schemeClr val="tx1"/>
            </a:solidFill>
            <a:headEnd type="stealt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ZoneTexte 146"/>
          <p:cNvSpPr txBox="1"/>
          <p:nvPr/>
        </p:nvSpPr>
        <p:spPr>
          <a:xfrm>
            <a:off x="5180776" y="9160157"/>
            <a:ext cx="15856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Avalanche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Photodiode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8" name="Connecteur droit 147"/>
          <p:cNvCxnSpPr/>
          <p:nvPr/>
        </p:nvCxnSpPr>
        <p:spPr>
          <a:xfrm flipH="1" flipV="1">
            <a:off x="6484341" y="9929198"/>
            <a:ext cx="157715" cy="205972"/>
          </a:xfrm>
          <a:prstGeom prst="line">
            <a:avLst/>
          </a:prstGeom>
          <a:ln>
            <a:solidFill>
              <a:schemeClr val="tx1"/>
            </a:solidFill>
            <a:headEnd type="stealt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88105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54</Words>
  <Application>Microsoft Office PowerPoint</Application>
  <PresentationFormat>Personnalisé</PresentationFormat>
  <Paragraphs>28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AudreyAzura</dc:creator>
  <cp:lastModifiedBy>Alban Lafuente</cp:lastModifiedBy>
  <cp:revision>25</cp:revision>
  <dcterms:created xsi:type="dcterms:W3CDTF">2017-07-02T20:47:43Z</dcterms:created>
  <dcterms:modified xsi:type="dcterms:W3CDTF">2017-11-07T12:01:26Z</dcterms:modified>
</cp:coreProperties>
</file>