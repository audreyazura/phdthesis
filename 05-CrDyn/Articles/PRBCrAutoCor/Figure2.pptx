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43" autoAdjust="0"/>
  </p:normalViewPr>
  <p:slideViewPr>
    <p:cSldViewPr>
      <p:cViewPr>
        <p:scale>
          <a:sx n="100" d="100"/>
          <a:sy n="100" d="100"/>
        </p:scale>
        <p:origin x="-2808" y="-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0" y="2046818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8" y="364068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1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5/30/2016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11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.wmf"/><Relationship Id="rId4" Type="http://schemas.openxmlformats.org/officeDocument/2006/relationships/image" Target="../media/image4.png"/><Relationship Id="rId9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08"/>
          <a:stretch/>
        </p:blipFill>
        <p:spPr bwMode="auto">
          <a:xfrm>
            <a:off x="3330277" y="47051"/>
            <a:ext cx="3411091" cy="6253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ZoneTexte 78"/>
          <p:cNvSpPr txBox="1"/>
          <p:nvPr/>
        </p:nvSpPr>
        <p:spPr>
          <a:xfrm>
            <a:off x="3284984" y="9821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915722"/>
              </p:ext>
            </p:extLst>
          </p:nvPr>
        </p:nvGraphicFramePr>
        <p:xfrm>
          <a:off x="5970588" y="1908175"/>
          <a:ext cx="55403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Équation" r:id="rId5" imgW="482400" imgH="253800" progId="Equation.3">
                  <p:embed/>
                </p:oleObj>
              </mc:Choice>
              <mc:Fallback>
                <p:oleObj name="Équation" r:id="rId5" imgW="482400" imgH="253800" progId="Equation.3">
                  <p:embed/>
                  <p:pic>
                    <p:nvPicPr>
                      <p:cNvPr id="0" name="Objet 10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0588" y="1908175"/>
                        <a:ext cx="55403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723140"/>
              </p:ext>
            </p:extLst>
          </p:nvPr>
        </p:nvGraphicFramePr>
        <p:xfrm>
          <a:off x="6021288" y="3491880"/>
          <a:ext cx="554037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Équation" r:id="rId7" imgW="482400" imgH="253800" progId="Equation.3">
                  <p:embed/>
                </p:oleObj>
              </mc:Choice>
              <mc:Fallback>
                <p:oleObj name="Équation" r:id="rId7" imgW="482400" imgH="253800" progId="Equation.3">
                  <p:embed/>
                  <p:pic>
                    <p:nvPicPr>
                      <p:cNvPr id="0" name="Obje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1288" y="3491880"/>
                        <a:ext cx="554037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831323"/>
              </p:ext>
            </p:extLst>
          </p:nvPr>
        </p:nvGraphicFramePr>
        <p:xfrm>
          <a:off x="6015038" y="5076825"/>
          <a:ext cx="568325" cy="287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Équation" r:id="rId9" imgW="495000" imgH="253800" progId="Equation.3">
                  <p:embed/>
                </p:oleObj>
              </mc:Choice>
              <mc:Fallback>
                <p:oleObj name="Équation" r:id="rId9" imgW="495000" imgH="253800" progId="Equation.3">
                  <p:embed/>
                  <p:pic>
                    <p:nvPicPr>
                      <p:cNvPr id="0" name="Obje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5038" y="5076825"/>
                        <a:ext cx="568325" cy="287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3" name="Picture 19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" r="7583"/>
          <a:stretch/>
        </p:blipFill>
        <p:spPr bwMode="auto">
          <a:xfrm>
            <a:off x="42292" y="43475"/>
            <a:ext cx="3314700" cy="6260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" name="ZoneTexte 63"/>
          <p:cNvSpPr txBox="1"/>
          <p:nvPr/>
        </p:nvSpPr>
        <p:spPr>
          <a:xfrm>
            <a:off x="-36482" y="9821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7</Words>
  <Application>Microsoft Office PowerPoint</Application>
  <PresentationFormat>Affichage à l'écran (4:3)</PresentationFormat>
  <Paragraphs>3</Paragraphs>
  <Slides>1</Slides>
  <Notes>1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Équation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68</cp:revision>
  <cp:lastPrinted>2016-05-10T14:46:28Z</cp:lastPrinted>
  <dcterms:created xsi:type="dcterms:W3CDTF">2015-11-02T14:28:12Z</dcterms:created>
  <dcterms:modified xsi:type="dcterms:W3CDTF">2016-05-30T09:38:44Z</dcterms:modified>
</cp:coreProperties>
</file>