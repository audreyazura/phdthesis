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>
        <p:scale>
          <a:sx n="100" d="100"/>
          <a:sy n="100" d="100"/>
        </p:scale>
        <p:origin x="-2808" y="-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64068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" y="0"/>
            <a:ext cx="3783409" cy="6516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ZoneTexte 63"/>
          <p:cNvSpPr txBox="1"/>
          <p:nvPr/>
        </p:nvSpPr>
        <p:spPr>
          <a:xfrm>
            <a:off x="35526" y="982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1" r="4757"/>
          <a:stretch/>
        </p:blipFill>
        <p:spPr bwMode="auto">
          <a:xfrm>
            <a:off x="3571153" y="35496"/>
            <a:ext cx="3286847" cy="3302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" t="2371" r="6909"/>
          <a:stretch/>
        </p:blipFill>
        <p:spPr bwMode="auto">
          <a:xfrm>
            <a:off x="3495675" y="3258108"/>
            <a:ext cx="3286126" cy="324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ZoneTexte 78"/>
          <p:cNvSpPr txBox="1"/>
          <p:nvPr/>
        </p:nvSpPr>
        <p:spPr>
          <a:xfrm>
            <a:off x="3429000" y="8141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449464" y="320384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10</Words>
  <Application>Microsoft Office PowerPoint</Application>
  <PresentationFormat>Affichage à l'écran (4:3)</PresentationFormat>
  <Paragraphs>4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67</cp:revision>
  <cp:lastPrinted>2016-04-21T11:22:17Z</cp:lastPrinted>
  <dcterms:created xsi:type="dcterms:W3CDTF">2015-11-02T14:28:12Z</dcterms:created>
  <dcterms:modified xsi:type="dcterms:W3CDTF">2016-05-11T08:49:37Z</dcterms:modified>
</cp:coreProperties>
</file>