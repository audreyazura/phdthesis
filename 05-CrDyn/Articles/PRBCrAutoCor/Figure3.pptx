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2808" y="-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5/11/2016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2976" y="116112"/>
            <a:ext cx="3463332" cy="5824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3"/>
          <a:stretch/>
        </p:blipFill>
        <p:spPr bwMode="auto">
          <a:xfrm>
            <a:off x="44624" y="46424"/>
            <a:ext cx="3305420" cy="5965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3284984" y="170220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179542" y="10750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828</TotalTime>
  <Words>7</Words>
  <Application>Microsoft Office PowerPoint</Application>
  <PresentationFormat>Affichage à l'écran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72</cp:revision>
  <cp:lastPrinted>2016-05-09T10:15:58Z</cp:lastPrinted>
  <dcterms:created xsi:type="dcterms:W3CDTF">2015-11-02T14:28:12Z</dcterms:created>
  <dcterms:modified xsi:type="dcterms:W3CDTF">2016-05-11T09:09:26Z</dcterms:modified>
</cp:coreProperties>
</file>