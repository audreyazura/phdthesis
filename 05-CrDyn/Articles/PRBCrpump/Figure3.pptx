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0" autoAdjust="0"/>
  </p:normalViewPr>
  <p:slideViewPr>
    <p:cSldViewPr>
      <p:cViewPr>
        <p:scale>
          <a:sx n="66" d="100"/>
          <a:sy n="66" d="100"/>
        </p:scale>
        <p:origin x="-3600" y="-50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6/23/2016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790" y="170221"/>
            <a:ext cx="3528546" cy="366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2975030" y="1702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8" r="7689"/>
          <a:stretch/>
        </p:blipFill>
        <p:spPr bwMode="auto">
          <a:xfrm>
            <a:off x="151589" y="27789"/>
            <a:ext cx="2917371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ZoneTexte 63"/>
          <p:cNvSpPr txBox="1"/>
          <p:nvPr/>
        </p:nvSpPr>
        <p:spPr>
          <a:xfrm>
            <a:off x="35526" y="1075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7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87</cp:revision>
  <cp:lastPrinted>2016-06-02T13:17:23Z</cp:lastPrinted>
  <dcterms:created xsi:type="dcterms:W3CDTF">2015-11-02T14:28:12Z</dcterms:created>
  <dcterms:modified xsi:type="dcterms:W3CDTF">2016-06-23T14:09:24Z</dcterms:modified>
</cp:coreProperties>
</file>