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100" d="100"/>
          <a:sy n="100" d="100"/>
        </p:scale>
        <p:origin x="-1440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6/22/2017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225" y="4716016"/>
            <a:ext cx="2511945" cy="2501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ZoneTexte 15"/>
          <p:cNvSpPr txBox="1"/>
          <p:nvPr/>
        </p:nvSpPr>
        <p:spPr>
          <a:xfrm>
            <a:off x="6093296" y="471601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0" t="2185" r="6836" b="1549"/>
          <a:stretch/>
        </p:blipFill>
        <p:spPr bwMode="auto">
          <a:xfrm>
            <a:off x="44624" y="107504"/>
            <a:ext cx="4314825" cy="710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ZoneTexte 63"/>
          <p:cNvSpPr txBox="1"/>
          <p:nvPr/>
        </p:nvSpPr>
        <p:spPr>
          <a:xfrm>
            <a:off x="3830006" y="1781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7</Words>
  <Application>Microsoft Office PowerPoint</Application>
  <PresentationFormat>Affichage à l'écran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91</cp:revision>
  <cp:lastPrinted>2016-06-10T12:04:56Z</cp:lastPrinted>
  <dcterms:created xsi:type="dcterms:W3CDTF">2015-11-02T14:28:12Z</dcterms:created>
  <dcterms:modified xsi:type="dcterms:W3CDTF">2017-06-22T12:46:04Z</dcterms:modified>
</cp:coreProperties>
</file>