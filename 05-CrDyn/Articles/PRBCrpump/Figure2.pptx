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6858000" cy="9144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100" d="100"/>
          <a:sy n="100" d="100"/>
        </p:scale>
        <p:origin x="-2808" y="-7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111375" y="768350"/>
            <a:ext cx="287655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8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5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8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70" y="2046818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70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1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8" y="364068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1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4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4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7/13/2016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3096" y="107504"/>
            <a:ext cx="2536775" cy="2593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1225" y="4716016"/>
            <a:ext cx="2511945" cy="2501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139"/>
          <a:stretch/>
        </p:blipFill>
        <p:spPr bwMode="auto">
          <a:xfrm>
            <a:off x="4271152" y="2611785"/>
            <a:ext cx="2562018" cy="20364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9" name="ZoneTexte 78"/>
          <p:cNvSpPr txBox="1"/>
          <p:nvPr/>
        </p:nvSpPr>
        <p:spPr>
          <a:xfrm>
            <a:off x="6093296" y="17022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6093296" y="269050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6093296" y="471601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80" t="2185" r="6836" b="1549"/>
          <a:stretch/>
        </p:blipFill>
        <p:spPr bwMode="auto">
          <a:xfrm>
            <a:off x="44624" y="107504"/>
            <a:ext cx="4314825" cy="71052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4" name="ZoneTexte 63"/>
          <p:cNvSpPr txBox="1"/>
          <p:nvPr/>
        </p:nvSpPr>
        <p:spPr>
          <a:xfrm>
            <a:off x="3830006" y="17818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13</Words>
  <Application>Microsoft Office PowerPoint</Application>
  <PresentationFormat>Affichage à l'écran (4:3)</PresentationFormat>
  <Paragraphs>5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lucien.besombes</cp:lastModifiedBy>
  <cp:revision>90</cp:revision>
  <cp:lastPrinted>2016-06-10T12:04:56Z</cp:lastPrinted>
  <dcterms:created xsi:type="dcterms:W3CDTF">2015-11-02T14:28:12Z</dcterms:created>
  <dcterms:modified xsi:type="dcterms:W3CDTF">2016-07-13T09:04:07Z</dcterms:modified>
</cp:coreProperties>
</file>