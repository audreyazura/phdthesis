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71" autoAdjust="0"/>
  </p:normalViewPr>
  <p:slideViewPr>
    <p:cSldViewPr>
      <p:cViewPr varScale="1">
        <p:scale>
          <a:sx n="114" d="100"/>
          <a:sy n="114" d="100"/>
        </p:scale>
        <p:origin x="-117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3.wmf"/><Relationship Id="rId7" Type="http://schemas.openxmlformats.org/officeDocument/2006/relationships/image" Target="../media/image8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7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D08E-8148-457E-B338-FDAC3C2D7027}" type="datetimeFigureOut">
              <a:rPr lang="en-US" smtClean="0"/>
              <a:t>11/20/2017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CF8B-14E4-44CA-871C-554C7F420EA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477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D08E-8148-457E-B338-FDAC3C2D7027}" type="datetimeFigureOut">
              <a:rPr lang="en-US" smtClean="0"/>
              <a:t>11/20/2017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CF8B-14E4-44CA-871C-554C7F420EA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569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D08E-8148-457E-B338-FDAC3C2D7027}" type="datetimeFigureOut">
              <a:rPr lang="en-US" smtClean="0"/>
              <a:t>11/20/2017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CF8B-14E4-44CA-871C-554C7F420EA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20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D08E-8148-457E-B338-FDAC3C2D7027}" type="datetimeFigureOut">
              <a:rPr lang="en-US" smtClean="0"/>
              <a:t>11/20/2017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CF8B-14E4-44CA-871C-554C7F420EA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229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D08E-8148-457E-B338-FDAC3C2D7027}" type="datetimeFigureOut">
              <a:rPr lang="en-US" smtClean="0"/>
              <a:t>11/20/2017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CF8B-14E4-44CA-871C-554C7F420EA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92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D08E-8148-457E-B338-FDAC3C2D7027}" type="datetimeFigureOut">
              <a:rPr lang="en-US" smtClean="0"/>
              <a:t>11/20/2017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CF8B-14E4-44CA-871C-554C7F420EA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4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D08E-8148-457E-B338-FDAC3C2D7027}" type="datetimeFigureOut">
              <a:rPr lang="en-US" smtClean="0"/>
              <a:t>11/20/2017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CF8B-14E4-44CA-871C-554C7F420EA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90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D08E-8148-457E-B338-FDAC3C2D7027}" type="datetimeFigureOut">
              <a:rPr lang="en-US" smtClean="0"/>
              <a:t>11/20/2017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CF8B-14E4-44CA-871C-554C7F420EA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067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D08E-8148-457E-B338-FDAC3C2D7027}" type="datetimeFigureOut">
              <a:rPr lang="en-US" smtClean="0"/>
              <a:t>11/20/2017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CF8B-14E4-44CA-871C-554C7F420EA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651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D08E-8148-457E-B338-FDAC3C2D7027}" type="datetimeFigureOut">
              <a:rPr lang="en-US" smtClean="0"/>
              <a:t>11/20/2017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CF8B-14E4-44CA-871C-554C7F420EA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107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D08E-8148-457E-B338-FDAC3C2D7027}" type="datetimeFigureOut">
              <a:rPr lang="en-US" smtClean="0"/>
              <a:t>11/20/2017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CF8B-14E4-44CA-871C-554C7F420EA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700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DD08E-8148-457E-B338-FDAC3C2D7027}" type="datetimeFigureOut">
              <a:rPr lang="en-US" smtClean="0"/>
              <a:t>11/20/2017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2CF8B-14E4-44CA-871C-554C7F420EA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932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3.bin"/><Relationship Id="rId3" Type="http://schemas.openxmlformats.org/officeDocument/2006/relationships/oleObject" Target="../embeddings/oleObject1.bin"/><Relationship Id="rId21" Type="http://schemas.openxmlformats.org/officeDocument/2006/relationships/image" Target="../media/image9.wmf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image" Target="../media/image7.wmf"/><Relationship Id="rId25" Type="http://schemas.openxmlformats.org/officeDocument/2006/relationships/image" Target="../media/image11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29" Type="http://schemas.openxmlformats.org/officeDocument/2006/relationships/image" Target="../media/image13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oleObject" Target="../embeddings/oleObject12.bin"/><Relationship Id="rId32" Type="http://schemas.openxmlformats.org/officeDocument/2006/relationships/oleObject" Target="../embeddings/oleObject16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6.wmf"/><Relationship Id="rId23" Type="http://schemas.openxmlformats.org/officeDocument/2006/relationships/image" Target="../media/image10.wmf"/><Relationship Id="rId28" Type="http://schemas.openxmlformats.org/officeDocument/2006/relationships/oleObject" Target="../embeddings/oleObject14.bin"/><Relationship Id="rId10" Type="http://schemas.openxmlformats.org/officeDocument/2006/relationships/image" Target="../media/image4.wmf"/><Relationship Id="rId19" Type="http://schemas.openxmlformats.org/officeDocument/2006/relationships/image" Target="../media/image8.wmf"/><Relationship Id="rId31" Type="http://schemas.openxmlformats.org/officeDocument/2006/relationships/image" Target="../media/image1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12.wmf"/><Relationship Id="rId30" Type="http://schemas.openxmlformats.org/officeDocument/2006/relationships/oleObject" Target="../embeddings/oleObject15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22.bin"/><Relationship Id="rId18" Type="http://schemas.openxmlformats.org/officeDocument/2006/relationships/image" Target="../media/image8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4.bin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26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20.bin"/><Relationship Id="rId14" Type="http://schemas.openxmlformats.org/officeDocument/2006/relationships/oleObject" Target="../embeddings/oleObject23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image" Target="../media/image12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wmf"/><Relationship Id="rId11" Type="http://schemas.openxmlformats.org/officeDocument/2006/relationships/image" Target="../media/image11.wmf"/><Relationship Id="rId5" Type="http://schemas.openxmlformats.org/officeDocument/2006/relationships/oleObject" Target="../embeddings/oleObject28.bin"/><Relationship Id="rId10" Type="http://schemas.openxmlformats.org/officeDocument/2006/relationships/oleObject" Target="../embeddings/oleObject31.bin"/><Relationship Id="rId4" Type="http://schemas.openxmlformats.org/officeDocument/2006/relationships/image" Target="../media/image13.wmf"/><Relationship Id="rId9" Type="http://schemas.openxmlformats.org/officeDocument/2006/relationships/oleObject" Target="../embeddings/oleObject30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3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2505435" y="5175420"/>
            <a:ext cx="159810" cy="1584"/>
          </a:xfrm>
          <a:prstGeom prst="line">
            <a:avLst/>
          </a:prstGeom>
          <a:noFill/>
          <a:ln w="2844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1461839" y="5175420"/>
            <a:ext cx="159810" cy="1584"/>
          </a:xfrm>
          <a:prstGeom prst="line">
            <a:avLst/>
          </a:prstGeom>
          <a:noFill/>
          <a:ln w="2844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839348" y="0"/>
            <a:ext cx="432819" cy="431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5527" tIns="42764" rIns="85527" bIns="42764">
            <a:spAutoFit/>
          </a:bodyPr>
          <a:lstStyle/>
          <a:p>
            <a:pPr hangingPunct="1">
              <a:lnSpc>
                <a:spcPct val="100000"/>
              </a:lnSpc>
              <a:tabLst>
                <a:tab pos="426935" algn="l"/>
              </a:tabLst>
            </a:pPr>
            <a:r>
              <a:rPr lang="en-GB" sz="1600" dirty="0">
                <a:solidFill>
                  <a:srgbClr val="000000"/>
                </a:solidFill>
                <a:latin typeface="Times New Roman" pitchFamily="16" charset="0"/>
              </a:rPr>
              <a:t>E</a:t>
            </a: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 flipV="1">
            <a:off x="832636" y="4074709"/>
            <a:ext cx="0" cy="2783291"/>
          </a:xfrm>
          <a:prstGeom prst="line">
            <a:avLst/>
          </a:prstGeom>
          <a:noFill/>
          <a:ln w="1260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2567221" y="3269777"/>
            <a:ext cx="734598" cy="349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5527" tIns="42764" rIns="85527" bIns="42764">
            <a:spAutoFit/>
          </a:bodyPr>
          <a:lstStyle/>
          <a:p>
            <a:pPr algn="ctr" hangingPunct="1">
              <a:lnSpc>
                <a:spcPct val="100000"/>
              </a:lnSpc>
              <a:spcBef>
                <a:spcPts val="760"/>
              </a:spcBef>
              <a:tabLst>
                <a:tab pos="426935" algn="l"/>
                <a:tab pos="853868" algn="l"/>
              </a:tabLst>
            </a:pPr>
            <a:r>
              <a:rPr lang="en-GB" sz="1500" dirty="0">
                <a:solidFill>
                  <a:srgbClr val="FF0000"/>
                </a:solidFill>
                <a:latin typeface="Symbol" charset="2"/>
              </a:rPr>
              <a:t>  s-</a:t>
            </a:r>
          </a:p>
        </p:txBody>
      </p:sp>
      <p:sp>
        <p:nvSpPr>
          <p:cNvPr id="10" name="AutoShape 12"/>
          <p:cNvSpPr>
            <a:spLocks/>
          </p:cNvSpPr>
          <p:nvPr/>
        </p:nvSpPr>
        <p:spPr bwMode="auto">
          <a:xfrm>
            <a:off x="2641560" y="3672846"/>
            <a:ext cx="484757" cy="163227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FF000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11" name="Line 34"/>
          <p:cNvSpPr>
            <a:spLocks noChangeShapeType="1"/>
          </p:cNvSpPr>
          <p:nvPr/>
        </p:nvSpPr>
        <p:spPr bwMode="auto">
          <a:xfrm>
            <a:off x="720713" y="2400840"/>
            <a:ext cx="184971" cy="0"/>
          </a:xfrm>
          <a:prstGeom prst="line">
            <a:avLst/>
          </a:prstGeom>
          <a:noFill/>
          <a:ln w="2844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12" name="Line 35"/>
          <p:cNvSpPr>
            <a:spLocks noChangeShapeType="1"/>
          </p:cNvSpPr>
          <p:nvPr/>
        </p:nvSpPr>
        <p:spPr bwMode="auto">
          <a:xfrm flipV="1">
            <a:off x="925496" y="1188904"/>
            <a:ext cx="575256" cy="1188975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13" name="Line 38"/>
          <p:cNvSpPr>
            <a:spLocks noChangeShapeType="1"/>
          </p:cNvSpPr>
          <p:nvPr/>
        </p:nvSpPr>
        <p:spPr bwMode="auto">
          <a:xfrm flipV="1">
            <a:off x="919929" y="1631195"/>
            <a:ext cx="582785" cy="746686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14" name="Line 39"/>
          <p:cNvSpPr>
            <a:spLocks noChangeShapeType="1"/>
          </p:cNvSpPr>
          <p:nvPr/>
        </p:nvSpPr>
        <p:spPr bwMode="auto">
          <a:xfrm>
            <a:off x="929388" y="2400973"/>
            <a:ext cx="1053860" cy="8093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15" name="Rectangle 40"/>
          <p:cNvSpPr>
            <a:spLocks noChangeArrowheads="1"/>
          </p:cNvSpPr>
          <p:nvPr/>
        </p:nvSpPr>
        <p:spPr bwMode="auto">
          <a:xfrm>
            <a:off x="260894" y="2138517"/>
            <a:ext cx="533401" cy="431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pPr hangingPunct="1">
              <a:lnSpc>
                <a:spcPct val="100000"/>
              </a:lnSpc>
              <a:tabLst>
                <a:tab pos="426935" algn="l"/>
              </a:tabLst>
            </a:pPr>
            <a:r>
              <a:rPr lang="en-GB" sz="1600" dirty="0" smtClean="0">
                <a:solidFill>
                  <a:srgbClr val="000000"/>
                </a:solidFill>
              </a:rPr>
              <a:t>I±1&gt;</a:t>
            </a:r>
            <a:endParaRPr lang="en-GB" sz="1600" dirty="0">
              <a:solidFill>
                <a:srgbClr val="000000"/>
              </a:solidFill>
            </a:endParaRPr>
          </a:p>
        </p:txBody>
      </p:sp>
      <p:sp>
        <p:nvSpPr>
          <p:cNvPr id="16" name="Line 52"/>
          <p:cNvSpPr>
            <a:spLocks noChangeShapeType="1"/>
          </p:cNvSpPr>
          <p:nvPr/>
        </p:nvSpPr>
        <p:spPr bwMode="auto">
          <a:xfrm>
            <a:off x="2493166" y="1197873"/>
            <a:ext cx="162882" cy="0"/>
          </a:xfrm>
          <a:prstGeom prst="line">
            <a:avLst/>
          </a:prstGeom>
          <a:noFill/>
          <a:ln w="25560" cap="flat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17" name="Line 53"/>
          <p:cNvSpPr>
            <a:spLocks noChangeShapeType="1"/>
          </p:cNvSpPr>
          <p:nvPr/>
        </p:nvSpPr>
        <p:spPr bwMode="auto">
          <a:xfrm>
            <a:off x="1991470" y="2450148"/>
            <a:ext cx="159810" cy="0"/>
          </a:xfrm>
          <a:prstGeom prst="line">
            <a:avLst/>
          </a:prstGeom>
          <a:noFill/>
          <a:ln w="25560" cap="flat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18" name="Line 54"/>
          <p:cNvSpPr>
            <a:spLocks noChangeShapeType="1"/>
          </p:cNvSpPr>
          <p:nvPr/>
        </p:nvSpPr>
        <p:spPr bwMode="auto">
          <a:xfrm>
            <a:off x="1500752" y="1629611"/>
            <a:ext cx="159809" cy="0"/>
          </a:xfrm>
          <a:prstGeom prst="line">
            <a:avLst/>
          </a:prstGeom>
          <a:noFill/>
          <a:ln w="25560" cap="flat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19" name="Line 58"/>
          <p:cNvSpPr>
            <a:spLocks noChangeShapeType="1"/>
          </p:cNvSpPr>
          <p:nvPr/>
        </p:nvSpPr>
        <p:spPr bwMode="auto">
          <a:xfrm>
            <a:off x="1502083" y="1202321"/>
            <a:ext cx="158478" cy="0"/>
          </a:xfrm>
          <a:prstGeom prst="line">
            <a:avLst/>
          </a:prstGeom>
          <a:noFill/>
          <a:ln w="25560" cap="flat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0" name="Line 59"/>
          <p:cNvSpPr>
            <a:spLocks noChangeShapeType="1"/>
          </p:cNvSpPr>
          <p:nvPr/>
        </p:nvSpPr>
        <p:spPr bwMode="auto">
          <a:xfrm>
            <a:off x="1992802" y="2373569"/>
            <a:ext cx="158478" cy="0"/>
          </a:xfrm>
          <a:prstGeom prst="line">
            <a:avLst/>
          </a:prstGeom>
          <a:noFill/>
          <a:ln w="25560" cap="flat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1" name="Line 60"/>
          <p:cNvSpPr>
            <a:spLocks noChangeShapeType="1"/>
          </p:cNvSpPr>
          <p:nvPr/>
        </p:nvSpPr>
        <p:spPr bwMode="auto">
          <a:xfrm>
            <a:off x="2497570" y="1631195"/>
            <a:ext cx="158478" cy="0"/>
          </a:xfrm>
          <a:prstGeom prst="line">
            <a:avLst/>
          </a:prstGeom>
          <a:noFill/>
          <a:ln w="25560" cap="flat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2" name="Line 67"/>
          <p:cNvSpPr>
            <a:spLocks noChangeShapeType="1"/>
          </p:cNvSpPr>
          <p:nvPr/>
        </p:nvSpPr>
        <p:spPr bwMode="auto">
          <a:xfrm>
            <a:off x="1784269" y="1208415"/>
            <a:ext cx="627035" cy="0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3" name="Rectangle 71"/>
          <p:cNvSpPr>
            <a:spLocks noChangeArrowheads="1"/>
          </p:cNvSpPr>
          <p:nvPr/>
        </p:nvSpPr>
        <p:spPr bwMode="auto">
          <a:xfrm>
            <a:off x="1297915" y="697837"/>
            <a:ext cx="493325" cy="431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pPr hangingPunct="1">
              <a:lnSpc>
                <a:spcPct val="100000"/>
              </a:lnSpc>
              <a:tabLst>
                <a:tab pos="426935" algn="l"/>
              </a:tabLst>
            </a:pPr>
            <a:r>
              <a:rPr lang="en-GB" sz="1600" dirty="0" smtClean="0">
                <a:solidFill>
                  <a:srgbClr val="FF0000"/>
                </a:solidFill>
                <a:latin typeface="Calibri" charset="0"/>
              </a:rPr>
              <a:t>I-1&gt;</a:t>
            </a:r>
            <a:endParaRPr lang="en-GB" sz="1600" dirty="0">
              <a:solidFill>
                <a:srgbClr val="FF0000"/>
              </a:solidFill>
              <a:latin typeface="Calibri" charset="0"/>
            </a:endParaRPr>
          </a:p>
        </p:txBody>
      </p:sp>
      <p:sp>
        <p:nvSpPr>
          <p:cNvPr id="24" name="Rectangle 72"/>
          <p:cNvSpPr>
            <a:spLocks noChangeArrowheads="1"/>
          </p:cNvSpPr>
          <p:nvPr/>
        </p:nvSpPr>
        <p:spPr bwMode="auto">
          <a:xfrm>
            <a:off x="2387812" y="676768"/>
            <a:ext cx="533401" cy="431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pPr hangingPunct="1">
              <a:lnSpc>
                <a:spcPct val="100000"/>
              </a:lnSpc>
              <a:tabLst>
                <a:tab pos="426935" algn="l"/>
              </a:tabLst>
            </a:pPr>
            <a:r>
              <a:rPr lang="en-GB" sz="1600" dirty="0">
                <a:solidFill>
                  <a:srgbClr val="0033CC"/>
                </a:solidFill>
                <a:latin typeface="Calibri" charset="0"/>
              </a:rPr>
              <a:t>I+1&gt;</a:t>
            </a:r>
          </a:p>
        </p:txBody>
      </p:sp>
      <p:sp>
        <p:nvSpPr>
          <p:cNvPr id="25" name="Line 3"/>
          <p:cNvSpPr>
            <a:spLocks noChangeShapeType="1"/>
          </p:cNvSpPr>
          <p:nvPr/>
        </p:nvSpPr>
        <p:spPr bwMode="auto">
          <a:xfrm>
            <a:off x="1978485" y="6183580"/>
            <a:ext cx="172795" cy="0"/>
          </a:xfrm>
          <a:prstGeom prst="line">
            <a:avLst/>
          </a:prstGeom>
          <a:noFill/>
          <a:ln w="2844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6" name="Forme libre 10"/>
          <p:cNvSpPr>
            <a:spLocks/>
          </p:cNvSpPr>
          <p:nvPr/>
        </p:nvSpPr>
        <p:spPr bwMode="auto">
          <a:xfrm>
            <a:off x="715765" y="3884923"/>
            <a:ext cx="209731" cy="179623"/>
          </a:xfrm>
          <a:custGeom>
            <a:avLst/>
            <a:gdLst>
              <a:gd name="T0" fmla="*/ 0 w 283029"/>
              <a:gd name="T1" fmla="*/ 68942 h 174171"/>
              <a:gd name="T2" fmla="*/ 108857 w 283029"/>
              <a:gd name="T3" fmla="*/ 14514 h 174171"/>
              <a:gd name="T4" fmla="*/ 206829 w 283029"/>
              <a:gd name="T5" fmla="*/ 156028 h 174171"/>
              <a:gd name="T6" fmla="*/ 283029 w 283029"/>
              <a:gd name="T7" fmla="*/ 123371 h 17417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83029" h="174171">
                <a:moveTo>
                  <a:pt x="0" y="68942"/>
                </a:moveTo>
                <a:cubicBezTo>
                  <a:pt x="37193" y="34471"/>
                  <a:pt x="74386" y="0"/>
                  <a:pt x="108857" y="14514"/>
                </a:cubicBezTo>
                <a:cubicBezTo>
                  <a:pt x="143328" y="29028"/>
                  <a:pt x="177800" y="137885"/>
                  <a:pt x="206829" y="156028"/>
                </a:cubicBezTo>
                <a:cubicBezTo>
                  <a:pt x="235858" y="174171"/>
                  <a:pt x="259443" y="148771"/>
                  <a:pt x="283029" y="123371"/>
                </a:cubicBez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7" name="Forme libre 11"/>
          <p:cNvSpPr>
            <a:spLocks/>
          </p:cNvSpPr>
          <p:nvPr/>
        </p:nvSpPr>
        <p:spPr bwMode="auto">
          <a:xfrm>
            <a:off x="710199" y="3978258"/>
            <a:ext cx="209731" cy="177991"/>
          </a:xfrm>
          <a:custGeom>
            <a:avLst/>
            <a:gdLst>
              <a:gd name="T0" fmla="*/ 0 w 283029"/>
              <a:gd name="T1" fmla="*/ 68942 h 174171"/>
              <a:gd name="T2" fmla="*/ 108857 w 283029"/>
              <a:gd name="T3" fmla="*/ 14514 h 174171"/>
              <a:gd name="T4" fmla="*/ 206829 w 283029"/>
              <a:gd name="T5" fmla="*/ 156028 h 174171"/>
              <a:gd name="T6" fmla="*/ 283029 w 283029"/>
              <a:gd name="T7" fmla="*/ 123371 h 17417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83029" h="174171">
                <a:moveTo>
                  <a:pt x="0" y="68942"/>
                </a:moveTo>
                <a:cubicBezTo>
                  <a:pt x="37193" y="34471"/>
                  <a:pt x="74386" y="0"/>
                  <a:pt x="108857" y="14514"/>
                </a:cubicBezTo>
                <a:cubicBezTo>
                  <a:pt x="143328" y="29028"/>
                  <a:pt x="177800" y="137885"/>
                  <a:pt x="206829" y="156028"/>
                </a:cubicBezTo>
                <a:cubicBezTo>
                  <a:pt x="235858" y="174171"/>
                  <a:pt x="259443" y="148771"/>
                  <a:pt x="283029" y="123371"/>
                </a:cubicBez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2411520" y="6228707"/>
            <a:ext cx="637595" cy="391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r>
              <a:rPr lang="en-GB" sz="1400" dirty="0" err="1" smtClean="0">
                <a:latin typeface="Times New Roman" pitchFamily="16" charset="0"/>
              </a:rPr>
              <a:t>S</a:t>
            </a:r>
            <a:r>
              <a:rPr lang="en-GB" sz="1400" baseline="-25000" dirty="0" err="1" smtClean="0">
                <a:latin typeface="Times New Roman" pitchFamily="16" charset="0"/>
              </a:rPr>
              <a:t>z</a:t>
            </a:r>
            <a:r>
              <a:rPr lang="en-GB" sz="1400" dirty="0" smtClean="0">
                <a:latin typeface="Times New Roman" pitchFamily="16" charset="0"/>
              </a:rPr>
              <a:t>=</a:t>
            </a:r>
            <a:r>
              <a:rPr lang="en-GB" sz="1400" i="1" dirty="0">
                <a:latin typeface="Times New Roman" pitchFamily="16" charset="0"/>
              </a:rPr>
              <a:t>+</a:t>
            </a:r>
            <a:r>
              <a:rPr lang="en-GB" sz="1400" dirty="0" smtClean="0">
                <a:latin typeface="Times New Roman" pitchFamily="16" charset="0"/>
              </a:rPr>
              <a:t>1</a:t>
            </a:r>
            <a:endParaRPr lang="en-GB" sz="1400" dirty="0">
              <a:latin typeface="Times New Roman" pitchFamily="16" charset="0"/>
            </a:endParaRPr>
          </a:p>
        </p:txBody>
      </p:sp>
      <p:sp>
        <p:nvSpPr>
          <p:cNvPr id="29" name="Line 10"/>
          <p:cNvSpPr>
            <a:spLocks noChangeShapeType="1"/>
          </p:cNvSpPr>
          <p:nvPr/>
        </p:nvSpPr>
        <p:spPr bwMode="auto">
          <a:xfrm flipV="1">
            <a:off x="820630" y="101368"/>
            <a:ext cx="7754" cy="3804756"/>
          </a:xfrm>
          <a:prstGeom prst="line">
            <a:avLst/>
          </a:prstGeom>
          <a:noFill/>
          <a:ln w="12600" cap="flat">
            <a:solidFill>
              <a:srgbClr val="000000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30" name="Rectangle 11"/>
          <p:cNvSpPr>
            <a:spLocks noChangeArrowheads="1"/>
          </p:cNvSpPr>
          <p:nvPr/>
        </p:nvSpPr>
        <p:spPr bwMode="auto">
          <a:xfrm>
            <a:off x="2539018" y="2189054"/>
            <a:ext cx="764390" cy="411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5527" tIns="42764" rIns="85527" bIns="42764">
            <a:spAutoFit/>
          </a:bodyPr>
          <a:lstStyle/>
          <a:p>
            <a:pPr algn="ctr" hangingPunct="1">
              <a:lnSpc>
                <a:spcPct val="100000"/>
              </a:lnSpc>
              <a:spcBef>
                <a:spcPts val="760"/>
              </a:spcBef>
              <a:tabLst>
                <a:tab pos="426935" algn="l"/>
                <a:tab pos="853868" algn="l"/>
              </a:tabLst>
            </a:pPr>
            <a:r>
              <a:rPr lang="en-GB" sz="1500" dirty="0">
                <a:solidFill>
                  <a:srgbClr val="FF0000"/>
                </a:solidFill>
                <a:latin typeface="Symbol" charset="2"/>
              </a:rPr>
              <a:t>  </a:t>
            </a:r>
            <a:r>
              <a:rPr lang="en-GB" sz="1500" dirty="0" smtClean="0">
                <a:solidFill>
                  <a:srgbClr val="0033CC"/>
                </a:solidFill>
                <a:latin typeface="Symbol" charset="2"/>
              </a:rPr>
              <a:t>s+</a:t>
            </a:r>
            <a:endParaRPr lang="en-GB" sz="1500" dirty="0">
              <a:solidFill>
                <a:srgbClr val="0033CC"/>
              </a:solidFill>
              <a:latin typeface="Symbol" charset="2"/>
            </a:endParaRPr>
          </a:p>
        </p:txBody>
      </p:sp>
      <p:sp>
        <p:nvSpPr>
          <p:cNvPr id="31" name="Rectangle 24"/>
          <p:cNvSpPr>
            <a:spLocks noChangeArrowheads="1"/>
          </p:cNvSpPr>
          <p:nvPr/>
        </p:nvSpPr>
        <p:spPr bwMode="auto">
          <a:xfrm>
            <a:off x="1862215" y="6228707"/>
            <a:ext cx="476995" cy="332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r>
              <a:rPr lang="en-GB" sz="1400" dirty="0" err="1">
                <a:latin typeface="Times New Roman" pitchFamily="16" charset="0"/>
              </a:rPr>
              <a:t>S</a:t>
            </a:r>
            <a:r>
              <a:rPr lang="en-GB" sz="1400" baseline="-25000" dirty="0" err="1">
                <a:latin typeface="Times New Roman" pitchFamily="16" charset="0"/>
              </a:rPr>
              <a:t>z</a:t>
            </a:r>
            <a:r>
              <a:rPr lang="en-GB" sz="1400" dirty="0">
                <a:latin typeface="Times New Roman" pitchFamily="16" charset="0"/>
              </a:rPr>
              <a:t>=0</a:t>
            </a:r>
          </a:p>
        </p:txBody>
      </p:sp>
      <p:sp>
        <p:nvSpPr>
          <p:cNvPr id="34" name="Rectangle 25"/>
          <p:cNvSpPr>
            <a:spLocks noChangeArrowheads="1"/>
          </p:cNvSpPr>
          <p:nvPr/>
        </p:nvSpPr>
        <p:spPr bwMode="auto">
          <a:xfrm>
            <a:off x="1215176" y="6228705"/>
            <a:ext cx="575079" cy="391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r>
              <a:rPr lang="en-GB" sz="1400" dirty="0" err="1" smtClean="0">
                <a:latin typeface="Times New Roman" pitchFamily="16" charset="0"/>
              </a:rPr>
              <a:t>S</a:t>
            </a:r>
            <a:r>
              <a:rPr lang="en-GB" sz="1400" baseline="-25000" dirty="0" err="1" smtClean="0">
                <a:latin typeface="Times New Roman" pitchFamily="16" charset="0"/>
              </a:rPr>
              <a:t>z</a:t>
            </a:r>
            <a:r>
              <a:rPr lang="en-GB" sz="1400" dirty="0" smtClean="0">
                <a:latin typeface="Times New Roman" pitchFamily="16" charset="0"/>
              </a:rPr>
              <a:t>=-1</a:t>
            </a:r>
            <a:endParaRPr lang="en-GB" sz="1400" dirty="0">
              <a:latin typeface="Times New Roman" pitchFamily="16" charset="0"/>
            </a:endParaRPr>
          </a:p>
        </p:txBody>
      </p:sp>
      <p:sp>
        <p:nvSpPr>
          <p:cNvPr id="35" name="ZoneTexte 34"/>
          <p:cNvSpPr txBox="1"/>
          <p:nvPr/>
        </p:nvSpPr>
        <p:spPr>
          <a:xfrm>
            <a:off x="361365" y="4956103"/>
            <a:ext cx="373820" cy="3989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fr-FR" sz="1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ZoneTexte 35"/>
          <p:cNvSpPr txBox="1"/>
          <p:nvPr/>
        </p:nvSpPr>
        <p:spPr>
          <a:xfrm>
            <a:off x="449641" y="5971315"/>
            <a:ext cx="274434" cy="3989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13"/>
          <p:cNvSpPr>
            <a:spLocks noChangeArrowheads="1"/>
          </p:cNvSpPr>
          <p:nvPr/>
        </p:nvSpPr>
        <p:spPr bwMode="auto">
          <a:xfrm rot="16200000">
            <a:off x="-522087" y="1909031"/>
            <a:ext cx="1272959" cy="301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5527" tIns="42764" rIns="85527" bIns="42764">
            <a:spAutoFit/>
          </a:bodyPr>
          <a:lstStyle/>
          <a:p>
            <a:pPr algn="ctr" hangingPunct="1">
              <a:lnSpc>
                <a:spcPct val="100000"/>
              </a:lnSpc>
              <a:tabLst>
                <a:tab pos="426935" algn="l"/>
                <a:tab pos="853868" algn="l"/>
              </a:tabLst>
            </a:pPr>
            <a:r>
              <a:rPr lang="en-GB" sz="1400" dirty="0" smtClean="0">
                <a:solidFill>
                  <a:srgbClr val="000000"/>
                </a:solidFill>
                <a:latin typeface="Times New Roman" pitchFamily="16" charset="0"/>
              </a:rPr>
              <a:t>X-Cr</a:t>
            </a:r>
            <a:endParaRPr lang="en-GB" sz="1400" dirty="0">
              <a:solidFill>
                <a:srgbClr val="000000"/>
              </a:solidFill>
              <a:latin typeface="Times New Roman" pitchFamily="16" charset="0"/>
            </a:endParaRPr>
          </a:p>
        </p:txBody>
      </p:sp>
      <p:sp>
        <p:nvSpPr>
          <p:cNvPr id="38" name="Rectangle 73"/>
          <p:cNvSpPr>
            <a:spLocks noChangeArrowheads="1"/>
          </p:cNvSpPr>
          <p:nvPr/>
        </p:nvSpPr>
        <p:spPr bwMode="auto">
          <a:xfrm rot="16200000">
            <a:off x="-522087" y="5396196"/>
            <a:ext cx="1272959" cy="301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5527" tIns="42764" rIns="85527" bIns="42764">
            <a:spAutoFit/>
          </a:bodyPr>
          <a:lstStyle/>
          <a:p>
            <a:pPr algn="ctr" hangingPunct="1">
              <a:lnSpc>
                <a:spcPct val="100000"/>
              </a:lnSpc>
              <a:tabLst>
                <a:tab pos="426935" algn="l"/>
                <a:tab pos="853868" algn="l"/>
              </a:tabLst>
            </a:pPr>
            <a:r>
              <a:rPr lang="en-GB" sz="1400" dirty="0">
                <a:solidFill>
                  <a:srgbClr val="000000"/>
                </a:solidFill>
                <a:latin typeface="Times New Roman" pitchFamily="16" charset="0"/>
              </a:rPr>
              <a:t>Cr</a:t>
            </a:r>
          </a:p>
        </p:txBody>
      </p:sp>
      <p:sp>
        <p:nvSpPr>
          <p:cNvPr id="39" name="Accolade ouvrante 38"/>
          <p:cNvSpPr/>
          <p:nvPr/>
        </p:nvSpPr>
        <p:spPr>
          <a:xfrm>
            <a:off x="207064" y="1128927"/>
            <a:ext cx="104208" cy="188123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ccolade ouvrante 39"/>
          <p:cNvSpPr/>
          <p:nvPr/>
        </p:nvSpPr>
        <p:spPr>
          <a:xfrm>
            <a:off x="193288" y="4956102"/>
            <a:ext cx="117983" cy="132081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2585340" y="2548394"/>
            <a:ext cx="220956" cy="1688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Connecteur droit avec flèche 44"/>
          <p:cNvCxnSpPr/>
          <p:nvPr/>
        </p:nvCxnSpPr>
        <p:spPr>
          <a:xfrm flipH="1">
            <a:off x="2004408" y="2452369"/>
            <a:ext cx="23214" cy="36378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Line 39"/>
          <p:cNvSpPr>
            <a:spLocks noChangeShapeType="1"/>
          </p:cNvSpPr>
          <p:nvPr/>
        </p:nvSpPr>
        <p:spPr bwMode="auto">
          <a:xfrm>
            <a:off x="747147" y="5170238"/>
            <a:ext cx="704408" cy="6766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48" name="Line 39"/>
          <p:cNvSpPr>
            <a:spLocks noChangeShapeType="1"/>
          </p:cNvSpPr>
          <p:nvPr/>
        </p:nvSpPr>
        <p:spPr bwMode="auto">
          <a:xfrm flipV="1">
            <a:off x="783717" y="6183580"/>
            <a:ext cx="1137763" cy="0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49" name="Rectangle 11"/>
          <p:cNvSpPr>
            <a:spLocks noChangeArrowheads="1"/>
          </p:cNvSpPr>
          <p:nvPr/>
        </p:nvSpPr>
        <p:spPr bwMode="auto">
          <a:xfrm>
            <a:off x="1921480" y="3699101"/>
            <a:ext cx="504056" cy="431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5527" tIns="42764" rIns="85527" bIns="42764">
            <a:spAutoFit/>
          </a:bodyPr>
          <a:lstStyle/>
          <a:p>
            <a:pPr algn="ctr" hangingPunct="1">
              <a:lnSpc>
                <a:spcPct val="100000"/>
              </a:lnSpc>
              <a:spcBef>
                <a:spcPts val="760"/>
              </a:spcBef>
              <a:tabLst>
                <a:tab pos="426935" algn="l"/>
                <a:tab pos="853868" algn="l"/>
              </a:tabLst>
            </a:pPr>
            <a:r>
              <a:rPr lang="en-GB" sz="1600" dirty="0">
                <a:latin typeface="Symbol" charset="2"/>
              </a:rPr>
              <a:t>  </a:t>
            </a:r>
            <a:r>
              <a:rPr lang="en-GB" sz="1600" dirty="0" err="1" smtClean="0">
                <a:latin typeface="Symbol" charset="2"/>
              </a:rPr>
              <a:t>p</a:t>
            </a:r>
            <a:r>
              <a:rPr lang="en-GB" sz="1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GB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Rectangle 11"/>
          <p:cNvSpPr>
            <a:spLocks noChangeArrowheads="1"/>
          </p:cNvSpPr>
          <p:nvPr/>
        </p:nvSpPr>
        <p:spPr bwMode="auto">
          <a:xfrm>
            <a:off x="1619672" y="3699101"/>
            <a:ext cx="504056" cy="431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5527" tIns="42764" rIns="85527" bIns="42764">
            <a:spAutoFit/>
          </a:bodyPr>
          <a:lstStyle/>
          <a:p>
            <a:pPr algn="ctr" hangingPunct="1">
              <a:lnSpc>
                <a:spcPct val="100000"/>
              </a:lnSpc>
              <a:spcBef>
                <a:spcPts val="760"/>
              </a:spcBef>
              <a:tabLst>
                <a:tab pos="426935" algn="l"/>
                <a:tab pos="853868" algn="l"/>
              </a:tabLst>
            </a:pPr>
            <a:r>
              <a:rPr lang="en-GB" sz="1600" dirty="0">
                <a:solidFill>
                  <a:srgbClr val="00B050"/>
                </a:solidFill>
                <a:latin typeface="Symbol" charset="2"/>
              </a:rPr>
              <a:t>  </a:t>
            </a:r>
            <a:r>
              <a:rPr lang="en-GB" sz="1600" dirty="0" err="1" smtClean="0">
                <a:latin typeface="Symbol" charset="2"/>
              </a:rPr>
              <a:t>p</a:t>
            </a:r>
            <a:r>
              <a:rPr lang="en-GB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GB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40"/>
          <p:cNvSpPr>
            <a:spLocks noChangeArrowheads="1"/>
          </p:cNvSpPr>
          <p:nvPr/>
        </p:nvSpPr>
        <p:spPr bwMode="auto">
          <a:xfrm>
            <a:off x="260894" y="2672407"/>
            <a:ext cx="533401" cy="431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pPr hangingPunct="1">
              <a:lnSpc>
                <a:spcPct val="100000"/>
              </a:lnSpc>
              <a:tabLst>
                <a:tab pos="426935" algn="l"/>
              </a:tabLst>
            </a:pPr>
            <a:r>
              <a:rPr lang="en-GB" sz="1600" dirty="0" smtClean="0">
                <a:solidFill>
                  <a:srgbClr val="000000"/>
                </a:solidFill>
              </a:rPr>
              <a:t>I±2&gt;</a:t>
            </a:r>
            <a:endParaRPr lang="en-GB" sz="1600" dirty="0">
              <a:solidFill>
                <a:srgbClr val="000000"/>
              </a:solidFill>
            </a:endParaRPr>
          </a:p>
        </p:txBody>
      </p:sp>
      <p:sp>
        <p:nvSpPr>
          <p:cNvPr id="53" name="Line 34"/>
          <p:cNvSpPr>
            <a:spLocks noChangeShapeType="1"/>
          </p:cNvSpPr>
          <p:nvPr/>
        </p:nvSpPr>
        <p:spPr bwMode="auto">
          <a:xfrm flipV="1">
            <a:off x="722363" y="2916827"/>
            <a:ext cx="183321" cy="0"/>
          </a:xfrm>
          <a:prstGeom prst="line">
            <a:avLst/>
          </a:prstGeom>
          <a:noFill/>
          <a:ln w="28440" cap="flat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54" name="Line 34"/>
          <p:cNvSpPr>
            <a:spLocks noChangeShapeType="1"/>
          </p:cNvSpPr>
          <p:nvPr/>
        </p:nvSpPr>
        <p:spPr bwMode="auto">
          <a:xfrm flipV="1">
            <a:off x="735262" y="6183580"/>
            <a:ext cx="190234" cy="0"/>
          </a:xfrm>
          <a:prstGeom prst="line">
            <a:avLst/>
          </a:prstGeom>
          <a:noFill/>
          <a:ln w="2844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cxnSp>
        <p:nvCxnSpPr>
          <p:cNvPr id="55" name="Connecteur droit avec flèche 54"/>
          <p:cNvCxnSpPr/>
          <p:nvPr/>
        </p:nvCxnSpPr>
        <p:spPr>
          <a:xfrm flipH="1">
            <a:off x="2104862" y="2395003"/>
            <a:ext cx="14968" cy="369524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Line 34"/>
          <p:cNvSpPr>
            <a:spLocks noChangeShapeType="1"/>
          </p:cNvSpPr>
          <p:nvPr/>
        </p:nvSpPr>
        <p:spPr bwMode="auto">
          <a:xfrm flipV="1">
            <a:off x="1993488" y="2916827"/>
            <a:ext cx="157792" cy="0"/>
          </a:xfrm>
          <a:prstGeom prst="line">
            <a:avLst/>
          </a:prstGeom>
          <a:noFill/>
          <a:ln w="28440" cap="flat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62" name="Line 39"/>
          <p:cNvSpPr>
            <a:spLocks noChangeShapeType="1"/>
          </p:cNvSpPr>
          <p:nvPr/>
        </p:nvSpPr>
        <p:spPr bwMode="auto">
          <a:xfrm>
            <a:off x="938942" y="2908733"/>
            <a:ext cx="1053860" cy="8093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63" name="Line 34"/>
          <p:cNvSpPr>
            <a:spLocks noChangeShapeType="1"/>
          </p:cNvSpPr>
          <p:nvPr/>
        </p:nvSpPr>
        <p:spPr bwMode="auto">
          <a:xfrm flipV="1">
            <a:off x="1500752" y="1737821"/>
            <a:ext cx="157792" cy="0"/>
          </a:xfrm>
          <a:prstGeom prst="line">
            <a:avLst/>
          </a:prstGeom>
          <a:noFill/>
          <a:ln w="28440" cap="flat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65" name="Line 34"/>
          <p:cNvSpPr>
            <a:spLocks noChangeShapeType="1"/>
          </p:cNvSpPr>
          <p:nvPr/>
        </p:nvSpPr>
        <p:spPr bwMode="auto">
          <a:xfrm flipV="1">
            <a:off x="2498256" y="1741401"/>
            <a:ext cx="157792" cy="0"/>
          </a:xfrm>
          <a:prstGeom prst="line">
            <a:avLst/>
          </a:prstGeom>
          <a:noFill/>
          <a:ln w="28440" cap="flat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67" name="Line 34"/>
          <p:cNvSpPr>
            <a:spLocks noChangeShapeType="1"/>
          </p:cNvSpPr>
          <p:nvPr/>
        </p:nvSpPr>
        <p:spPr bwMode="auto">
          <a:xfrm flipV="1">
            <a:off x="1500752" y="2069545"/>
            <a:ext cx="157792" cy="0"/>
          </a:xfrm>
          <a:prstGeom prst="line">
            <a:avLst/>
          </a:prstGeom>
          <a:noFill/>
          <a:ln w="28440" cap="flat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68" name="Line 34"/>
          <p:cNvSpPr>
            <a:spLocks noChangeShapeType="1"/>
          </p:cNvSpPr>
          <p:nvPr/>
        </p:nvSpPr>
        <p:spPr bwMode="auto">
          <a:xfrm flipV="1">
            <a:off x="2497544" y="2073666"/>
            <a:ext cx="157792" cy="0"/>
          </a:xfrm>
          <a:prstGeom prst="line">
            <a:avLst/>
          </a:prstGeom>
          <a:noFill/>
          <a:ln w="28440" cap="flat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69" name="Line 38"/>
          <p:cNvSpPr>
            <a:spLocks noChangeShapeType="1"/>
          </p:cNvSpPr>
          <p:nvPr/>
        </p:nvSpPr>
        <p:spPr bwMode="auto">
          <a:xfrm flipV="1">
            <a:off x="915436" y="1737821"/>
            <a:ext cx="587279" cy="1170913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70" name="Line 38"/>
          <p:cNvSpPr>
            <a:spLocks noChangeShapeType="1"/>
          </p:cNvSpPr>
          <p:nvPr/>
        </p:nvSpPr>
        <p:spPr bwMode="auto">
          <a:xfrm flipV="1">
            <a:off x="905684" y="2069545"/>
            <a:ext cx="615968" cy="839189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cxnSp>
        <p:nvCxnSpPr>
          <p:cNvPr id="32" name="Connecteur droit avec flèche 31"/>
          <p:cNvCxnSpPr/>
          <p:nvPr/>
        </p:nvCxnSpPr>
        <p:spPr>
          <a:xfrm flipH="1">
            <a:off x="2497570" y="1281891"/>
            <a:ext cx="34794" cy="3802729"/>
          </a:xfrm>
          <a:prstGeom prst="straightConnector1">
            <a:avLst/>
          </a:prstGeom>
          <a:ln>
            <a:solidFill>
              <a:srgbClr val="0066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/>
          <p:cNvCxnSpPr/>
          <p:nvPr/>
        </p:nvCxnSpPr>
        <p:spPr>
          <a:xfrm flipH="1">
            <a:off x="2606323" y="1671407"/>
            <a:ext cx="20300" cy="342044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Connecteur droit avec flèche 42"/>
          <p:cNvCxnSpPr/>
          <p:nvPr/>
        </p:nvCxnSpPr>
        <p:spPr>
          <a:xfrm>
            <a:off x="1521652" y="1295633"/>
            <a:ext cx="0" cy="378898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Connecteur droit avec flèche 45"/>
          <p:cNvCxnSpPr/>
          <p:nvPr/>
        </p:nvCxnSpPr>
        <p:spPr>
          <a:xfrm>
            <a:off x="1621649" y="1737821"/>
            <a:ext cx="0" cy="3346799"/>
          </a:xfrm>
          <a:prstGeom prst="straightConnector1">
            <a:avLst/>
          </a:prstGeom>
          <a:ln>
            <a:solidFill>
              <a:srgbClr val="00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utoShape 12"/>
          <p:cNvSpPr>
            <a:spLocks/>
          </p:cNvSpPr>
          <p:nvPr/>
        </p:nvSpPr>
        <p:spPr bwMode="auto">
          <a:xfrm>
            <a:off x="2563918" y="2548394"/>
            <a:ext cx="484757" cy="163227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0066CC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graphicFrame>
        <p:nvGraphicFramePr>
          <p:cNvPr id="90" name="Objet 8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1733242"/>
              </p:ext>
            </p:extLst>
          </p:nvPr>
        </p:nvGraphicFramePr>
        <p:xfrm>
          <a:off x="4017056" y="110037"/>
          <a:ext cx="857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4" name="Équation" r:id="rId3" imgW="571320" imgH="279360" progId="Equation.3">
                  <p:embed/>
                </p:oleObj>
              </mc:Choice>
              <mc:Fallback>
                <p:oleObj name="Équation" r:id="rId3" imgW="57132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7056" y="110037"/>
                        <a:ext cx="8572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Objet 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5015389"/>
              </p:ext>
            </p:extLst>
          </p:nvPr>
        </p:nvGraphicFramePr>
        <p:xfrm>
          <a:off x="5103344" y="975853"/>
          <a:ext cx="857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" name="Équation" r:id="rId5" imgW="571320" imgH="279360" progId="Equation.3">
                  <p:embed/>
                </p:oleObj>
              </mc:Choice>
              <mc:Fallback>
                <p:oleObj name="Équation" r:id="rId5" imgW="57132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3344" y="975853"/>
                        <a:ext cx="8572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t 9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0598305"/>
              </p:ext>
            </p:extLst>
          </p:nvPr>
        </p:nvGraphicFramePr>
        <p:xfrm>
          <a:off x="5230450" y="2124844"/>
          <a:ext cx="723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" name="Équation" r:id="rId7" imgW="482400" imgH="279360" progId="Equation.3">
                  <p:embed/>
                </p:oleObj>
              </mc:Choice>
              <mc:Fallback>
                <p:oleObj name="Équation" r:id="rId7" imgW="48240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0450" y="2124844"/>
                        <a:ext cx="723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" name="AutoShape 12"/>
          <p:cNvSpPr>
            <a:spLocks/>
          </p:cNvSpPr>
          <p:nvPr/>
        </p:nvSpPr>
        <p:spPr bwMode="auto">
          <a:xfrm>
            <a:off x="3367163" y="206727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0066CC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graphicFrame>
        <p:nvGraphicFramePr>
          <p:cNvPr id="94" name="Objet 9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0881601"/>
              </p:ext>
            </p:extLst>
          </p:nvPr>
        </p:nvGraphicFramePr>
        <p:xfrm>
          <a:off x="5217664" y="3336032"/>
          <a:ext cx="3238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" name="Équation" r:id="rId9" imgW="215640" imgH="253800" progId="Equation.3">
                  <p:embed/>
                </p:oleObj>
              </mc:Choice>
              <mc:Fallback>
                <p:oleObj name="Équation" r:id="rId9" imgW="2156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7664" y="3336032"/>
                        <a:ext cx="3238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5" name="Connecteur droit avec flèche 94"/>
          <p:cNvCxnSpPr/>
          <p:nvPr/>
        </p:nvCxnSpPr>
        <p:spPr>
          <a:xfrm>
            <a:off x="5516820" y="2613943"/>
            <a:ext cx="1" cy="72008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6" name="AutoShape 12"/>
          <p:cNvSpPr>
            <a:spLocks/>
          </p:cNvSpPr>
          <p:nvPr/>
        </p:nvSpPr>
        <p:spPr bwMode="auto">
          <a:xfrm>
            <a:off x="4277633" y="2876872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0066CC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97" name="ZoneTexte 78"/>
          <p:cNvSpPr txBox="1">
            <a:spLocks noChangeArrowheads="1"/>
          </p:cNvSpPr>
          <p:nvPr/>
        </p:nvSpPr>
        <p:spPr bwMode="auto">
          <a:xfrm>
            <a:off x="3449836" y="-48344"/>
            <a:ext cx="546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FR" sz="1400" dirty="0" smtClean="0">
                <a:solidFill>
                  <a:srgbClr val="0033CC"/>
                </a:solidFill>
                <a:latin typeface="Symbol" pitchFamily="18" charset="2"/>
                <a:cs typeface="Times New Roman" pitchFamily="18" charset="0"/>
              </a:rPr>
              <a:t>s</a:t>
            </a:r>
            <a:r>
              <a:rPr lang="fr-FR" sz="1400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fr-FR" sz="1400" dirty="0">
              <a:solidFill>
                <a:srgbClr val="00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8" name="ZoneTexte 78"/>
          <p:cNvSpPr txBox="1">
            <a:spLocks noChangeArrowheads="1"/>
          </p:cNvSpPr>
          <p:nvPr/>
        </p:nvSpPr>
        <p:spPr bwMode="auto">
          <a:xfrm>
            <a:off x="4389386" y="2615952"/>
            <a:ext cx="546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FR" sz="1400" dirty="0" smtClean="0">
                <a:solidFill>
                  <a:srgbClr val="0033CC"/>
                </a:solidFill>
                <a:latin typeface="Symbol" pitchFamily="18" charset="2"/>
                <a:cs typeface="Times New Roman" pitchFamily="18" charset="0"/>
              </a:rPr>
              <a:t>s</a:t>
            </a:r>
            <a:r>
              <a:rPr lang="fr-FR" sz="1400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fr-FR" sz="1400" dirty="0">
              <a:solidFill>
                <a:srgbClr val="00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9" name="ZoneTexte 98"/>
          <p:cNvSpPr txBox="1"/>
          <p:nvPr/>
        </p:nvSpPr>
        <p:spPr>
          <a:xfrm>
            <a:off x="5181474" y="383704"/>
            <a:ext cx="43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Symbol" panose="05050102010706020507" pitchFamily="18" charset="2"/>
              </a:rPr>
              <a:t>t</a:t>
            </a:r>
            <a:r>
              <a:rPr lang="fr-FR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ZoneTexte 99"/>
          <p:cNvSpPr txBox="1"/>
          <p:nvPr/>
        </p:nvSpPr>
        <p:spPr>
          <a:xfrm>
            <a:off x="5685530" y="1526540"/>
            <a:ext cx="769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>
                <a:latin typeface="Symbol" panose="05050102010706020507" pitchFamily="18" charset="2"/>
              </a:rPr>
              <a:t>t</a:t>
            </a:r>
            <a:r>
              <a:rPr lang="fr-FR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hCr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1" name="Objet 10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346869"/>
              </p:ext>
            </p:extLst>
          </p:nvPr>
        </p:nvGraphicFramePr>
        <p:xfrm>
          <a:off x="4029346" y="3336032"/>
          <a:ext cx="4381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" name="Équation" r:id="rId11" imgW="291960" imgH="253800" progId="Equation.3">
                  <p:embed/>
                </p:oleObj>
              </mc:Choice>
              <mc:Fallback>
                <p:oleObj name="Équation" r:id="rId11" imgW="29196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9346" y="3336032"/>
                        <a:ext cx="4381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2" name="Connecteur droit avec flèche 101"/>
          <p:cNvCxnSpPr/>
          <p:nvPr/>
        </p:nvCxnSpPr>
        <p:spPr>
          <a:xfrm>
            <a:off x="4245370" y="512063"/>
            <a:ext cx="0" cy="282196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3" name="AutoShape 12"/>
          <p:cNvSpPr>
            <a:spLocks/>
          </p:cNvSpPr>
          <p:nvPr/>
        </p:nvSpPr>
        <p:spPr bwMode="auto">
          <a:xfrm>
            <a:off x="5560813" y="2879625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0066CC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104" name="ZoneTexte 78"/>
          <p:cNvSpPr txBox="1">
            <a:spLocks noChangeArrowheads="1"/>
          </p:cNvSpPr>
          <p:nvPr/>
        </p:nvSpPr>
        <p:spPr bwMode="auto">
          <a:xfrm>
            <a:off x="5685530" y="2615952"/>
            <a:ext cx="546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FR" sz="1400" dirty="0" smtClean="0">
                <a:solidFill>
                  <a:srgbClr val="0033CC"/>
                </a:solidFill>
                <a:latin typeface="Symbol" pitchFamily="18" charset="2"/>
                <a:cs typeface="Times New Roman" pitchFamily="18" charset="0"/>
              </a:rPr>
              <a:t>s</a:t>
            </a:r>
            <a:r>
              <a:rPr lang="fr-FR" sz="1400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fr-FR" sz="1400" dirty="0">
              <a:solidFill>
                <a:srgbClr val="00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5" name="Freeform 88"/>
          <p:cNvSpPr>
            <a:spLocks/>
          </p:cNvSpPr>
          <p:nvPr/>
        </p:nvSpPr>
        <p:spPr bwMode="auto">
          <a:xfrm rot="2482895" flipH="1">
            <a:off x="4775854" y="588897"/>
            <a:ext cx="730753" cy="113492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9525">
            <a:solidFill>
              <a:srgbClr val="009900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" name="Freeform 88"/>
          <p:cNvSpPr>
            <a:spLocks/>
          </p:cNvSpPr>
          <p:nvPr/>
        </p:nvSpPr>
        <p:spPr bwMode="auto">
          <a:xfrm rot="13364611" flipH="1">
            <a:off x="4687188" y="741969"/>
            <a:ext cx="730753" cy="113492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9525">
            <a:solidFill>
              <a:srgbClr val="0099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" name="Freeform 88"/>
          <p:cNvSpPr>
            <a:spLocks/>
          </p:cNvSpPr>
          <p:nvPr/>
        </p:nvSpPr>
        <p:spPr bwMode="auto">
          <a:xfrm rot="5400000" flipH="1">
            <a:off x="5232884" y="1666795"/>
            <a:ext cx="730753" cy="113492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9525">
            <a:solidFill>
              <a:srgbClr val="009900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Freeform 88"/>
          <p:cNvSpPr>
            <a:spLocks/>
          </p:cNvSpPr>
          <p:nvPr/>
        </p:nvSpPr>
        <p:spPr bwMode="auto">
          <a:xfrm rot="16200000" flipH="1">
            <a:off x="5077792" y="1679235"/>
            <a:ext cx="730753" cy="113492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9525">
            <a:solidFill>
              <a:srgbClr val="0099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09" name="Objet 10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4486909"/>
              </p:ext>
            </p:extLst>
          </p:nvPr>
        </p:nvGraphicFramePr>
        <p:xfrm>
          <a:off x="8159169" y="3336032"/>
          <a:ext cx="3238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" name="Équation" r:id="rId13" imgW="215640" imgH="253800" progId="Equation.3">
                  <p:embed/>
                </p:oleObj>
              </mc:Choice>
              <mc:Fallback>
                <p:oleObj name="Équation" r:id="rId13" imgW="2156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9169" y="3336032"/>
                        <a:ext cx="3238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0" name="Connecteur droit avec flèche 109"/>
          <p:cNvCxnSpPr/>
          <p:nvPr/>
        </p:nvCxnSpPr>
        <p:spPr>
          <a:xfrm>
            <a:off x="8458325" y="2613943"/>
            <a:ext cx="1" cy="7200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1" name="ZoneTexte 110"/>
          <p:cNvSpPr txBox="1"/>
          <p:nvPr/>
        </p:nvSpPr>
        <p:spPr>
          <a:xfrm>
            <a:off x="8122979" y="383704"/>
            <a:ext cx="43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Symbol" panose="05050102010706020507" pitchFamily="18" charset="2"/>
              </a:rPr>
              <a:t>t</a:t>
            </a:r>
            <a:r>
              <a:rPr lang="fr-FR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ZoneTexte 111"/>
          <p:cNvSpPr txBox="1"/>
          <p:nvPr/>
        </p:nvSpPr>
        <p:spPr>
          <a:xfrm>
            <a:off x="8627035" y="1526540"/>
            <a:ext cx="769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>
                <a:latin typeface="Symbol" panose="05050102010706020507" pitchFamily="18" charset="2"/>
              </a:rPr>
              <a:t>t</a:t>
            </a:r>
            <a:r>
              <a:rPr lang="fr-FR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hCr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3" name="Objet 1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249763"/>
              </p:ext>
            </p:extLst>
          </p:nvPr>
        </p:nvGraphicFramePr>
        <p:xfrm>
          <a:off x="6970851" y="3336032"/>
          <a:ext cx="4381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0" name="Équation" r:id="rId14" imgW="291960" imgH="253800" progId="Equation.3">
                  <p:embed/>
                </p:oleObj>
              </mc:Choice>
              <mc:Fallback>
                <p:oleObj name="Équation" r:id="rId14" imgW="29196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0851" y="3336032"/>
                        <a:ext cx="4381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4" name="Connecteur droit avec flèche 113"/>
          <p:cNvCxnSpPr/>
          <p:nvPr/>
        </p:nvCxnSpPr>
        <p:spPr>
          <a:xfrm>
            <a:off x="7186875" y="512063"/>
            <a:ext cx="0" cy="282196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5" name="Freeform 88"/>
          <p:cNvSpPr>
            <a:spLocks/>
          </p:cNvSpPr>
          <p:nvPr/>
        </p:nvSpPr>
        <p:spPr bwMode="auto">
          <a:xfrm rot="2482895" flipH="1">
            <a:off x="7717359" y="588897"/>
            <a:ext cx="730753" cy="113492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9525">
            <a:solidFill>
              <a:srgbClr val="009900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Freeform 88"/>
          <p:cNvSpPr>
            <a:spLocks/>
          </p:cNvSpPr>
          <p:nvPr/>
        </p:nvSpPr>
        <p:spPr bwMode="auto">
          <a:xfrm rot="13364611" flipH="1">
            <a:off x="7628693" y="741969"/>
            <a:ext cx="730753" cy="113492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9525">
            <a:solidFill>
              <a:srgbClr val="0099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Freeform 88"/>
          <p:cNvSpPr>
            <a:spLocks/>
          </p:cNvSpPr>
          <p:nvPr/>
        </p:nvSpPr>
        <p:spPr bwMode="auto">
          <a:xfrm rot="5400000" flipH="1">
            <a:off x="8174389" y="1666795"/>
            <a:ext cx="730753" cy="113492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9525">
            <a:solidFill>
              <a:srgbClr val="009900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Freeform 88"/>
          <p:cNvSpPr>
            <a:spLocks/>
          </p:cNvSpPr>
          <p:nvPr/>
        </p:nvSpPr>
        <p:spPr bwMode="auto">
          <a:xfrm rot="16200000" flipH="1">
            <a:off x="8019297" y="1679235"/>
            <a:ext cx="730753" cy="113492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9525">
            <a:solidFill>
              <a:srgbClr val="0099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AutoShape 12"/>
          <p:cNvSpPr>
            <a:spLocks/>
          </p:cNvSpPr>
          <p:nvPr/>
        </p:nvSpPr>
        <p:spPr bwMode="auto">
          <a:xfrm>
            <a:off x="6319491" y="206727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FF000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120" name="ZoneTexte 78"/>
          <p:cNvSpPr txBox="1">
            <a:spLocks noChangeArrowheads="1"/>
          </p:cNvSpPr>
          <p:nvPr/>
        </p:nvSpPr>
        <p:spPr bwMode="auto">
          <a:xfrm>
            <a:off x="6474172" y="-64668"/>
            <a:ext cx="546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FR" sz="1400" dirty="0">
                <a:solidFill>
                  <a:srgbClr val="C00000"/>
                </a:solidFill>
                <a:latin typeface="Symbol" pitchFamily="18" charset="2"/>
                <a:cs typeface="Times New Roman" pitchFamily="18" charset="0"/>
              </a:rPr>
              <a:t>s</a:t>
            </a:r>
            <a:r>
              <a:rPr lang="fr-FR" sz="1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</a:p>
        </p:txBody>
      </p:sp>
      <p:sp>
        <p:nvSpPr>
          <p:cNvPr id="121" name="AutoShape 12"/>
          <p:cNvSpPr>
            <a:spLocks/>
          </p:cNvSpPr>
          <p:nvPr/>
        </p:nvSpPr>
        <p:spPr bwMode="auto">
          <a:xfrm>
            <a:off x="7255595" y="2947650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FF000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122" name="ZoneTexte 78"/>
          <p:cNvSpPr txBox="1">
            <a:spLocks noChangeArrowheads="1"/>
          </p:cNvSpPr>
          <p:nvPr/>
        </p:nvSpPr>
        <p:spPr bwMode="auto">
          <a:xfrm>
            <a:off x="7337847" y="2671192"/>
            <a:ext cx="546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FR" sz="1400" dirty="0">
                <a:solidFill>
                  <a:srgbClr val="C00000"/>
                </a:solidFill>
                <a:latin typeface="Symbol" pitchFamily="18" charset="2"/>
                <a:cs typeface="Times New Roman" pitchFamily="18" charset="0"/>
              </a:rPr>
              <a:t>s</a:t>
            </a:r>
            <a:r>
              <a:rPr lang="fr-FR" sz="1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</a:p>
        </p:txBody>
      </p:sp>
      <p:sp>
        <p:nvSpPr>
          <p:cNvPr id="123" name="AutoShape 12"/>
          <p:cNvSpPr>
            <a:spLocks/>
          </p:cNvSpPr>
          <p:nvPr/>
        </p:nvSpPr>
        <p:spPr bwMode="auto">
          <a:xfrm>
            <a:off x="8478608" y="2956527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FF000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124" name="ZoneTexte 78"/>
          <p:cNvSpPr txBox="1">
            <a:spLocks noChangeArrowheads="1"/>
          </p:cNvSpPr>
          <p:nvPr/>
        </p:nvSpPr>
        <p:spPr bwMode="auto">
          <a:xfrm>
            <a:off x="8613990" y="2671192"/>
            <a:ext cx="546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FR" sz="1400" dirty="0">
                <a:solidFill>
                  <a:srgbClr val="C00000"/>
                </a:solidFill>
                <a:latin typeface="Symbol" pitchFamily="18" charset="2"/>
                <a:cs typeface="Times New Roman" pitchFamily="18" charset="0"/>
              </a:rPr>
              <a:t>s</a:t>
            </a:r>
            <a:r>
              <a:rPr lang="fr-FR" sz="1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</a:p>
        </p:txBody>
      </p:sp>
      <p:graphicFrame>
        <p:nvGraphicFramePr>
          <p:cNvPr id="125" name="Objet 1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4911637"/>
              </p:ext>
            </p:extLst>
          </p:nvPr>
        </p:nvGraphicFramePr>
        <p:xfrm>
          <a:off x="6966321" y="104056"/>
          <a:ext cx="857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" name="Équation" r:id="rId16" imgW="571320" imgH="279360" progId="Equation.3">
                  <p:embed/>
                </p:oleObj>
              </mc:Choice>
              <mc:Fallback>
                <p:oleObj name="Équation" r:id="rId16" imgW="57132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6321" y="104056"/>
                        <a:ext cx="8572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Objet 1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639185"/>
              </p:ext>
            </p:extLst>
          </p:nvPr>
        </p:nvGraphicFramePr>
        <p:xfrm>
          <a:off x="7994069" y="996917"/>
          <a:ext cx="857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" name="Équation" r:id="rId18" imgW="571320" imgH="279360" progId="Equation.3">
                  <p:embed/>
                </p:oleObj>
              </mc:Choice>
              <mc:Fallback>
                <p:oleObj name="Équation" r:id="rId18" imgW="57132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4069" y="996917"/>
                        <a:ext cx="8572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" name="Objet 1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3019541"/>
              </p:ext>
            </p:extLst>
          </p:nvPr>
        </p:nvGraphicFramePr>
        <p:xfrm>
          <a:off x="8082735" y="2134185"/>
          <a:ext cx="7429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3" name="Équation" r:id="rId20" imgW="495000" imgH="279360" progId="Equation.3">
                  <p:embed/>
                </p:oleObj>
              </mc:Choice>
              <mc:Fallback>
                <p:oleObj name="Équation" r:id="rId20" imgW="49500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2735" y="2134185"/>
                        <a:ext cx="7429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9" name="Connecteur droit 128"/>
          <p:cNvCxnSpPr/>
          <p:nvPr/>
        </p:nvCxnSpPr>
        <p:spPr>
          <a:xfrm>
            <a:off x="6228184" y="104056"/>
            <a:ext cx="0" cy="66536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Connecteur droit 129"/>
          <p:cNvCxnSpPr/>
          <p:nvPr/>
        </p:nvCxnSpPr>
        <p:spPr>
          <a:xfrm flipH="1">
            <a:off x="3995936" y="3790146"/>
            <a:ext cx="48395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AutoShape 12"/>
          <p:cNvSpPr>
            <a:spLocks/>
          </p:cNvSpPr>
          <p:nvPr/>
        </p:nvSpPr>
        <p:spPr bwMode="auto">
          <a:xfrm>
            <a:off x="6588224" y="4163832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FF000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134" name="ZoneTexte 78"/>
          <p:cNvSpPr txBox="1">
            <a:spLocks noChangeArrowheads="1"/>
          </p:cNvSpPr>
          <p:nvPr/>
        </p:nvSpPr>
        <p:spPr bwMode="auto">
          <a:xfrm>
            <a:off x="6723606" y="3916288"/>
            <a:ext cx="546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FR" sz="1400" dirty="0">
                <a:solidFill>
                  <a:srgbClr val="C00000"/>
                </a:solidFill>
                <a:latin typeface="Symbol" pitchFamily="18" charset="2"/>
                <a:cs typeface="Times New Roman" pitchFamily="18" charset="0"/>
              </a:rPr>
              <a:t>s</a:t>
            </a:r>
            <a:r>
              <a:rPr lang="fr-FR" sz="1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</a:p>
        </p:txBody>
      </p:sp>
      <p:sp>
        <p:nvSpPr>
          <p:cNvPr id="135" name="ZoneTexte 134"/>
          <p:cNvSpPr txBox="1"/>
          <p:nvPr/>
        </p:nvSpPr>
        <p:spPr>
          <a:xfrm>
            <a:off x="7851747" y="4579062"/>
            <a:ext cx="769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>
                <a:latin typeface="Symbol" panose="05050102010706020507" pitchFamily="18" charset="2"/>
              </a:rPr>
              <a:t>t</a:t>
            </a:r>
            <a:r>
              <a:rPr lang="fr-FR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hCr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6" name="Objet 1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713188"/>
              </p:ext>
            </p:extLst>
          </p:nvPr>
        </p:nvGraphicFramePr>
        <p:xfrm>
          <a:off x="7556819" y="6432376"/>
          <a:ext cx="3238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" name="Équation" r:id="rId22" imgW="215640" imgH="253800" progId="Equation.3">
                  <p:embed/>
                </p:oleObj>
              </mc:Choice>
              <mc:Fallback>
                <p:oleObj name="Équation" r:id="rId22" imgW="2156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819" y="6432376"/>
                        <a:ext cx="3238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" name="AutoShape 12"/>
          <p:cNvSpPr>
            <a:spLocks/>
          </p:cNvSpPr>
          <p:nvPr/>
        </p:nvSpPr>
        <p:spPr bwMode="auto">
          <a:xfrm rot="5400000">
            <a:off x="7504953" y="5891710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00B050"/>
            </a:solidFill>
            <a:prstDash val="dash"/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138" name="ZoneTexte 137"/>
          <p:cNvSpPr txBox="1"/>
          <p:nvPr/>
        </p:nvSpPr>
        <p:spPr>
          <a:xfrm>
            <a:off x="7906955" y="5770008"/>
            <a:ext cx="769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>
                <a:latin typeface="Symbol" panose="05050102010706020507" pitchFamily="18" charset="2"/>
              </a:rPr>
              <a:t>t</a:t>
            </a:r>
            <a:r>
              <a:rPr lang="fr-FR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nr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Freeform 88"/>
          <p:cNvSpPr>
            <a:spLocks/>
          </p:cNvSpPr>
          <p:nvPr/>
        </p:nvSpPr>
        <p:spPr bwMode="auto">
          <a:xfrm rot="5400000" flipH="1">
            <a:off x="7417337" y="4752254"/>
            <a:ext cx="730753" cy="113492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9525">
            <a:solidFill>
              <a:srgbClr val="009900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" name="Freeform 88"/>
          <p:cNvSpPr>
            <a:spLocks/>
          </p:cNvSpPr>
          <p:nvPr/>
        </p:nvSpPr>
        <p:spPr bwMode="auto">
          <a:xfrm rot="16200000" flipH="1">
            <a:off x="7262245" y="4764694"/>
            <a:ext cx="730753" cy="113492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9525">
            <a:solidFill>
              <a:srgbClr val="0099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41" name="Objet 1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0056725"/>
              </p:ext>
            </p:extLst>
          </p:nvPr>
        </p:nvGraphicFramePr>
        <p:xfrm>
          <a:off x="7253937" y="4036963"/>
          <a:ext cx="857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5" name="Équation" r:id="rId24" imgW="571320" imgH="279360" progId="Equation.3">
                  <p:embed/>
                </p:oleObj>
              </mc:Choice>
              <mc:Fallback>
                <p:oleObj name="Équation" r:id="rId24" imgW="57132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3937" y="4036963"/>
                        <a:ext cx="8572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" name="Objet 1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2358150"/>
              </p:ext>
            </p:extLst>
          </p:nvPr>
        </p:nvGraphicFramePr>
        <p:xfrm>
          <a:off x="7385381" y="5190772"/>
          <a:ext cx="723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6" name="Équation" r:id="rId26" imgW="482400" imgH="279360" progId="Equation.3">
                  <p:embed/>
                </p:oleObj>
              </mc:Choice>
              <mc:Fallback>
                <p:oleObj name="Équation" r:id="rId26" imgW="48240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5381" y="5190772"/>
                        <a:ext cx="723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" name="AutoShape 12"/>
          <p:cNvSpPr>
            <a:spLocks/>
          </p:cNvSpPr>
          <p:nvPr/>
        </p:nvSpPr>
        <p:spPr bwMode="auto">
          <a:xfrm>
            <a:off x="3907607" y="4160478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0066CC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graphicFrame>
        <p:nvGraphicFramePr>
          <p:cNvPr id="144" name="Objet 1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7723343"/>
              </p:ext>
            </p:extLst>
          </p:nvPr>
        </p:nvGraphicFramePr>
        <p:xfrm>
          <a:off x="4582134" y="4025002"/>
          <a:ext cx="857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" name="Équation" r:id="rId28" imgW="571320" imgH="279360" progId="Equation.3">
                  <p:embed/>
                </p:oleObj>
              </mc:Choice>
              <mc:Fallback>
                <p:oleObj name="Équation" r:id="rId28" imgW="57132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2134" y="4025002"/>
                        <a:ext cx="8572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" name="ZoneTexte 78"/>
          <p:cNvSpPr txBox="1">
            <a:spLocks noChangeArrowheads="1"/>
          </p:cNvSpPr>
          <p:nvPr/>
        </p:nvSpPr>
        <p:spPr bwMode="auto">
          <a:xfrm>
            <a:off x="4036034" y="3916288"/>
            <a:ext cx="546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FR" sz="1400" dirty="0" smtClean="0">
                <a:solidFill>
                  <a:srgbClr val="0033CC"/>
                </a:solidFill>
                <a:latin typeface="Symbol" pitchFamily="18" charset="2"/>
                <a:cs typeface="Times New Roman" pitchFamily="18" charset="0"/>
              </a:rPr>
              <a:t>s</a:t>
            </a:r>
            <a:r>
              <a:rPr lang="fr-FR" sz="1400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fr-FR" sz="1400" dirty="0">
              <a:solidFill>
                <a:srgbClr val="00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46" name="Objet 1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6138411"/>
              </p:ext>
            </p:extLst>
          </p:nvPr>
        </p:nvGraphicFramePr>
        <p:xfrm>
          <a:off x="4728533" y="5242148"/>
          <a:ext cx="7429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8" name="Équation" r:id="rId30" imgW="495000" imgH="279360" progId="Equation.3">
                  <p:embed/>
                </p:oleObj>
              </mc:Choice>
              <mc:Fallback>
                <p:oleObj name="Équation" r:id="rId30" imgW="49500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8533" y="5242148"/>
                        <a:ext cx="7429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" name="ZoneTexte 146"/>
          <p:cNvSpPr txBox="1"/>
          <p:nvPr/>
        </p:nvSpPr>
        <p:spPr>
          <a:xfrm>
            <a:off x="5187451" y="4579062"/>
            <a:ext cx="769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>
                <a:latin typeface="Symbol" panose="05050102010706020507" pitchFamily="18" charset="2"/>
              </a:rPr>
              <a:t>t</a:t>
            </a:r>
            <a:r>
              <a:rPr lang="fr-FR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hCr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8" name="Objet 1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133852"/>
              </p:ext>
            </p:extLst>
          </p:nvPr>
        </p:nvGraphicFramePr>
        <p:xfrm>
          <a:off x="4892523" y="6432376"/>
          <a:ext cx="3238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" name="Équation" r:id="rId32" imgW="215640" imgH="253800" progId="Equation.3">
                  <p:embed/>
                </p:oleObj>
              </mc:Choice>
              <mc:Fallback>
                <p:oleObj name="Équation" r:id="rId32" imgW="2156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2523" y="6432376"/>
                        <a:ext cx="3238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" name="AutoShape 12"/>
          <p:cNvSpPr>
            <a:spLocks/>
          </p:cNvSpPr>
          <p:nvPr/>
        </p:nvSpPr>
        <p:spPr bwMode="auto">
          <a:xfrm rot="5400000">
            <a:off x="4840657" y="5891710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00B050"/>
            </a:solidFill>
            <a:prstDash val="dash"/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150" name="ZoneTexte 149"/>
          <p:cNvSpPr txBox="1"/>
          <p:nvPr/>
        </p:nvSpPr>
        <p:spPr>
          <a:xfrm>
            <a:off x="5242659" y="5770008"/>
            <a:ext cx="769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>
                <a:latin typeface="Symbol" panose="05050102010706020507" pitchFamily="18" charset="2"/>
              </a:rPr>
              <a:t>t</a:t>
            </a:r>
            <a:r>
              <a:rPr lang="fr-FR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nr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Freeform 88"/>
          <p:cNvSpPr>
            <a:spLocks/>
          </p:cNvSpPr>
          <p:nvPr/>
        </p:nvSpPr>
        <p:spPr bwMode="auto">
          <a:xfrm rot="5400000" flipH="1">
            <a:off x="4753041" y="4752254"/>
            <a:ext cx="730753" cy="113492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9525">
            <a:solidFill>
              <a:srgbClr val="009900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2" name="Freeform 88"/>
          <p:cNvSpPr>
            <a:spLocks/>
          </p:cNvSpPr>
          <p:nvPr/>
        </p:nvSpPr>
        <p:spPr bwMode="auto">
          <a:xfrm rot="16200000" flipH="1">
            <a:off x="4597949" y="4764694"/>
            <a:ext cx="730753" cy="113492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9525">
            <a:solidFill>
              <a:srgbClr val="0099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089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8129185"/>
              </p:ext>
            </p:extLst>
          </p:nvPr>
        </p:nvGraphicFramePr>
        <p:xfrm>
          <a:off x="795995" y="1427141"/>
          <a:ext cx="857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2" name="Équation" r:id="rId3" imgW="571320" imgH="279360" progId="Equation.3">
                  <p:embed/>
                </p:oleObj>
              </mc:Choice>
              <mc:Fallback>
                <p:oleObj name="Équation" r:id="rId3" imgW="57132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995" y="1427141"/>
                        <a:ext cx="8572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5927716"/>
              </p:ext>
            </p:extLst>
          </p:nvPr>
        </p:nvGraphicFramePr>
        <p:xfrm>
          <a:off x="1882283" y="2292957"/>
          <a:ext cx="857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3" name="Équation" r:id="rId5" imgW="571320" imgH="279360" progId="Equation.3">
                  <p:embed/>
                </p:oleObj>
              </mc:Choice>
              <mc:Fallback>
                <p:oleObj name="Équation" r:id="rId5" imgW="57132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2283" y="2292957"/>
                        <a:ext cx="8572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4739843"/>
              </p:ext>
            </p:extLst>
          </p:nvPr>
        </p:nvGraphicFramePr>
        <p:xfrm>
          <a:off x="2009389" y="3441948"/>
          <a:ext cx="723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4" name="Équation" r:id="rId7" imgW="482400" imgH="279360" progId="Equation.3">
                  <p:embed/>
                </p:oleObj>
              </mc:Choice>
              <mc:Fallback>
                <p:oleObj name="Équation" r:id="rId7" imgW="48240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9389" y="3441948"/>
                        <a:ext cx="723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AutoShape 12"/>
          <p:cNvSpPr>
            <a:spLocks/>
          </p:cNvSpPr>
          <p:nvPr/>
        </p:nvSpPr>
        <p:spPr bwMode="auto">
          <a:xfrm>
            <a:off x="107504" y="1540276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0066CC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graphicFrame>
        <p:nvGraphicFramePr>
          <p:cNvPr id="8" name="Obje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4246821"/>
              </p:ext>
            </p:extLst>
          </p:nvPr>
        </p:nvGraphicFramePr>
        <p:xfrm>
          <a:off x="1996603" y="4653136"/>
          <a:ext cx="3238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5" name="Équation" r:id="rId9" imgW="215640" imgH="253800" progId="Equation.3">
                  <p:embed/>
                </p:oleObj>
              </mc:Choice>
              <mc:Fallback>
                <p:oleObj name="Équation" r:id="rId9" imgW="2156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6603" y="4653136"/>
                        <a:ext cx="3238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Connecteur droit avec flèche 8"/>
          <p:cNvCxnSpPr/>
          <p:nvPr/>
        </p:nvCxnSpPr>
        <p:spPr>
          <a:xfrm>
            <a:off x="2295759" y="3931047"/>
            <a:ext cx="1" cy="72008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AutoShape 12"/>
          <p:cNvSpPr>
            <a:spLocks/>
          </p:cNvSpPr>
          <p:nvPr/>
        </p:nvSpPr>
        <p:spPr bwMode="auto">
          <a:xfrm>
            <a:off x="1056572" y="4193976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0066CC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21" name="ZoneTexte 78"/>
          <p:cNvSpPr txBox="1">
            <a:spLocks noChangeArrowheads="1"/>
          </p:cNvSpPr>
          <p:nvPr/>
        </p:nvSpPr>
        <p:spPr bwMode="auto">
          <a:xfrm>
            <a:off x="262185" y="1268760"/>
            <a:ext cx="546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FR" sz="1400" dirty="0" smtClean="0">
                <a:solidFill>
                  <a:srgbClr val="0033CC"/>
                </a:solidFill>
                <a:latin typeface="Symbol" pitchFamily="18" charset="2"/>
                <a:cs typeface="Times New Roman" pitchFamily="18" charset="0"/>
              </a:rPr>
              <a:t>s</a:t>
            </a:r>
            <a:r>
              <a:rPr lang="fr-FR" sz="1400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fr-FR" sz="1400" dirty="0">
              <a:solidFill>
                <a:srgbClr val="00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ZoneTexte 78"/>
          <p:cNvSpPr txBox="1">
            <a:spLocks noChangeArrowheads="1"/>
          </p:cNvSpPr>
          <p:nvPr/>
        </p:nvSpPr>
        <p:spPr bwMode="auto">
          <a:xfrm>
            <a:off x="1168325" y="3933056"/>
            <a:ext cx="546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FR" sz="1400" dirty="0" smtClean="0">
                <a:solidFill>
                  <a:srgbClr val="0033CC"/>
                </a:solidFill>
                <a:latin typeface="Symbol" pitchFamily="18" charset="2"/>
                <a:cs typeface="Times New Roman" pitchFamily="18" charset="0"/>
              </a:rPr>
              <a:t>s</a:t>
            </a:r>
            <a:r>
              <a:rPr lang="fr-FR" sz="1400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fr-FR" sz="1400" dirty="0">
              <a:solidFill>
                <a:srgbClr val="00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1960413" y="1700808"/>
            <a:ext cx="43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Symbol" panose="05050102010706020507" pitchFamily="18" charset="2"/>
              </a:rPr>
              <a:t>t</a:t>
            </a:r>
            <a:r>
              <a:rPr lang="fr-FR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ZoneTexte 26"/>
          <p:cNvSpPr txBox="1"/>
          <p:nvPr/>
        </p:nvSpPr>
        <p:spPr>
          <a:xfrm>
            <a:off x="2464469" y="2843644"/>
            <a:ext cx="769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>
                <a:latin typeface="Symbol" panose="05050102010706020507" pitchFamily="18" charset="2"/>
              </a:rPr>
              <a:t>t</a:t>
            </a:r>
            <a:r>
              <a:rPr lang="fr-FR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hCr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9" name="Obje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3010232"/>
              </p:ext>
            </p:extLst>
          </p:nvPr>
        </p:nvGraphicFramePr>
        <p:xfrm>
          <a:off x="808285" y="4653136"/>
          <a:ext cx="4381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6" name="Équation" r:id="rId11" imgW="291960" imgH="253800" progId="Equation.3">
                  <p:embed/>
                </p:oleObj>
              </mc:Choice>
              <mc:Fallback>
                <p:oleObj name="Équation" r:id="rId11" imgW="29196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285" y="4653136"/>
                        <a:ext cx="4381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0" name="Connecteur droit avec flèche 29"/>
          <p:cNvCxnSpPr/>
          <p:nvPr/>
        </p:nvCxnSpPr>
        <p:spPr>
          <a:xfrm>
            <a:off x="1024309" y="1829167"/>
            <a:ext cx="0" cy="282196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AutoShape 12"/>
          <p:cNvSpPr>
            <a:spLocks/>
          </p:cNvSpPr>
          <p:nvPr/>
        </p:nvSpPr>
        <p:spPr bwMode="auto">
          <a:xfrm>
            <a:off x="2339752" y="4196729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0066CC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37" name="ZoneTexte 78"/>
          <p:cNvSpPr txBox="1">
            <a:spLocks noChangeArrowheads="1"/>
          </p:cNvSpPr>
          <p:nvPr/>
        </p:nvSpPr>
        <p:spPr bwMode="auto">
          <a:xfrm>
            <a:off x="2464469" y="3933056"/>
            <a:ext cx="546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FR" sz="1400" dirty="0" smtClean="0">
                <a:solidFill>
                  <a:srgbClr val="0033CC"/>
                </a:solidFill>
                <a:latin typeface="Symbol" pitchFamily="18" charset="2"/>
                <a:cs typeface="Times New Roman" pitchFamily="18" charset="0"/>
              </a:rPr>
              <a:t>s</a:t>
            </a:r>
            <a:r>
              <a:rPr lang="fr-FR" sz="1400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fr-FR" sz="1400" dirty="0">
              <a:solidFill>
                <a:srgbClr val="00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Freeform 88"/>
          <p:cNvSpPr>
            <a:spLocks/>
          </p:cNvSpPr>
          <p:nvPr/>
        </p:nvSpPr>
        <p:spPr bwMode="auto">
          <a:xfrm rot="2482895" flipH="1">
            <a:off x="1554793" y="1906001"/>
            <a:ext cx="730753" cy="113492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9525">
            <a:solidFill>
              <a:srgbClr val="009900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Freeform 88"/>
          <p:cNvSpPr>
            <a:spLocks/>
          </p:cNvSpPr>
          <p:nvPr/>
        </p:nvSpPr>
        <p:spPr bwMode="auto">
          <a:xfrm rot="13364611" flipH="1">
            <a:off x="1466127" y="2059073"/>
            <a:ext cx="730753" cy="113492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9525">
            <a:solidFill>
              <a:srgbClr val="0099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Freeform 88"/>
          <p:cNvSpPr>
            <a:spLocks/>
          </p:cNvSpPr>
          <p:nvPr/>
        </p:nvSpPr>
        <p:spPr bwMode="auto">
          <a:xfrm rot="5400000" flipH="1">
            <a:off x="2011823" y="2983899"/>
            <a:ext cx="730753" cy="113492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9525">
            <a:solidFill>
              <a:srgbClr val="009900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Freeform 88"/>
          <p:cNvSpPr>
            <a:spLocks/>
          </p:cNvSpPr>
          <p:nvPr/>
        </p:nvSpPr>
        <p:spPr bwMode="auto">
          <a:xfrm rot="16200000" flipH="1">
            <a:off x="1856731" y="2996339"/>
            <a:ext cx="730753" cy="113492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9525">
            <a:solidFill>
              <a:srgbClr val="0099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8" name="Obje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5432269"/>
              </p:ext>
            </p:extLst>
          </p:nvPr>
        </p:nvGraphicFramePr>
        <p:xfrm>
          <a:off x="5206841" y="4653136"/>
          <a:ext cx="3238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7" name="Équation" r:id="rId13" imgW="215640" imgH="253800" progId="Equation.3">
                  <p:embed/>
                </p:oleObj>
              </mc:Choice>
              <mc:Fallback>
                <p:oleObj name="Équation" r:id="rId13" imgW="2156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6841" y="4653136"/>
                        <a:ext cx="3238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9" name="Connecteur droit avec flèche 48"/>
          <p:cNvCxnSpPr/>
          <p:nvPr/>
        </p:nvCxnSpPr>
        <p:spPr>
          <a:xfrm>
            <a:off x="5505997" y="3931047"/>
            <a:ext cx="1" cy="7200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3" name="ZoneTexte 52"/>
          <p:cNvSpPr txBox="1"/>
          <p:nvPr/>
        </p:nvSpPr>
        <p:spPr>
          <a:xfrm>
            <a:off x="5170651" y="1700808"/>
            <a:ext cx="43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Symbol" panose="05050102010706020507" pitchFamily="18" charset="2"/>
              </a:rPr>
              <a:t>t</a:t>
            </a:r>
            <a:r>
              <a:rPr lang="fr-FR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ZoneTexte 53"/>
          <p:cNvSpPr txBox="1"/>
          <p:nvPr/>
        </p:nvSpPr>
        <p:spPr>
          <a:xfrm>
            <a:off x="5674707" y="2843644"/>
            <a:ext cx="769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>
                <a:latin typeface="Symbol" panose="05050102010706020507" pitchFamily="18" charset="2"/>
              </a:rPr>
              <a:t>t</a:t>
            </a:r>
            <a:r>
              <a:rPr lang="fr-FR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hCr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5" name="Obje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4743240"/>
              </p:ext>
            </p:extLst>
          </p:nvPr>
        </p:nvGraphicFramePr>
        <p:xfrm>
          <a:off x="4018523" y="4653136"/>
          <a:ext cx="4381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8" name="Équation" r:id="rId14" imgW="291960" imgH="253800" progId="Equation.3">
                  <p:embed/>
                </p:oleObj>
              </mc:Choice>
              <mc:Fallback>
                <p:oleObj name="Équation" r:id="rId14" imgW="29196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8523" y="4653136"/>
                        <a:ext cx="4381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6" name="Connecteur droit avec flèche 55"/>
          <p:cNvCxnSpPr/>
          <p:nvPr/>
        </p:nvCxnSpPr>
        <p:spPr>
          <a:xfrm>
            <a:off x="4234547" y="1829167"/>
            <a:ext cx="0" cy="282196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9" name="Freeform 88"/>
          <p:cNvSpPr>
            <a:spLocks/>
          </p:cNvSpPr>
          <p:nvPr/>
        </p:nvSpPr>
        <p:spPr bwMode="auto">
          <a:xfrm rot="2482895" flipH="1">
            <a:off x="4765031" y="1906001"/>
            <a:ext cx="730753" cy="113492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9525">
            <a:solidFill>
              <a:srgbClr val="009900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Freeform 88"/>
          <p:cNvSpPr>
            <a:spLocks/>
          </p:cNvSpPr>
          <p:nvPr/>
        </p:nvSpPr>
        <p:spPr bwMode="auto">
          <a:xfrm rot="13364611" flipH="1">
            <a:off x="4676365" y="2059073"/>
            <a:ext cx="730753" cy="113492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9525">
            <a:solidFill>
              <a:srgbClr val="0099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Freeform 88"/>
          <p:cNvSpPr>
            <a:spLocks/>
          </p:cNvSpPr>
          <p:nvPr/>
        </p:nvSpPr>
        <p:spPr bwMode="auto">
          <a:xfrm rot="5400000" flipH="1">
            <a:off x="5222061" y="2983899"/>
            <a:ext cx="730753" cy="113492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9525">
            <a:solidFill>
              <a:srgbClr val="009900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Freeform 88"/>
          <p:cNvSpPr>
            <a:spLocks/>
          </p:cNvSpPr>
          <p:nvPr/>
        </p:nvSpPr>
        <p:spPr bwMode="auto">
          <a:xfrm rot="16200000" flipH="1">
            <a:off x="5066969" y="2996339"/>
            <a:ext cx="730753" cy="113492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9525">
            <a:solidFill>
              <a:srgbClr val="0099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" name="AutoShape 12"/>
          <p:cNvSpPr>
            <a:spLocks/>
          </p:cNvSpPr>
          <p:nvPr/>
        </p:nvSpPr>
        <p:spPr bwMode="auto">
          <a:xfrm>
            <a:off x="3386462" y="1574879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FF000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64" name="ZoneTexte 78"/>
          <p:cNvSpPr txBox="1">
            <a:spLocks noChangeArrowheads="1"/>
          </p:cNvSpPr>
          <p:nvPr/>
        </p:nvSpPr>
        <p:spPr bwMode="auto">
          <a:xfrm>
            <a:off x="3521844" y="1252436"/>
            <a:ext cx="546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FR" sz="1400" dirty="0">
                <a:solidFill>
                  <a:srgbClr val="C00000"/>
                </a:solidFill>
                <a:latin typeface="Symbol" pitchFamily="18" charset="2"/>
                <a:cs typeface="Times New Roman" pitchFamily="18" charset="0"/>
              </a:rPr>
              <a:t>s</a:t>
            </a:r>
            <a:r>
              <a:rPr lang="fr-FR" sz="1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</a:p>
        </p:txBody>
      </p:sp>
      <p:sp>
        <p:nvSpPr>
          <p:cNvPr id="65" name="AutoShape 12"/>
          <p:cNvSpPr>
            <a:spLocks/>
          </p:cNvSpPr>
          <p:nvPr/>
        </p:nvSpPr>
        <p:spPr bwMode="auto">
          <a:xfrm>
            <a:off x="4250137" y="4264754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FF000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66" name="ZoneTexte 78"/>
          <p:cNvSpPr txBox="1">
            <a:spLocks noChangeArrowheads="1"/>
          </p:cNvSpPr>
          <p:nvPr/>
        </p:nvSpPr>
        <p:spPr bwMode="auto">
          <a:xfrm>
            <a:off x="4385519" y="3988296"/>
            <a:ext cx="546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FR" sz="1400" dirty="0">
                <a:solidFill>
                  <a:srgbClr val="C00000"/>
                </a:solidFill>
                <a:latin typeface="Symbol" pitchFamily="18" charset="2"/>
                <a:cs typeface="Times New Roman" pitchFamily="18" charset="0"/>
              </a:rPr>
              <a:t>s</a:t>
            </a:r>
            <a:r>
              <a:rPr lang="fr-FR" sz="1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</a:p>
        </p:txBody>
      </p:sp>
      <p:sp>
        <p:nvSpPr>
          <p:cNvPr id="67" name="AutoShape 12"/>
          <p:cNvSpPr>
            <a:spLocks/>
          </p:cNvSpPr>
          <p:nvPr/>
        </p:nvSpPr>
        <p:spPr bwMode="auto">
          <a:xfrm>
            <a:off x="5526280" y="4273631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FF000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68" name="ZoneTexte 78"/>
          <p:cNvSpPr txBox="1">
            <a:spLocks noChangeArrowheads="1"/>
          </p:cNvSpPr>
          <p:nvPr/>
        </p:nvSpPr>
        <p:spPr bwMode="auto">
          <a:xfrm>
            <a:off x="5661662" y="3988296"/>
            <a:ext cx="546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FR" sz="1400" dirty="0">
                <a:solidFill>
                  <a:srgbClr val="C00000"/>
                </a:solidFill>
                <a:latin typeface="Symbol" pitchFamily="18" charset="2"/>
                <a:cs typeface="Times New Roman" pitchFamily="18" charset="0"/>
              </a:rPr>
              <a:t>s</a:t>
            </a:r>
            <a:r>
              <a:rPr lang="fr-FR" sz="1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</a:p>
        </p:txBody>
      </p:sp>
      <p:graphicFrame>
        <p:nvGraphicFramePr>
          <p:cNvPr id="69" name="Objet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1912483"/>
              </p:ext>
            </p:extLst>
          </p:nvPr>
        </p:nvGraphicFramePr>
        <p:xfrm>
          <a:off x="4013993" y="1421160"/>
          <a:ext cx="857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9" name="Équation" r:id="rId15" imgW="571320" imgH="279360" progId="Equation.3">
                  <p:embed/>
                </p:oleObj>
              </mc:Choice>
              <mc:Fallback>
                <p:oleObj name="Équation" r:id="rId15" imgW="571320" imgH="279360" progId="Equation.3">
                  <p:embed/>
                  <p:pic>
                    <p:nvPicPr>
                      <p:cNvPr id="0" name="Obje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3993" y="1421160"/>
                        <a:ext cx="8572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9455795"/>
              </p:ext>
            </p:extLst>
          </p:nvPr>
        </p:nvGraphicFramePr>
        <p:xfrm>
          <a:off x="5041741" y="2314021"/>
          <a:ext cx="857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0" name="Équation" r:id="rId17" imgW="571320" imgH="279360" progId="Equation.3">
                  <p:embed/>
                </p:oleObj>
              </mc:Choice>
              <mc:Fallback>
                <p:oleObj name="Équation" r:id="rId17" imgW="571320" imgH="279360" progId="Equation.3">
                  <p:embed/>
                  <p:pic>
                    <p:nvPicPr>
                      <p:cNvPr id="0" name="Obje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1741" y="2314021"/>
                        <a:ext cx="8572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t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9041559"/>
              </p:ext>
            </p:extLst>
          </p:nvPr>
        </p:nvGraphicFramePr>
        <p:xfrm>
          <a:off x="5130407" y="3451289"/>
          <a:ext cx="7429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" name="Équation" r:id="rId19" imgW="495000" imgH="279360" progId="Equation.3">
                  <p:embed/>
                </p:oleObj>
              </mc:Choice>
              <mc:Fallback>
                <p:oleObj name="Équation" r:id="rId19" imgW="495000" imgH="279360" progId="Equation.3">
                  <p:embed/>
                  <p:pic>
                    <p:nvPicPr>
                      <p:cNvPr id="0" name="Obje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0407" y="3451289"/>
                        <a:ext cx="7429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0197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2"/>
          <p:cNvSpPr>
            <a:spLocks/>
          </p:cNvSpPr>
          <p:nvPr/>
        </p:nvSpPr>
        <p:spPr bwMode="auto">
          <a:xfrm>
            <a:off x="1809241" y="1640198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0066CC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graphicFrame>
        <p:nvGraphicFramePr>
          <p:cNvPr id="6" name="Obje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665822"/>
              </p:ext>
            </p:extLst>
          </p:nvPr>
        </p:nvGraphicFramePr>
        <p:xfrm>
          <a:off x="2483768" y="1504722"/>
          <a:ext cx="857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6" name="Équation" r:id="rId3" imgW="571320" imgH="279360" progId="Equation.3">
                  <p:embed/>
                </p:oleObj>
              </mc:Choice>
              <mc:Fallback>
                <p:oleObj name="Équation" r:id="rId3" imgW="57132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1504722"/>
                        <a:ext cx="8572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AutoShape 12"/>
          <p:cNvSpPr>
            <a:spLocks/>
          </p:cNvSpPr>
          <p:nvPr/>
        </p:nvSpPr>
        <p:spPr bwMode="auto">
          <a:xfrm>
            <a:off x="4067944" y="1643552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FF000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8" name="ZoneTexte 78"/>
          <p:cNvSpPr txBox="1">
            <a:spLocks noChangeArrowheads="1"/>
          </p:cNvSpPr>
          <p:nvPr/>
        </p:nvSpPr>
        <p:spPr bwMode="auto">
          <a:xfrm>
            <a:off x="4203326" y="1396008"/>
            <a:ext cx="546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FR" sz="1400" dirty="0">
                <a:solidFill>
                  <a:srgbClr val="C00000"/>
                </a:solidFill>
                <a:latin typeface="Symbol" pitchFamily="18" charset="2"/>
                <a:cs typeface="Times New Roman" pitchFamily="18" charset="0"/>
              </a:rPr>
              <a:t>s</a:t>
            </a:r>
            <a:r>
              <a:rPr lang="fr-FR" sz="1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</a:p>
        </p:txBody>
      </p:sp>
      <p:sp>
        <p:nvSpPr>
          <p:cNvPr id="9" name="ZoneTexte 78"/>
          <p:cNvSpPr txBox="1">
            <a:spLocks noChangeArrowheads="1"/>
          </p:cNvSpPr>
          <p:nvPr/>
        </p:nvSpPr>
        <p:spPr bwMode="auto">
          <a:xfrm>
            <a:off x="1937668" y="1396008"/>
            <a:ext cx="546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FR" sz="1400" dirty="0" smtClean="0">
                <a:solidFill>
                  <a:srgbClr val="0033CC"/>
                </a:solidFill>
                <a:latin typeface="Symbol" pitchFamily="18" charset="2"/>
                <a:cs typeface="Times New Roman" pitchFamily="18" charset="0"/>
              </a:rPr>
              <a:t>s</a:t>
            </a:r>
            <a:r>
              <a:rPr lang="fr-FR" sz="1400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fr-FR" sz="1400" dirty="0">
              <a:solidFill>
                <a:srgbClr val="00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6" name="Obje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5648870"/>
              </p:ext>
            </p:extLst>
          </p:nvPr>
        </p:nvGraphicFramePr>
        <p:xfrm>
          <a:off x="2630167" y="2721868"/>
          <a:ext cx="7429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7" name="Équation" r:id="rId5" imgW="495000" imgH="279360" progId="Equation.3">
                  <p:embed/>
                </p:oleObj>
              </mc:Choice>
              <mc:Fallback>
                <p:oleObj name="Équation" r:id="rId5" imgW="49500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0167" y="2721868"/>
                        <a:ext cx="7429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ZoneTexte 17"/>
          <p:cNvSpPr txBox="1"/>
          <p:nvPr/>
        </p:nvSpPr>
        <p:spPr>
          <a:xfrm>
            <a:off x="3089085" y="2058782"/>
            <a:ext cx="769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>
                <a:latin typeface="Symbol" panose="05050102010706020507" pitchFamily="18" charset="2"/>
              </a:rPr>
              <a:t>t</a:t>
            </a:r>
            <a:r>
              <a:rPr lang="fr-FR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hCr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Obje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3596369"/>
              </p:ext>
            </p:extLst>
          </p:nvPr>
        </p:nvGraphicFramePr>
        <p:xfrm>
          <a:off x="2794157" y="3912096"/>
          <a:ext cx="3238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8" name="Équation" r:id="rId7" imgW="215640" imgH="253800" progId="Equation.3">
                  <p:embed/>
                </p:oleObj>
              </mc:Choice>
              <mc:Fallback>
                <p:oleObj name="Équation" r:id="rId7" imgW="2156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157" y="3912096"/>
                        <a:ext cx="3238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AutoShape 12"/>
          <p:cNvSpPr>
            <a:spLocks/>
          </p:cNvSpPr>
          <p:nvPr/>
        </p:nvSpPr>
        <p:spPr bwMode="auto">
          <a:xfrm rot="5400000">
            <a:off x="2742291" y="3371430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00B050"/>
            </a:solidFill>
            <a:prstDash val="dash"/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21" name="ZoneTexte 20"/>
          <p:cNvSpPr txBox="1"/>
          <p:nvPr/>
        </p:nvSpPr>
        <p:spPr>
          <a:xfrm>
            <a:off x="3144293" y="3249728"/>
            <a:ext cx="769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>
                <a:latin typeface="Symbol" panose="05050102010706020507" pitchFamily="18" charset="2"/>
              </a:rPr>
              <a:t>t</a:t>
            </a:r>
            <a:r>
              <a:rPr lang="fr-FR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nr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Freeform 88"/>
          <p:cNvSpPr>
            <a:spLocks/>
          </p:cNvSpPr>
          <p:nvPr/>
        </p:nvSpPr>
        <p:spPr bwMode="auto">
          <a:xfrm rot="5400000" flipH="1">
            <a:off x="2654675" y="2231974"/>
            <a:ext cx="730753" cy="113492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9525">
            <a:solidFill>
              <a:srgbClr val="009900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Freeform 88"/>
          <p:cNvSpPr>
            <a:spLocks/>
          </p:cNvSpPr>
          <p:nvPr/>
        </p:nvSpPr>
        <p:spPr bwMode="auto">
          <a:xfrm rot="16200000" flipH="1">
            <a:off x="2499583" y="2244414"/>
            <a:ext cx="730753" cy="113492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9525">
            <a:solidFill>
              <a:srgbClr val="0099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ZoneTexte 27"/>
          <p:cNvSpPr txBox="1"/>
          <p:nvPr/>
        </p:nvSpPr>
        <p:spPr>
          <a:xfrm>
            <a:off x="5331467" y="2058782"/>
            <a:ext cx="769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>
                <a:latin typeface="Symbol" panose="05050102010706020507" pitchFamily="18" charset="2"/>
              </a:rPr>
              <a:t>t</a:t>
            </a:r>
            <a:r>
              <a:rPr lang="fr-FR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hCr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9" name="Obje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4108326"/>
              </p:ext>
            </p:extLst>
          </p:nvPr>
        </p:nvGraphicFramePr>
        <p:xfrm>
          <a:off x="5036539" y="3912096"/>
          <a:ext cx="3238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9" name="Équation" r:id="rId9" imgW="215640" imgH="253800" progId="Equation.3">
                  <p:embed/>
                </p:oleObj>
              </mc:Choice>
              <mc:Fallback>
                <p:oleObj name="Équation" r:id="rId9" imgW="2156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6539" y="3912096"/>
                        <a:ext cx="3238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AutoShape 12"/>
          <p:cNvSpPr>
            <a:spLocks/>
          </p:cNvSpPr>
          <p:nvPr/>
        </p:nvSpPr>
        <p:spPr bwMode="auto">
          <a:xfrm rot="5400000">
            <a:off x="4984673" y="3371430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00B050"/>
            </a:solidFill>
            <a:prstDash val="dash"/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31" name="ZoneTexte 30"/>
          <p:cNvSpPr txBox="1"/>
          <p:nvPr/>
        </p:nvSpPr>
        <p:spPr>
          <a:xfrm>
            <a:off x="5386675" y="3249728"/>
            <a:ext cx="769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>
                <a:latin typeface="Symbol" panose="05050102010706020507" pitchFamily="18" charset="2"/>
              </a:rPr>
              <a:t>t</a:t>
            </a:r>
            <a:r>
              <a:rPr lang="fr-FR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nr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Freeform 88"/>
          <p:cNvSpPr>
            <a:spLocks/>
          </p:cNvSpPr>
          <p:nvPr/>
        </p:nvSpPr>
        <p:spPr bwMode="auto">
          <a:xfrm rot="5400000" flipH="1">
            <a:off x="4897057" y="2231974"/>
            <a:ext cx="730753" cy="113492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9525">
            <a:solidFill>
              <a:srgbClr val="009900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Freeform 88"/>
          <p:cNvSpPr>
            <a:spLocks/>
          </p:cNvSpPr>
          <p:nvPr/>
        </p:nvSpPr>
        <p:spPr bwMode="auto">
          <a:xfrm rot="16200000" flipH="1">
            <a:off x="4741965" y="2244414"/>
            <a:ext cx="730753" cy="113492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9525">
            <a:solidFill>
              <a:srgbClr val="0099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4" name="Obje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9605241"/>
              </p:ext>
            </p:extLst>
          </p:nvPr>
        </p:nvGraphicFramePr>
        <p:xfrm>
          <a:off x="4733657" y="1516683"/>
          <a:ext cx="857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0" name="Équation" r:id="rId10" imgW="571320" imgH="279360" progId="Equation.3">
                  <p:embed/>
                </p:oleObj>
              </mc:Choice>
              <mc:Fallback>
                <p:oleObj name="Équation" r:id="rId10" imgW="571320" imgH="279360" progId="Equation.3">
                  <p:embed/>
                  <p:pic>
                    <p:nvPicPr>
                      <p:cNvPr id="0" name="Obje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3657" y="1516683"/>
                        <a:ext cx="8572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8598088"/>
              </p:ext>
            </p:extLst>
          </p:nvPr>
        </p:nvGraphicFramePr>
        <p:xfrm>
          <a:off x="4865101" y="2670492"/>
          <a:ext cx="723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1" name="Équation" r:id="rId12" imgW="482400" imgH="279360" progId="Equation.3">
                  <p:embed/>
                </p:oleObj>
              </mc:Choice>
              <mc:Fallback>
                <p:oleObj name="Équation" r:id="rId12" imgW="482400" imgH="279360" progId="Equation.3">
                  <p:embed/>
                  <p:pic>
                    <p:nvPicPr>
                      <p:cNvPr id="0" name="Obje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5101" y="2670492"/>
                        <a:ext cx="723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9680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772816"/>
            <a:ext cx="3973513" cy="388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Obje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8391936"/>
              </p:ext>
            </p:extLst>
          </p:nvPr>
        </p:nvGraphicFramePr>
        <p:xfrm>
          <a:off x="4329599" y="2401589"/>
          <a:ext cx="857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" name="Équation" r:id="rId4" imgW="571320" imgH="279360" progId="Equation.3">
                  <p:embed/>
                </p:oleObj>
              </mc:Choice>
              <mc:Fallback>
                <p:oleObj name="Équation" r:id="rId4" imgW="57132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9599" y="2401589"/>
                        <a:ext cx="8572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7201043"/>
              </p:ext>
            </p:extLst>
          </p:nvPr>
        </p:nvGraphicFramePr>
        <p:xfrm>
          <a:off x="4401607" y="3625725"/>
          <a:ext cx="723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name="Équation" r:id="rId6" imgW="482400" imgH="279360" progId="Equation.3">
                  <p:embed/>
                </p:oleObj>
              </mc:Choice>
              <mc:Fallback>
                <p:oleObj name="Équation" r:id="rId6" imgW="48240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1607" y="3625725"/>
                        <a:ext cx="723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AutoShape 12"/>
          <p:cNvSpPr>
            <a:spLocks/>
          </p:cNvSpPr>
          <p:nvPr/>
        </p:nvSpPr>
        <p:spPr bwMode="auto">
          <a:xfrm rot="5400000">
            <a:off x="4455096" y="3085059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00B05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3174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2597383"/>
            <a:ext cx="3096344" cy="4087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607267"/>
            <a:ext cx="3069193" cy="4068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20688"/>
            <a:ext cx="2592288" cy="1954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Connecteur droit avec flèche 5"/>
          <p:cNvCxnSpPr/>
          <p:nvPr/>
        </p:nvCxnSpPr>
        <p:spPr>
          <a:xfrm>
            <a:off x="1655168" y="620688"/>
            <a:ext cx="0" cy="329885"/>
          </a:xfrm>
          <a:prstGeom prst="straightConnector1">
            <a:avLst/>
          </a:prstGeom>
          <a:ln w="190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/>
          <p:cNvCxnSpPr/>
          <p:nvPr/>
        </p:nvCxnSpPr>
        <p:spPr>
          <a:xfrm>
            <a:off x="1452514" y="1159850"/>
            <a:ext cx="0" cy="57661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471513" y="742355"/>
            <a:ext cx="5341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QD4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Connecteur droit avec flèche 8"/>
          <p:cNvCxnSpPr/>
          <p:nvPr/>
        </p:nvCxnSpPr>
        <p:spPr>
          <a:xfrm>
            <a:off x="1367497" y="778460"/>
            <a:ext cx="0" cy="576610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252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149" y="1955399"/>
            <a:ext cx="3221465" cy="446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61"/>
          <a:stretch/>
        </p:blipFill>
        <p:spPr bwMode="auto">
          <a:xfrm>
            <a:off x="4322733" y="2060848"/>
            <a:ext cx="2278092" cy="31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e 6"/>
          <p:cNvGrpSpPr/>
          <p:nvPr/>
        </p:nvGrpSpPr>
        <p:grpSpPr>
          <a:xfrm>
            <a:off x="219075" y="692696"/>
            <a:ext cx="1876425" cy="1513507"/>
            <a:chOff x="306974" y="764704"/>
            <a:chExt cx="2041660" cy="1698173"/>
          </a:xfrm>
        </p:grpSpPr>
        <p:pic>
          <p:nvPicPr>
            <p:cNvPr id="8" name="Image 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93" t="26566" r="26002" b="23523"/>
            <a:stretch/>
          </p:blipFill>
          <p:spPr>
            <a:xfrm>
              <a:off x="306974" y="764704"/>
              <a:ext cx="2041660" cy="1698173"/>
            </a:xfrm>
            <a:prstGeom prst="rect">
              <a:avLst/>
            </a:prstGeom>
          </p:spPr>
        </p:pic>
        <p:cxnSp>
          <p:nvCxnSpPr>
            <p:cNvPr id="9" name="Connecteur droit 8"/>
            <p:cNvCxnSpPr/>
            <p:nvPr/>
          </p:nvCxnSpPr>
          <p:spPr>
            <a:xfrm>
              <a:off x="1130961" y="1488430"/>
              <a:ext cx="41670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ZoneTexte 9"/>
            <p:cNvSpPr txBox="1"/>
            <p:nvPr/>
          </p:nvSpPr>
          <p:spPr>
            <a:xfrm>
              <a:off x="1085075" y="1191235"/>
              <a:ext cx="5084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 µm</a:t>
              </a:r>
              <a:endPara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1" name="Connecteur droit avec flèche 10"/>
          <p:cNvCxnSpPr/>
          <p:nvPr/>
        </p:nvCxnSpPr>
        <p:spPr>
          <a:xfrm>
            <a:off x="3563888" y="1449449"/>
            <a:ext cx="0" cy="5059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/>
        </p:nvCxnSpPr>
        <p:spPr>
          <a:xfrm>
            <a:off x="1401524" y="1449449"/>
            <a:ext cx="21623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lipse 13"/>
          <p:cNvSpPr>
            <a:spLocks noChangeArrowheads="1"/>
          </p:cNvSpPr>
          <p:nvPr/>
        </p:nvSpPr>
        <p:spPr bwMode="auto">
          <a:xfrm>
            <a:off x="2189287" y="5338780"/>
            <a:ext cx="1008112" cy="665958"/>
          </a:xfrm>
          <a:prstGeom prst="ellipse">
            <a:avLst/>
          </a:prstGeom>
          <a:solidFill>
            <a:srgbClr val="4774AB">
              <a:alpha val="10000"/>
            </a:srgbClr>
          </a:solidFill>
          <a:ln w="12700" algn="ctr">
            <a:solidFill>
              <a:srgbClr val="4774AB"/>
            </a:solidFill>
            <a:round/>
            <a:headEnd/>
            <a:tailEnd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schemeClr val="lt1"/>
              </a:solidFill>
              <a:latin typeface="+mn-lt"/>
            </a:endParaRP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69"/>
          <a:stretch/>
        </p:blipFill>
        <p:spPr bwMode="auto">
          <a:xfrm>
            <a:off x="6537498" y="2060848"/>
            <a:ext cx="2138958" cy="3112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Connecteur droit 15"/>
          <p:cNvCxnSpPr/>
          <p:nvPr/>
        </p:nvCxnSpPr>
        <p:spPr>
          <a:xfrm flipH="1">
            <a:off x="5513015" y="4105647"/>
            <a:ext cx="18203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ZoneTexte 16"/>
          <p:cNvSpPr txBox="1"/>
          <p:nvPr/>
        </p:nvSpPr>
        <p:spPr>
          <a:xfrm>
            <a:off x="7247032" y="2206203"/>
            <a:ext cx="9108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d= 4 µm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295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916832"/>
            <a:ext cx="3190571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94" t="27421" r="29064" b="21556"/>
          <a:stretch/>
        </p:blipFill>
        <p:spPr>
          <a:xfrm>
            <a:off x="247303" y="692696"/>
            <a:ext cx="1876425" cy="1513507"/>
          </a:xfrm>
          <a:prstGeom prst="rect">
            <a:avLst/>
          </a:prstGeom>
        </p:spPr>
      </p:pic>
      <p:sp>
        <p:nvSpPr>
          <p:cNvPr id="7" name="Ellipse 6"/>
          <p:cNvSpPr>
            <a:spLocks noChangeArrowheads="1"/>
          </p:cNvSpPr>
          <p:nvPr/>
        </p:nvSpPr>
        <p:spPr bwMode="auto">
          <a:xfrm>
            <a:off x="2189287" y="5338780"/>
            <a:ext cx="1008112" cy="665958"/>
          </a:xfrm>
          <a:prstGeom prst="ellipse">
            <a:avLst/>
          </a:prstGeom>
          <a:solidFill>
            <a:srgbClr val="4774AB">
              <a:alpha val="10000"/>
            </a:srgbClr>
          </a:solidFill>
          <a:ln w="12700" algn="ctr">
            <a:solidFill>
              <a:srgbClr val="4774AB"/>
            </a:solidFill>
            <a:round/>
            <a:headEnd/>
            <a:tailEnd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schemeClr val="lt1"/>
              </a:solidFill>
              <a:latin typeface="+mn-lt"/>
            </a:endParaRP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1298" y="1988840"/>
            <a:ext cx="2385118" cy="3024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0530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507091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872</TotalTime>
  <Words>76</Words>
  <Application>Microsoft Office PowerPoint</Application>
  <PresentationFormat>Affichage à l'écran (4:3)</PresentationFormat>
  <Paragraphs>51</Paragraphs>
  <Slides>8</Slides>
  <Notes>0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0" baseType="lpstr">
      <vt:lpstr>Thème Office</vt:lpstr>
      <vt:lpstr>Équation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lucien.besombes</cp:lastModifiedBy>
  <cp:revision>25</cp:revision>
  <cp:lastPrinted>2017-11-20T08:44:03Z</cp:lastPrinted>
  <dcterms:created xsi:type="dcterms:W3CDTF">2017-09-28T14:08:06Z</dcterms:created>
  <dcterms:modified xsi:type="dcterms:W3CDTF">2017-11-20T16:43:35Z</dcterms:modified>
</cp:coreProperties>
</file>