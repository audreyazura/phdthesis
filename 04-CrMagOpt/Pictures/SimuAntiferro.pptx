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0548938" cy="9469438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2997" autoAdjust="0"/>
  </p:normalViewPr>
  <p:slideViewPr>
    <p:cSldViewPr>
      <p:cViewPr>
        <p:scale>
          <a:sx n="66" d="100"/>
          <a:sy n="66" d="100"/>
        </p:scale>
        <p:origin x="-1392" y="-126"/>
      </p:cViewPr>
      <p:guideLst>
        <p:guide orient="horz" pos="2983"/>
        <p:guide pos="33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91174" y="2941672"/>
            <a:ext cx="8966596" cy="2029791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82343" y="5366021"/>
            <a:ext cx="7384257" cy="241996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2B1C3-85C9-4F15-B2B7-DF895873764E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848E-FA38-410E-A089-1FD81D421F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9726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2B1C3-85C9-4F15-B2B7-DF895873764E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848E-FA38-410E-A089-1FD81D421F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9437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3296" y="6084992"/>
            <a:ext cx="8966596" cy="188073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3296" y="4013559"/>
            <a:ext cx="8966596" cy="20714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2B1C3-85C9-4F15-B2B7-DF895873764E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848E-FA38-410E-A089-1FD81D421F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1153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27449" y="2209544"/>
            <a:ext cx="4659114" cy="62493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362376" y="2209544"/>
            <a:ext cx="4659114" cy="62493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2B1C3-85C9-4F15-B2B7-DF895873764E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848E-FA38-410E-A089-1FD81D421F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7582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27449" y="2119665"/>
            <a:ext cx="4660947" cy="8833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27449" y="3003041"/>
            <a:ext cx="4660947" cy="54558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358724" y="2119665"/>
            <a:ext cx="4662778" cy="8833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358724" y="3003041"/>
            <a:ext cx="4662778" cy="54558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2B1C3-85C9-4F15-B2B7-DF895873764E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848E-FA38-410E-A089-1FD81D421F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3058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2B1C3-85C9-4F15-B2B7-DF895873764E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848E-FA38-410E-A089-1FD81D421F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3796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2B1C3-85C9-4F15-B2B7-DF895873764E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848E-FA38-410E-A089-1FD81D421F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7063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27458" y="377032"/>
            <a:ext cx="3470527" cy="160454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124343" y="377033"/>
            <a:ext cx="5897150" cy="808190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27458" y="1981568"/>
            <a:ext cx="3470527" cy="647735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2B1C3-85C9-4F15-B2B7-DF895873764E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848E-FA38-410E-A089-1FD81D421F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1606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67667" y="6628615"/>
            <a:ext cx="6329363" cy="78254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067667" y="846122"/>
            <a:ext cx="6329363" cy="5681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067667" y="7411160"/>
            <a:ext cx="6329363" cy="111134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2B1C3-85C9-4F15-B2B7-DF895873764E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848E-FA38-410E-A089-1FD81D421F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8285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2B1C3-85C9-4F15-B2B7-DF895873764E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848E-FA38-410E-A089-1FD81D421F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2216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647981" y="379218"/>
            <a:ext cx="2373511" cy="807971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527447" y="379218"/>
            <a:ext cx="6944719" cy="807971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2B1C3-85C9-4F15-B2B7-DF895873764E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F848E-FA38-410E-A089-1FD81D421F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1847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27449" y="379217"/>
            <a:ext cx="9494044" cy="1578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27449" y="2209544"/>
            <a:ext cx="9494044" cy="6249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27449" y="8776768"/>
            <a:ext cx="2461419" cy="5041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2B1C3-85C9-4F15-B2B7-DF895873764E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604223" y="8776768"/>
            <a:ext cx="3340496" cy="5041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7560073" y="8776768"/>
            <a:ext cx="2461419" cy="5041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9F848E-FA38-410E-A089-1FD81D421F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9355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78" y="100800"/>
            <a:ext cx="4553151" cy="247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683" y="2066400"/>
            <a:ext cx="4475054" cy="744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6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05" b="20659"/>
          <a:stretch/>
        </p:blipFill>
        <p:spPr bwMode="auto">
          <a:xfrm>
            <a:off x="-46909" y="4374679"/>
            <a:ext cx="2271958" cy="2216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7" name="Rectangle 226"/>
          <p:cNvSpPr/>
          <p:nvPr/>
        </p:nvSpPr>
        <p:spPr>
          <a:xfrm>
            <a:off x="2513081" y="6966967"/>
            <a:ext cx="108000" cy="1440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8" name="Accolade ouvrante 227"/>
          <p:cNvSpPr/>
          <p:nvPr/>
        </p:nvSpPr>
        <p:spPr>
          <a:xfrm>
            <a:off x="6499141" y="1955773"/>
            <a:ext cx="270661" cy="314942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Accolade ouvrante 228"/>
          <p:cNvSpPr/>
          <p:nvPr/>
        </p:nvSpPr>
        <p:spPr>
          <a:xfrm>
            <a:off x="6497843" y="6582082"/>
            <a:ext cx="270661" cy="202272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Rectangle 229"/>
          <p:cNvSpPr/>
          <p:nvPr/>
        </p:nvSpPr>
        <p:spPr>
          <a:xfrm>
            <a:off x="7619954" y="7599162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smtClean="0">
                <a:solidFill>
                  <a:srgbClr val="0070C0"/>
                </a:solidFill>
                <a:latin typeface="Symbol" panose="05050102010706020507" pitchFamily="18" charset="2"/>
              </a:rPr>
              <a:t>s</a:t>
            </a:r>
            <a:r>
              <a:rPr lang="fr-FR" sz="2400" dirty="0" smtClean="0">
                <a:solidFill>
                  <a:srgbClr val="0070C0"/>
                </a:solidFill>
              </a:rPr>
              <a:t>+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231" name="ZoneTexte 230"/>
          <p:cNvSpPr txBox="1"/>
          <p:nvPr/>
        </p:nvSpPr>
        <p:spPr>
          <a:xfrm>
            <a:off x="9729758" y="8829997"/>
            <a:ext cx="4315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sz="20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2" name="Connecteur droit 231"/>
          <p:cNvCxnSpPr/>
          <p:nvPr/>
        </p:nvCxnSpPr>
        <p:spPr>
          <a:xfrm>
            <a:off x="6974256" y="2825919"/>
            <a:ext cx="224208" cy="0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3" name="Connecteur droit 232"/>
          <p:cNvCxnSpPr/>
          <p:nvPr/>
        </p:nvCxnSpPr>
        <p:spPr>
          <a:xfrm>
            <a:off x="7171025" y="8533728"/>
            <a:ext cx="230582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4" name="Rectangle 233"/>
          <p:cNvSpPr/>
          <p:nvPr/>
        </p:nvSpPr>
        <p:spPr>
          <a:xfrm>
            <a:off x="9543371" y="8339568"/>
            <a:ext cx="583814" cy="369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err="1" smtClean="0"/>
              <a:t>S</a:t>
            </a:r>
            <a:r>
              <a:rPr lang="fr-FR" baseline="-25000" dirty="0" err="1" smtClean="0"/>
              <a:t>z</a:t>
            </a:r>
            <a:r>
              <a:rPr lang="fr-FR" dirty="0" smtClean="0"/>
              <a:t>=0</a:t>
            </a:r>
            <a:endParaRPr lang="en-US" dirty="0"/>
          </a:p>
        </p:txBody>
      </p:sp>
      <p:cxnSp>
        <p:nvCxnSpPr>
          <p:cNvPr id="235" name="Connecteur droit 234"/>
          <p:cNvCxnSpPr/>
          <p:nvPr/>
        </p:nvCxnSpPr>
        <p:spPr>
          <a:xfrm>
            <a:off x="6993753" y="3453347"/>
            <a:ext cx="224208" cy="0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6" name="Connecteur droit 235"/>
          <p:cNvCxnSpPr/>
          <p:nvPr/>
        </p:nvCxnSpPr>
        <p:spPr>
          <a:xfrm>
            <a:off x="6977844" y="4262079"/>
            <a:ext cx="21290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7" name="Connecteur droit 236"/>
          <p:cNvCxnSpPr/>
          <p:nvPr/>
        </p:nvCxnSpPr>
        <p:spPr>
          <a:xfrm>
            <a:off x="6972729" y="2620754"/>
            <a:ext cx="21290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8" name="Connecteur droit 237"/>
          <p:cNvCxnSpPr/>
          <p:nvPr/>
        </p:nvCxnSpPr>
        <p:spPr>
          <a:xfrm>
            <a:off x="6996722" y="1984091"/>
            <a:ext cx="21290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39" name="Groupe 238"/>
          <p:cNvGrpSpPr/>
          <p:nvPr/>
        </p:nvGrpSpPr>
        <p:grpSpPr>
          <a:xfrm>
            <a:off x="6968644" y="5698239"/>
            <a:ext cx="3234861" cy="1804831"/>
            <a:chOff x="1018466" y="4468501"/>
            <a:chExt cx="2270725" cy="1266901"/>
          </a:xfrm>
        </p:grpSpPr>
        <p:sp>
          <p:nvSpPr>
            <p:cNvPr id="240" name="Rectangle 239"/>
            <p:cNvSpPr/>
            <p:nvPr/>
          </p:nvSpPr>
          <p:spPr>
            <a:xfrm>
              <a:off x="2798364" y="4468501"/>
              <a:ext cx="490827" cy="2592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dirty="0" err="1"/>
                <a:t>S</a:t>
              </a:r>
              <a:r>
                <a:rPr lang="fr-FR" baseline="-25000" dirty="0" err="1"/>
                <a:t>z</a:t>
              </a:r>
              <a:r>
                <a:rPr lang="fr-FR" dirty="0" smtClean="0"/>
                <a:t>=+1</a:t>
              </a:r>
              <a:endParaRPr lang="en-US" dirty="0"/>
            </a:p>
          </p:txBody>
        </p:sp>
        <p:cxnSp>
          <p:nvCxnSpPr>
            <p:cNvPr id="241" name="Connecteur droit 240"/>
            <p:cNvCxnSpPr/>
            <p:nvPr/>
          </p:nvCxnSpPr>
          <p:spPr>
            <a:xfrm flipV="1">
              <a:off x="1166994" y="4646725"/>
              <a:ext cx="1603133" cy="45635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2" name="Connecteur droit 241"/>
            <p:cNvCxnSpPr/>
            <p:nvPr/>
          </p:nvCxnSpPr>
          <p:spPr>
            <a:xfrm>
              <a:off x="1166994" y="5103074"/>
              <a:ext cx="1613507" cy="493686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3" name="Rectangle 242"/>
            <p:cNvSpPr/>
            <p:nvPr/>
          </p:nvSpPr>
          <p:spPr>
            <a:xfrm>
              <a:off x="2798364" y="5476150"/>
              <a:ext cx="459321" cy="2592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dirty="0" err="1" smtClean="0"/>
                <a:t>S</a:t>
              </a:r>
              <a:r>
                <a:rPr lang="fr-FR" baseline="-25000" dirty="0" err="1" smtClean="0"/>
                <a:t>z</a:t>
              </a:r>
              <a:r>
                <a:rPr lang="fr-FR" dirty="0" smtClean="0"/>
                <a:t>=-1</a:t>
              </a:r>
              <a:endParaRPr lang="en-US" dirty="0"/>
            </a:p>
          </p:txBody>
        </p:sp>
        <p:cxnSp>
          <p:nvCxnSpPr>
            <p:cNvPr id="244" name="Connecteur droit 243"/>
            <p:cNvCxnSpPr/>
            <p:nvPr/>
          </p:nvCxnSpPr>
          <p:spPr>
            <a:xfrm>
              <a:off x="1018466" y="5102442"/>
              <a:ext cx="149449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45" name="Connecteur droit 244"/>
          <p:cNvCxnSpPr/>
          <p:nvPr/>
        </p:nvCxnSpPr>
        <p:spPr>
          <a:xfrm>
            <a:off x="6963826" y="8534023"/>
            <a:ext cx="21290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46" name="Groupe 245"/>
          <p:cNvGrpSpPr/>
          <p:nvPr/>
        </p:nvGrpSpPr>
        <p:grpSpPr>
          <a:xfrm>
            <a:off x="7185633" y="1868140"/>
            <a:ext cx="3371775" cy="1384280"/>
            <a:chOff x="1095683" y="866304"/>
            <a:chExt cx="2366832" cy="971695"/>
          </a:xfrm>
        </p:grpSpPr>
        <p:cxnSp>
          <p:nvCxnSpPr>
            <p:cNvPr id="247" name="Connecteur droit 246"/>
            <p:cNvCxnSpPr/>
            <p:nvPr/>
          </p:nvCxnSpPr>
          <p:spPr>
            <a:xfrm flipV="1">
              <a:off x="1095683" y="1020001"/>
              <a:ext cx="1583015" cy="38677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8" name="Connecteur droit 247"/>
            <p:cNvCxnSpPr/>
            <p:nvPr/>
          </p:nvCxnSpPr>
          <p:spPr>
            <a:xfrm>
              <a:off x="1111330" y="1406140"/>
              <a:ext cx="1583698" cy="291733"/>
            </a:xfrm>
            <a:prstGeom prst="line">
              <a:avLst/>
            </a:prstGeom>
            <a:ln w="28575">
              <a:solidFill>
                <a:srgbClr val="0070C0"/>
              </a:solidFill>
              <a:prstDash val="soli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9" name="Rectangle 248"/>
            <p:cNvSpPr/>
            <p:nvPr/>
          </p:nvSpPr>
          <p:spPr>
            <a:xfrm>
              <a:off x="2661905" y="1578746"/>
              <a:ext cx="784514" cy="2592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dirty="0" err="1" smtClean="0">
                  <a:solidFill>
                    <a:srgbClr val="0070C0"/>
                  </a:solidFill>
                </a:rPr>
                <a:t>IS</a:t>
              </a:r>
              <a:r>
                <a:rPr lang="fr-FR" baseline="-25000" dirty="0" err="1" smtClean="0">
                  <a:solidFill>
                    <a:srgbClr val="0070C0"/>
                  </a:solidFill>
                </a:rPr>
                <a:t>z</a:t>
              </a:r>
              <a:r>
                <a:rPr lang="fr-FR" dirty="0" smtClean="0">
                  <a:solidFill>
                    <a:srgbClr val="0070C0"/>
                  </a:solidFill>
                </a:rPr>
                <a:t>=-1,+1&gt;</a:t>
              </a:r>
              <a:endParaRPr lang="en-US" dirty="0">
                <a:solidFill>
                  <a:srgbClr val="0070C0"/>
                </a:solidFill>
              </a:endParaRPr>
            </a:p>
          </p:txBody>
        </p:sp>
        <p:sp>
          <p:nvSpPr>
            <p:cNvPr id="250" name="Rectangle 249"/>
            <p:cNvSpPr/>
            <p:nvPr/>
          </p:nvSpPr>
          <p:spPr>
            <a:xfrm>
              <a:off x="2678001" y="866304"/>
              <a:ext cx="784514" cy="2592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dirty="0" err="1" smtClean="0">
                  <a:solidFill>
                    <a:srgbClr val="FF0000"/>
                  </a:solidFill>
                </a:rPr>
                <a:t>IS</a:t>
              </a:r>
              <a:r>
                <a:rPr lang="fr-FR" baseline="-25000" dirty="0" err="1" smtClean="0">
                  <a:solidFill>
                    <a:srgbClr val="FF0000"/>
                  </a:solidFill>
                </a:rPr>
                <a:t>z</a:t>
              </a:r>
              <a:r>
                <a:rPr lang="fr-FR" dirty="0" smtClean="0">
                  <a:solidFill>
                    <a:srgbClr val="FF0000"/>
                  </a:solidFill>
                </a:rPr>
                <a:t>=+1,-1&gt;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251" name="Connecteur droit 250"/>
          <p:cNvCxnSpPr/>
          <p:nvPr/>
        </p:nvCxnSpPr>
        <p:spPr>
          <a:xfrm>
            <a:off x="7202053" y="5082742"/>
            <a:ext cx="2302224" cy="294431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2" name="Connecteur droit 251"/>
          <p:cNvCxnSpPr/>
          <p:nvPr/>
        </p:nvCxnSpPr>
        <p:spPr>
          <a:xfrm flipV="1">
            <a:off x="7225215" y="4823156"/>
            <a:ext cx="2251635" cy="259586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3" name="Connecteur droit 252"/>
          <p:cNvCxnSpPr/>
          <p:nvPr/>
        </p:nvCxnSpPr>
        <p:spPr>
          <a:xfrm>
            <a:off x="6977844" y="5082742"/>
            <a:ext cx="224208" cy="0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4" name="Rectangle 253"/>
          <p:cNvSpPr/>
          <p:nvPr/>
        </p:nvSpPr>
        <p:spPr>
          <a:xfrm>
            <a:off x="9440786" y="3621473"/>
            <a:ext cx="1047082" cy="369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err="1" smtClean="0">
                <a:solidFill>
                  <a:srgbClr val="0070C0"/>
                </a:solidFill>
              </a:rPr>
              <a:t>IS</a:t>
            </a:r>
            <a:r>
              <a:rPr lang="fr-FR" baseline="-25000" dirty="0" err="1" smtClean="0">
                <a:solidFill>
                  <a:srgbClr val="0070C0"/>
                </a:solidFill>
              </a:rPr>
              <a:t>z</a:t>
            </a:r>
            <a:r>
              <a:rPr lang="fr-FR" dirty="0" smtClean="0">
                <a:solidFill>
                  <a:srgbClr val="0070C0"/>
                </a:solidFill>
              </a:rPr>
              <a:t>=0,+1&gt;</a:t>
            </a:r>
            <a:endParaRPr lang="en-US" dirty="0">
              <a:solidFill>
                <a:srgbClr val="0070C0"/>
              </a:solidFill>
            </a:endParaRPr>
          </a:p>
        </p:txBody>
      </p:sp>
      <p:grpSp>
        <p:nvGrpSpPr>
          <p:cNvPr id="255" name="Groupe 254"/>
          <p:cNvGrpSpPr/>
          <p:nvPr/>
        </p:nvGrpSpPr>
        <p:grpSpPr>
          <a:xfrm>
            <a:off x="7195924" y="392966"/>
            <a:ext cx="3443426" cy="3299531"/>
            <a:chOff x="1082348" y="695014"/>
            <a:chExt cx="2417128" cy="2316105"/>
          </a:xfrm>
        </p:grpSpPr>
        <p:cxnSp>
          <p:nvCxnSpPr>
            <p:cNvPr id="256" name="Connecteur droit 255"/>
            <p:cNvCxnSpPr/>
            <p:nvPr/>
          </p:nvCxnSpPr>
          <p:spPr>
            <a:xfrm flipV="1">
              <a:off x="1095683" y="833514"/>
              <a:ext cx="1628417" cy="973931"/>
            </a:xfrm>
            <a:prstGeom prst="line">
              <a:avLst/>
            </a:prstGeom>
            <a:ln w="28575">
              <a:solidFill>
                <a:srgbClr val="0070C0"/>
              </a:solidFill>
              <a:prstDash val="soli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7" name="Connecteur droit 256"/>
            <p:cNvCxnSpPr/>
            <p:nvPr/>
          </p:nvCxnSpPr>
          <p:spPr>
            <a:xfrm>
              <a:off x="1082348" y="1812276"/>
              <a:ext cx="1615968" cy="1077465"/>
            </a:xfrm>
            <a:prstGeom prst="line">
              <a:avLst/>
            </a:prstGeom>
            <a:ln w="28575">
              <a:solidFill>
                <a:srgbClr val="FF0000"/>
              </a:solidFill>
              <a:prstDash val="soli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8" name="Rectangle 257"/>
            <p:cNvSpPr/>
            <p:nvPr/>
          </p:nvSpPr>
          <p:spPr>
            <a:xfrm>
              <a:off x="2683455" y="695014"/>
              <a:ext cx="816021" cy="2592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dirty="0" err="1">
                  <a:solidFill>
                    <a:srgbClr val="0070C0"/>
                  </a:solidFill>
                </a:rPr>
                <a:t>I</a:t>
              </a:r>
              <a:r>
                <a:rPr lang="fr-FR" dirty="0" err="1" smtClean="0">
                  <a:solidFill>
                    <a:srgbClr val="0070C0"/>
                  </a:solidFill>
                </a:rPr>
                <a:t>S</a:t>
              </a:r>
              <a:r>
                <a:rPr lang="fr-FR" baseline="-25000" dirty="0" err="1" smtClean="0">
                  <a:solidFill>
                    <a:srgbClr val="0070C0"/>
                  </a:solidFill>
                </a:rPr>
                <a:t>z</a:t>
              </a:r>
              <a:r>
                <a:rPr lang="fr-FR" dirty="0" smtClean="0">
                  <a:solidFill>
                    <a:srgbClr val="0070C0"/>
                  </a:solidFill>
                </a:rPr>
                <a:t>=+1,+1&gt;</a:t>
              </a:r>
              <a:endParaRPr lang="en-US" dirty="0">
                <a:solidFill>
                  <a:srgbClr val="0070C0"/>
                </a:solidFill>
              </a:endParaRPr>
            </a:p>
          </p:txBody>
        </p:sp>
        <p:sp>
          <p:nvSpPr>
            <p:cNvPr id="259" name="Rectangle 258"/>
            <p:cNvSpPr/>
            <p:nvPr/>
          </p:nvSpPr>
          <p:spPr>
            <a:xfrm>
              <a:off x="2657442" y="2751867"/>
              <a:ext cx="753007" cy="2592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dirty="0" err="1" smtClean="0">
                  <a:solidFill>
                    <a:srgbClr val="FF0000"/>
                  </a:solidFill>
                </a:rPr>
                <a:t>IS</a:t>
              </a:r>
              <a:r>
                <a:rPr lang="fr-FR" baseline="-25000" dirty="0" err="1" smtClean="0">
                  <a:solidFill>
                    <a:srgbClr val="FF0000"/>
                  </a:solidFill>
                </a:rPr>
                <a:t>z</a:t>
              </a:r>
              <a:r>
                <a:rPr lang="fr-FR" dirty="0" smtClean="0">
                  <a:solidFill>
                    <a:srgbClr val="FF0000"/>
                  </a:solidFill>
                </a:rPr>
                <a:t>=-1,-1&gt;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260" name="Rectangle 259"/>
          <p:cNvSpPr/>
          <p:nvPr/>
        </p:nvSpPr>
        <p:spPr>
          <a:xfrm>
            <a:off x="9444292" y="4388420"/>
            <a:ext cx="1002198" cy="369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err="1" smtClean="0">
                <a:solidFill>
                  <a:srgbClr val="FF0000"/>
                </a:solidFill>
              </a:rPr>
              <a:t>IS</a:t>
            </a:r>
            <a:r>
              <a:rPr lang="fr-FR" baseline="-25000" dirty="0" err="1" smtClean="0">
                <a:solidFill>
                  <a:srgbClr val="FF0000"/>
                </a:solidFill>
              </a:rPr>
              <a:t>z</a:t>
            </a:r>
            <a:r>
              <a:rPr lang="fr-FR" dirty="0" smtClean="0">
                <a:solidFill>
                  <a:srgbClr val="FF0000"/>
                </a:solidFill>
              </a:rPr>
              <a:t>=0,-1&gt;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61" name="Connecteur droit 260"/>
          <p:cNvCxnSpPr/>
          <p:nvPr/>
        </p:nvCxnSpPr>
        <p:spPr>
          <a:xfrm>
            <a:off x="7180937" y="4262079"/>
            <a:ext cx="2334623" cy="438809"/>
          </a:xfrm>
          <a:prstGeom prst="line">
            <a:avLst/>
          </a:prstGeom>
          <a:ln w="28575">
            <a:solidFill>
              <a:srgbClr val="FF0000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2" name="Connecteur droit 261"/>
          <p:cNvCxnSpPr/>
          <p:nvPr/>
        </p:nvCxnSpPr>
        <p:spPr>
          <a:xfrm flipV="1">
            <a:off x="7189599" y="3828156"/>
            <a:ext cx="2353773" cy="433923"/>
          </a:xfrm>
          <a:prstGeom prst="line">
            <a:avLst/>
          </a:prstGeom>
          <a:ln w="28575">
            <a:solidFill>
              <a:srgbClr val="0070C0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3" name="Ellipse 262"/>
          <p:cNvSpPr/>
          <p:nvPr/>
        </p:nvSpPr>
        <p:spPr>
          <a:xfrm>
            <a:off x="8365764" y="2711260"/>
            <a:ext cx="358887" cy="341536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64" name="Ellipse 263"/>
          <p:cNvSpPr/>
          <p:nvPr/>
        </p:nvSpPr>
        <p:spPr>
          <a:xfrm>
            <a:off x="7913681" y="2232943"/>
            <a:ext cx="358887" cy="341536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65" name="Ellipse 264"/>
          <p:cNvSpPr/>
          <p:nvPr/>
        </p:nvSpPr>
        <p:spPr>
          <a:xfrm>
            <a:off x="7028480" y="4105018"/>
            <a:ext cx="358887" cy="341536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66" name="Ellipse 265"/>
          <p:cNvSpPr/>
          <p:nvPr/>
        </p:nvSpPr>
        <p:spPr>
          <a:xfrm>
            <a:off x="8902382" y="3744881"/>
            <a:ext cx="358887" cy="341536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grpSp>
        <p:nvGrpSpPr>
          <p:cNvPr id="267" name="Groupe 266"/>
          <p:cNvGrpSpPr/>
          <p:nvPr/>
        </p:nvGrpSpPr>
        <p:grpSpPr>
          <a:xfrm>
            <a:off x="7179354" y="2620754"/>
            <a:ext cx="3378051" cy="1629749"/>
            <a:chOff x="1082348" y="1392536"/>
            <a:chExt cx="2371238" cy="1144002"/>
          </a:xfrm>
        </p:grpSpPr>
        <p:cxnSp>
          <p:nvCxnSpPr>
            <p:cNvPr id="268" name="Connecteur droit 267"/>
            <p:cNvCxnSpPr/>
            <p:nvPr/>
          </p:nvCxnSpPr>
          <p:spPr>
            <a:xfrm flipV="1">
              <a:off x="1082348" y="1553317"/>
              <a:ext cx="1623377" cy="417699"/>
            </a:xfrm>
            <a:prstGeom prst="line">
              <a:avLst/>
            </a:prstGeom>
            <a:ln w="19050">
              <a:solidFill>
                <a:srgbClr val="00B050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9" name="Connecteur droit 268"/>
            <p:cNvCxnSpPr/>
            <p:nvPr/>
          </p:nvCxnSpPr>
          <p:spPr>
            <a:xfrm>
              <a:off x="1113921" y="1974726"/>
              <a:ext cx="1627859" cy="417642"/>
            </a:xfrm>
            <a:prstGeom prst="line">
              <a:avLst/>
            </a:prstGeom>
            <a:ln w="19050">
              <a:solidFill>
                <a:srgbClr val="00B050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0" name="Rectangle 269"/>
            <p:cNvSpPr/>
            <p:nvPr/>
          </p:nvSpPr>
          <p:spPr>
            <a:xfrm>
              <a:off x="2669072" y="2277286"/>
              <a:ext cx="784514" cy="2592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dirty="0" err="1" smtClean="0">
                  <a:solidFill>
                    <a:srgbClr val="00B050"/>
                  </a:solidFill>
                </a:rPr>
                <a:t>IS</a:t>
              </a:r>
              <a:r>
                <a:rPr lang="fr-FR" baseline="-25000" dirty="0" err="1" smtClean="0">
                  <a:solidFill>
                    <a:srgbClr val="00B050"/>
                  </a:solidFill>
                </a:rPr>
                <a:t>z</a:t>
              </a:r>
              <a:r>
                <a:rPr lang="fr-FR" dirty="0" smtClean="0">
                  <a:solidFill>
                    <a:srgbClr val="00B050"/>
                  </a:solidFill>
                </a:rPr>
                <a:t>=-1,+2&gt;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sp>
          <p:nvSpPr>
            <p:cNvPr id="271" name="Rectangle 270"/>
            <p:cNvSpPr/>
            <p:nvPr/>
          </p:nvSpPr>
          <p:spPr>
            <a:xfrm>
              <a:off x="2656654" y="1392536"/>
              <a:ext cx="784514" cy="2592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dirty="0" err="1" smtClean="0">
                  <a:solidFill>
                    <a:srgbClr val="00B050"/>
                  </a:solidFill>
                </a:rPr>
                <a:t>IS</a:t>
              </a:r>
              <a:r>
                <a:rPr lang="fr-FR" baseline="-25000" dirty="0" err="1" smtClean="0">
                  <a:solidFill>
                    <a:srgbClr val="00B050"/>
                  </a:solidFill>
                </a:rPr>
                <a:t>z</a:t>
              </a:r>
              <a:r>
                <a:rPr lang="fr-FR" dirty="0" smtClean="0">
                  <a:solidFill>
                    <a:srgbClr val="00B050"/>
                  </a:solidFill>
                </a:rPr>
                <a:t>=+1,-2&gt;</a:t>
              </a:r>
              <a:endParaRPr lang="en-US" dirty="0">
                <a:solidFill>
                  <a:srgbClr val="00B050"/>
                </a:solidFill>
              </a:endParaRPr>
            </a:p>
          </p:txBody>
        </p:sp>
      </p:grpSp>
      <p:cxnSp>
        <p:nvCxnSpPr>
          <p:cNvPr id="272" name="Connecteur droit 271"/>
          <p:cNvCxnSpPr/>
          <p:nvPr/>
        </p:nvCxnSpPr>
        <p:spPr>
          <a:xfrm flipV="1">
            <a:off x="7195655" y="1794618"/>
            <a:ext cx="2235037" cy="1031303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3" name="Connecteur droit 272"/>
          <p:cNvCxnSpPr/>
          <p:nvPr/>
        </p:nvCxnSpPr>
        <p:spPr>
          <a:xfrm>
            <a:off x="7215435" y="2811803"/>
            <a:ext cx="2261415" cy="1016353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4" name="Rectangle 273"/>
          <p:cNvSpPr/>
          <p:nvPr/>
        </p:nvSpPr>
        <p:spPr>
          <a:xfrm>
            <a:off x="9444841" y="1570817"/>
            <a:ext cx="1162499" cy="369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err="1" smtClean="0">
                <a:solidFill>
                  <a:srgbClr val="00B050"/>
                </a:solidFill>
              </a:rPr>
              <a:t>IS</a:t>
            </a:r>
            <a:r>
              <a:rPr lang="fr-FR" baseline="-25000" dirty="0" err="1" smtClean="0">
                <a:solidFill>
                  <a:srgbClr val="00B050"/>
                </a:solidFill>
              </a:rPr>
              <a:t>z</a:t>
            </a:r>
            <a:r>
              <a:rPr lang="fr-FR" dirty="0" smtClean="0">
                <a:solidFill>
                  <a:srgbClr val="00B050"/>
                </a:solidFill>
              </a:rPr>
              <a:t>=+1,+2&gt;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75" name="Rectangle 274"/>
          <p:cNvSpPr/>
          <p:nvPr/>
        </p:nvSpPr>
        <p:spPr>
          <a:xfrm>
            <a:off x="9447818" y="4689315"/>
            <a:ext cx="1047082" cy="369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err="1" smtClean="0">
                <a:solidFill>
                  <a:srgbClr val="00B050"/>
                </a:solidFill>
              </a:rPr>
              <a:t>IS</a:t>
            </a:r>
            <a:r>
              <a:rPr lang="fr-FR" baseline="-25000" dirty="0" err="1" smtClean="0">
                <a:solidFill>
                  <a:srgbClr val="00B050"/>
                </a:solidFill>
              </a:rPr>
              <a:t>z</a:t>
            </a:r>
            <a:r>
              <a:rPr lang="fr-FR" dirty="0" smtClean="0">
                <a:solidFill>
                  <a:srgbClr val="00B050"/>
                </a:solidFill>
              </a:rPr>
              <a:t>=0,+2&gt;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276" name="Connecteur droit avec flèche 275"/>
          <p:cNvCxnSpPr/>
          <p:nvPr/>
        </p:nvCxnSpPr>
        <p:spPr>
          <a:xfrm flipH="1">
            <a:off x="8235447" y="4121416"/>
            <a:ext cx="9109" cy="4340478"/>
          </a:xfrm>
          <a:prstGeom prst="straightConnector1">
            <a:avLst/>
          </a:prstGeom>
          <a:ln>
            <a:solidFill>
              <a:srgbClr val="0033CC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7" name="Connecteur droit avec flèche 276"/>
          <p:cNvCxnSpPr/>
          <p:nvPr/>
        </p:nvCxnSpPr>
        <p:spPr>
          <a:xfrm flipH="1">
            <a:off x="8405591" y="4524354"/>
            <a:ext cx="1" cy="393754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Rectangle 277"/>
          <p:cNvSpPr/>
          <p:nvPr/>
        </p:nvSpPr>
        <p:spPr>
          <a:xfrm>
            <a:off x="8428903" y="7627342"/>
            <a:ext cx="465193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fr-FR" sz="2400" dirty="0" smtClean="0">
                <a:solidFill>
                  <a:srgbClr val="FF0000"/>
                </a:solidFill>
                <a:latin typeface="Symbol" panose="05050102010706020507" pitchFamily="18" charset="2"/>
              </a:rPr>
              <a:t>s</a:t>
            </a:r>
            <a:r>
              <a:rPr lang="fr-FR" sz="2400" dirty="0" smtClean="0">
                <a:solidFill>
                  <a:srgbClr val="FF0000"/>
                </a:solidFill>
              </a:rPr>
              <a:t>-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279" name="ZoneTexte 278"/>
          <p:cNvSpPr txBox="1"/>
          <p:nvPr/>
        </p:nvSpPr>
        <p:spPr>
          <a:xfrm>
            <a:off x="6664945" y="4319984"/>
            <a:ext cx="644442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0" name="ZoneTexte 279"/>
          <p:cNvSpPr txBox="1"/>
          <p:nvPr/>
        </p:nvSpPr>
        <p:spPr>
          <a:xfrm>
            <a:off x="8495970" y="2372196"/>
            <a:ext cx="627095" cy="369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(2,3)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1" name="ZoneTexte 280"/>
          <p:cNvSpPr txBox="1"/>
          <p:nvPr/>
        </p:nvSpPr>
        <p:spPr>
          <a:xfrm>
            <a:off x="7603727" y="1940148"/>
            <a:ext cx="453970" cy="369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2" name="ZoneTexte 281"/>
          <p:cNvSpPr txBox="1"/>
          <p:nvPr/>
        </p:nvSpPr>
        <p:spPr>
          <a:xfrm>
            <a:off x="8767305" y="4001365"/>
            <a:ext cx="453970" cy="369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3" name="ZoneTexte 282"/>
          <p:cNvSpPr txBox="1"/>
          <p:nvPr/>
        </p:nvSpPr>
        <p:spPr>
          <a:xfrm>
            <a:off x="6955008" y="884115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4" name="Line 10"/>
          <p:cNvSpPr>
            <a:spLocks noChangeShapeType="1"/>
          </p:cNvSpPr>
          <p:nvPr/>
        </p:nvSpPr>
        <p:spPr bwMode="auto">
          <a:xfrm flipV="1">
            <a:off x="7155206" y="6005773"/>
            <a:ext cx="15819" cy="2895436"/>
          </a:xfrm>
          <a:prstGeom prst="line">
            <a:avLst/>
          </a:prstGeom>
          <a:noFill/>
          <a:ln w="1260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285" name="Forme libre 11"/>
          <p:cNvSpPr>
            <a:spLocks/>
          </p:cNvSpPr>
          <p:nvPr/>
        </p:nvSpPr>
        <p:spPr bwMode="auto">
          <a:xfrm>
            <a:off x="7050020" y="5972764"/>
            <a:ext cx="229462" cy="159964"/>
          </a:xfrm>
          <a:custGeom>
            <a:avLst/>
            <a:gdLst>
              <a:gd name="T0" fmla="*/ 0 w 283029"/>
              <a:gd name="T1" fmla="*/ 68942 h 174171"/>
              <a:gd name="T2" fmla="*/ 108857 w 283029"/>
              <a:gd name="T3" fmla="*/ 14514 h 174171"/>
              <a:gd name="T4" fmla="*/ 206829 w 283029"/>
              <a:gd name="T5" fmla="*/ 156028 h 174171"/>
              <a:gd name="T6" fmla="*/ 283029 w 283029"/>
              <a:gd name="T7" fmla="*/ 123371 h 17417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83029" h="174171">
                <a:moveTo>
                  <a:pt x="0" y="68942"/>
                </a:moveTo>
                <a:cubicBezTo>
                  <a:pt x="37193" y="34471"/>
                  <a:pt x="74386" y="0"/>
                  <a:pt x="108857" y="14514"/>
                </a:cubicBezTo>
                <a:cubicBezTo>
                  <a:pt x="143328" y="29028"/>
                  <a:pt x="177800" y="137885"/>
                  <a:pt x="206829" y="156028"/>
                </a:cubicBezTo>
                <a:cubicBezTo>
                  <a:pt x="235858" y="174171"/>
                  <a:pt x="259443" y="148771"/>
                  <a:pt x="283029" y="123371"/>
                </a:cubicBez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86" name="Line 10"/>
          <p:cNvSpPr>
            <a:spLocks noChangeShapeType="1"/>
          </p:cNvSpPr>
          <p:nvPr/>
        </p:nvSpPr>
        <p:spPr bwMode="auto">
          <a:xfrm flipV="1">
            <a:off x="7182377" y="392966"/>
            <a:ext cx="46126" cy="5536021"/>
          </a:xfrm>
          <a:prstGeom prst="line">
            <a:avLst/>
          </a:prstGeom>
          <a:noFill/>
          <a:ln w="12600" cap="flat">
            <a:solidFill>
              <a:srgbClr val="000000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287" name="Forme libre 11"/>
          <p:cNvSpPr>
            <a:spLocks/>
          </p:cNvSpPr>
          <p:nvPr/>
        </p:nvSpPr>
        <p:spPr bwMode="auto">
          <a:xfrm>
            <a:off x="7050020" y="5839113"/>
            <a:ext cx="229462" cy="159964"/>
          </a:xfrm>
          <a:custGeom>
            <a:avLst/>
            <a:gdLst>
              <a:gd name="T0" fmla="*/ 0 w 283029"/>
              <a:gd name="T1" fmla="*/ 68942 h 174171"/>
              <a:gd name="T2" fmla="*/ 108857 w 283029"/>
              <a:gd name="T3" fmla="*/ 14514 h 174171"/>
              <a:gd name="T4" fmla="*/ 206829 w 283029"/>
              <a:gd name="T5" fmla="*/ 156028 h 174171"/>
              <a:gd name="T6" fmla="*/ 283029 w 283029"/>
              <a:gd name="T7" fmla="*/ 123371 h 17417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83029" h="174171">
                <a:moveTo>
                  <a:pt x="0" y="68942"/>
                </a:moveTo>
                <a:cubicBezTo>
                  <a:pt x="37193" y="34471"/>
                  <a:pt x="74386" y="0"/>
                  <a:pt x="108857" y="14514"/>
                </a:cubicBezTo>
                <a:cubicBezTo>
                  <a:pt x="143328" y="29028"/>
                  <a:pt x="177800" y="137885"/>
                  <a:pt x="206829" y="156028"/>
                </a:cubicBezTo>
                <a:cubicBezTo>
                  <a:pt x="235858" y="174171"/>
                  <a:pt x="259443" y="148771"/>
                  <a:pt x="283029" y="123371"/>
                </a:cubicBez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88" name="Rectangle 287"/>
          <p:cNvSpPr/>
          <p:nvPr/>
        </p:nvSpPr>
        <p:spPr>
          <a:xfrm>
            <a:off x="7246675" y="283964"/>
            <a:ext cx="3417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9" name="Connecteur droit avec flèche 288"/>
          <p:cNvCxnSpPr/>
          <p:nvPr/>
        </p:nvCxnSpPr>
        <p:spPr>
          <a:xfrm flipH="1">
            <a:off x="7021834" y="6623208"/>
            <a:ext cx="29159" cy="1906104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0" name="Rectangle 289"/>
          <p:cNvSpPr/>
          <p:nvPr/>
        </p:nvSpPr>
        <p:spPr>
          <a:xfrm>
            <a:off x="6616643" y="7426040"/>
            <a:ext cx="45557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fr-F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1" name="Line 10"/>
          <p:cNvSpPr>
            <a:spLocks noChangeShapeType="1"/>
          </p:cNvSpPr>
          <p:nvPr/>
        </p:nvSpPr>
        <p:spPr bwMode="auto">
          <a:xfrm flipV="1">
            <a:off x="7049628" y="8841154"/>
            <a:ext cx="2873306" cy="0"/>
          </a:xfrm>
          <a:prstGeom prst="line">
            <a:avLst/>
          </a:prstGeom>
          <a:noFill/>
          <a:ln w="12600" cap="flat">
            <a:solidFill>
              <a:srgbClr val="000000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292" name="Rectangle 13"/>
          <p:cNvSpPr>
            <a:spLocks noChangeArrowheads="1"/>
          </p:cNvSpPr>
          <p:nvPr/>
        </p:nvSpPr>
        <p:spPr bwMode="auto">
          <a:xfrm rot="16200000">
            <a:off x="5658234" y="3343368"/>
            <a:ext cx="1411227" cy="36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5527" tIns="42764" rIns="85527" bIns="42764">
            <a:spAutoFit/>
          </a:bodyPr>
          <a:lstStyle/>
          <a:p>
            <a:pPr algn="ctr" hangingPunct="1">
              <a:lnSpc>
                <a:spcPct val="100000"/>
              </a:lnSpc>
              <a:tabLst>
                <a:tab pos="426935" algn="l"/>
                <a:tab pos="853868" algn="l"/>
              </a:tabLst>
            </a:pPr>
            <a:r>
              <a:rPr lang="en-GB" dirty="0" smtClean="0">
                <a:solidFill>
                  <a:srgbClr val="000000"/>
                </a:solidFill>
                <a:latin typeface="Times New Roman" pitchFamily="16" charset="0"/>
              </a:rPr>
              <a:t>X-Cr</a:t>
            </a:r>
            <a:endParaRPr lang="en-GB" dirty="0">
              <a:solidFill>
                <a:srgbClr val="000000"/>
              </a:solidFill>
              <a:latin typeface="Times New Roman" pitchFamily="16" charset="0"/>
            </a:endParaRPr>
          </a:p>
        </p:txBody>
      </p:sp>
      <p:sp>
        <p:nvSpPr>
          <p:cNvPr id="293" name="Rectangle 73"/>
          <p:cNvSpPr>
            <a:spLocks noChangeArrowheads="1"/>
          </p:cNvSpPr>
          <p:nvPr/>
        </p:nvSpPr>
        <p:spPr bwMode="auto">
          <a:xfrm rot="16200000">
            <a:off x="5659043" y="7447088"/>
            <a:ext cx="1399074" cy="36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5527" tIns="42764" rIns="85527" bIns="42764">
            <a:spAutoFit/>
          </a:bodyPr>
          <a:lstStyle/>
          <a:p>
            <a:pPr algn="ctr" hangingPunct="1">
              <a:lnSpc>
                <a:spcPct val="100000"/>
              </a:lnSpc>
              <a:tabLst>
                <a:tab pos="426935" algn="l"/>
                <a:tab pos="853868" algn="l"/>
              </a:tabLst>
            </a:pPr>
            <a:r>
              <a:rPr lang="en-GB" dirty="0">
                <a:solidFill>
                  <a:srgbClr val="000000"/>
                </a:solidFill>
                <a:latin typeface="Times New Roman" pitchFamily="16" charset="0"/>
              </a:rPr>
              <a:t>Cr</a:t>
            </a:r>
          </a:p>
        </p:txBody>
      </p:sp>
      <p:sp>
        <p:nvSpPr>
          <p:cNvPr id="294" name="Ellipse 293"/>
          <p:cNvSpPr/>
          <p:nvPr/>
        </p:nvSpPr>
        <p:spPr>
          <a:xfrm>
            <a:off x="9210129" y="4577686"/>
            <a:ext cx="358887" cy="341536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95" name="ZoneTexte 294"/>
          <p:cNvSpPr txBox="1"/>
          <p:nvPr/>
        </p:nvSpPr>
        <p:spPr>
          <a:xfrm>
            <a:off x="8958460" y="4841589"/>
            <a:ext cx="453970" cy="369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6" name="Ellipse 295"/>
          <p:cNvSpPr/>
          <p:nvPr/>
        </p:nvSpPr>
        <p:spPr>
          <a:xfrm>
            <a:off x="4169265" y="5250409"/>
            <a:ext cx="432048" cy="492422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97" name="ZoneTexte 296"/>
          <p:cNvSpPr txBox="1"/>
          <p:nvPr/>
        </p:nvSpPr>
        <p:spPr>
          <a:xfrm>
            <a:off x="4673321" y="5105196"/>
            <a:ext cx="644442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8" name="Ellipse 297"/>
          <p:cNvSpPr/>
          <p:nvPr/>
        </p:nvSpPr>
        <p:spPr>
          <a:xfrm>
            <a:off x="4241273" y="3273370"/>
            <a:ext cx="432048" cy="492422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99" name="ZoneTexte 298"/>
          <p:cNvSpPr txBox="1"/>
          <p:nvPr/>
        </p:nvSpPr>
        <p:spPr>
          <a:xfrm>
            <a:off x="4676951" y="3301240"/>
            <a:ext cx="644442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0" name="Ellipse 299"/>
          <p:cNvSpPr/>
          <p:nvPr/>
        </p:nvSpPr>
        <p:spPr>
          <a:xfrm>
            <a:off x="4169265" y="7083838"/>
            <a:ext cx="432048" cy="492422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01" name="Ellipse 300"/>
          <p:cNvSpPr/>
          <p:nvPr/>
        </p:nvSpPr>
        <p:spPr>
          <a:xfrm>
            <a:off x="4457297" y="6678935"/>
            <a:ext cx="432048" cy="492422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02" name="Ellipse 301"/>
          <p:cNvSpPr/>
          <p:nvPr/>
        </p:nvSpPr>
        <p:spPr>
          <a:xfrm>
            <a:off x="3665209" y="4460527"/>
            <a:ext cx="432048" cy="492422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03" name="ZoneTexte 302"/>
          <p:cNvSpPr txBox="1"/>
          <p:nvPr/>
        </p:nvSpPr>
        <p:spPr>
          <a:xfrm>
            <a:off x="3740847" y="7173700"/>
            <a:ext cx="644442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4" name="ZoneTexte 303"/>
          <p:cNvSpPr txBox="1"/>
          <p:nvPr/>
        </p:nvSpPr>
        <p:spPr>
          <a:xfrm>
            <a:off x="3236791" y="4518695"/>
            <a:ext cx="644442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5" name="ZoneTexte 304"/>
          <p:cNvSpPr txBox="1"/>
          <p:nvPr/>
        </p:nvSpPr>
        <p:spPr>
          <a:xfrm>
            <a:off x="4964983" y="6741652"/>
            <a:ext cx="644442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6" name="ZoneTexte 305"/>
          <p:cNvSpPr txBox="1"/>
          <p:nvPr/>
        </p:nvSpPr>
        <p:spPr>
          <a:xfrm>
            <a:off x="2206941" y="-89817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" name="ZoneTexte 306"/>
          <p:cNvSpPr txBox="1"/>
          <p:nvPr/>
        </p:nvSpPr>
        <p:spPr>
          <a:xfrm>
            <a:off x="6305289" y="-89817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8" name="ZoneTexte 307"/>
          <p:cNvSpPr txBox="1"/>
          <p:nvPr/>
        </p:nvSpPr>
        <p:spPr>
          <a:xfrm>
            <a:off x="2840198" y="8257024"/>
            <a:ext cx="6286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000" dirty="0" smtClean="0">
                <a:solidFill>
                  <a:srgbClr val="FF0000"/>
                </a:solidFill>
                <a:latin typeface="Symbol" panose="05050102010706020507" pitchFamily="18" charset="2"/>
              </a:rPr>
              <a:t>s+</a:t>
            </a:r>
            <a:endParaRPr lang="fr-FR" sz="3000" dirty="0">
              <a:solidFill>
                <a:srgbClr val="FF0000"/>
              </a:solidFill>
              <a:latin typeface="Symbol" panose="05050102010706020507" pitchFamily="18" charset="2"/>
            </a:endParaRPr>
          </a:p>
        </p:txBody>
      </p:sp>
      <p:sp>
        <p:nvSpPr>
          <p:cNvPr id="309" name="ZoneTexte 308"/>
          <p:cNvSpPr txBox="1"/>
          <p:nvPr/>
        </p:nvSpPr>
        <p:spPr>
          <a:xfrm>
            <a:off x="5394667" y="2214439"/>
            <a:ext cx="6286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000" dirty="0" smtClean="0">
                <a:solidFill>
                  <a:srgbClr val="FF0000"/>
                </a:solidFill>
                <a:latin typeface="Symbol" panose="05050102010706020507" pitchFamily="18" charset="2"/>
              </a:rPr>
              <a:t>s-</a:t>
            </a:r>
            <a:endParaRPr lang="fr-FR" sz="3000" dirty="0">
              <a:solidFill>
                <a:srgbClr val="FF0000"/>
              </a:solidFill>
              <a:latin typeface="Symbol" panose="05050102010706020507" pitchFamily="18" charset="2"/>
            </a:endParaRPr>
          </a:p>
        </p:txBody>
      </p:sp>
      <p:grpSp>
        <p:nvGrpSpPr>
          <p:cNvPr id="310" name="Groupe 309"/>
          <p:cNvGrpSpPr/>
          <p:nvPr/>
        </p:nvGrpSpPr>
        <p:grpSpPr>
          <a:xfrm>
            <a:off x="3521193" y="2052000"/>
            <a:ext cx="610253" cy="414000"/>
            <a:chOff x="3026213" y="2052000"/>
            <a:chExt cx="610253" cy="414000"/>
          </a:xfrm>
        </p:grpSpPr>
        <p:sp>
          <p:nvSpPr>
            <p:cNvPr id="311" name="Ellipse 310"/>
            <p:cNvSpPr/>
            <p:nvPr/>
          </p:nvSpPr>
          <p:spPr>
            <a:xfrm>
              <a:off x="3132410" y="2070000"/>
              <a:ext cx="432048" cy="3960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312" name="Rectangle 311"/>
            <p:cNvSpPr/>
            <p:nvPr/>
          </p:nvSpPr>
          <p:spPr>
            <a:xfrm>
              <a:off x="3026213" y="2052000"/>
              <a:ext cx="610253" cy="201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13" name="ZoneTexte 312"/>
          <p:cNvSpPr txBox="1"/>
          <p:nvPr/>
        </p:nvSpPr>
        <p:spPr>
          <a:xfrm>
            <a:off x="3092775" y="2254949"/>
            <a:ext cx="644442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4" name="Rectangle 313"/>
          <p:cNvSpPr/>
          <p:nvPr/>
        </p:nvSpPr>
        <p:spPr>
          <a:xfrm>
            <a:off x="2405081" y="8439534"/>
            <a:ext cx="108000" cy="1440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15" name="Picture 11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3" r="10990" b="20672"/>
          <a:stretch/>
        </p:blipFill>
        <p:spPr bwMode="auto">
          <a:xfrm>
            <a:off x="-633717" y="2214439"/>
            <a:ext cx="2944764" cy="2173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6" name="Picture 10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35" r="11677"/>
          <a:stretch/>
        </p:blipFill>
        <p:spPr bwMode="auto">
          <a:xfrm>
            <a:off x="-655317" y="6741651"/>
            <a:ext cx="2922038" cy="2752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" name="Picture 12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14" r="10337" b="19642"/>
          <a:stretch/>
        </p:blipFill>
        <p:spPr bwMode="auto">
          <a:xfrm>
            <a:off x="-655317" y="4481482"/>
            <a:ext cx="2966364" cy="2197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18" name="Connecteur droit avec flèche 317"/>
          <p:cNvCxnSpPr/>
          <p:nvPr/>
        </p:nvCxnSpPr>
        <p:spPr>
          <a:xfrm flipH="1">
            <a:off x="7043469" y="2341261"/>
            <a:ext cx="29159" cy="1906104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9" name="Rectangle 318"/>
          <p:cNvSpPr/>
          <p:nvPr/>
        </p:nvSpPr>
        <p:spPr>
          <a:xfrm>
            <a:off x="6617537" y="2966457"/>
            <a:ext cx="45557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fr-F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166554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113</Words>
  <Application>Microsoft Office PowerPoint</Application>
  <PresentationFormat>Personnalisé</PresentationFormat>
  <Paragraphs>37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22</cp:revision>
  <dcterms:created xsi:type="dcterms:W3CDTF">2017-06-26T14:44:30Z</dcterms:created>
  <dcterms:modified xsi:type="dcterms:W3CDTF">2017-06-29T16:31:27Z</dcterms:modified>
</cp:coreProperties>
</file>