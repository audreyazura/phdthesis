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477500" cy="9469438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82997" autoAdjust="0"/>
  </p:normalViewPr>
  <p:slideViewPr>
    <p:cSldViewPr>
      <p:cViewPr>
        <p:scale>
          <a:sx n="100" d="100"/>
          <a:sy n="100" d="100"/>
        </p:scale>
        <p:origin x="-270" y="1332"/>
      </p:cViewPr>
      <p:guideLst>
        <p:guide orient="horz" pos="2983"/>
        <p:guide pos="330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85816" y="2941671"/>
            <a:ext cx="8905874" cy="202979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71627" y="5366020"/>
            <a:ext cx="7334250" cy="241996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9726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9437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27653" y="6084992"/>
            <a:ext cx="8905874" cy="188073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27653" y="4013558"/>
            <a:ext cx="8905874" cy="207143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153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23877" y="2209543"/>
            <a:ext cx="4627562" cy="62493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326062" y="2209543"/>
            <a:ext cx="4627562" cy="62493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7582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23876" y="2119665"/>
            <a:ext cx="4629383" cy="8833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23876" y="3003041"/>
            <a:ext cx="4629383" cy="54558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322434" y="2119665"/>
            <a:ext cx="4631201" cy="8833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322434" y="3003041"/>
            <a:ext cx="4631201" cy="54558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3058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3796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7063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3886" y="377031"/>
            <a:ext cx="3447024" cy="160454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096413" y="377032"/>
            <a:ext cx="5857214" cy="808190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23886" y="1981568"/>
            <a:ext cx="3447024" cy="647735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1606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053665" y="6628614"/>
            <a:ext cx="6286500" cy="78254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053665" y="846121"/>
            <a:ext cx="6286500" cy="568166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053665" y="7411159"/>
            <a:ext cx="6286500" cy="111134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8285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2216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596188" y="379218"/>
            <a:ext cx="2357437" cy="8079710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23875" y="379218"/>
            <a:ext cx="6897689" cy="8079710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1847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3877" y="379217"/>
            <a:ext cx="9429750" cy="1578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23877" y="2209543"/>
            <a:ext cx="9429750" cy="6249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23877" y="8776768"/>
            <a:ext cx="2444750" cy="5041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2B1C3-85C9-4F15-B2B7-DF895873764E}" type="datetimeFigureOut">
              <a:rPr lang="fr-FR" smtClean="0"/>
              <a:t>27/06/2017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579815" y="8776768"/>
            <a:ext cx="3317874" cy="5041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508876" y="8776768"/>
            <a:ext cx="2444750" cy="5041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9355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Picture 4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659"/>
          <a:stretch/>
        </p:blipFill>
        <p:spPr bwMode="auto">
          <a:xfrm>
            <a:off x="-651958" y="4374679"/>
            <a:ext cx="2614612" cy="22168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63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8168" y="100800"/>
            <a:ext cx="4553151" cy="2473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64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168" y="2084400"/>
            <a:ext cx="4292600" cy="7345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5" name="Rectangle 464"/>
          <p:cNvSpPr/>
          <p:nvPr/>
        </p:nvSpPr>
        <p:spPr>
          <a:xfrm>
            <a:off x="2044800" y="6939822"/>
            <a:ext cx="72008" cy="144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6" name="Rectangle 465"/>
          <p:cNvSpPr/>
          <p:nvPr/>
        </p:nvSpPr>
        <p:spPr>
          <a:xfrm>
            <a:off x="1962654" y="8420868"/>
            <a:ext cx="72008" cy="144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7" name="Accolade ouvrante 466"/>
          <p:cNvSpPr/>
          <p:nvPr/>
        </p:nvSpPr>
        <p:spPr>
          <a:xfrm>
            <a:off x="6117980" y="1955773"/>
            <a:ext cx="270661" cy="307615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8" name="Accolade ouvrante 467"/>
          <p:cNvSpPr/>
          <p:nvPr/>
        </p:nvSpPr>
        <p:spPr>
          <a:xfrm>
            <a:off x="6142758" y="6582082"/>
            <a:ext cx="270661" cy="202272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9" name="Rectangle 468"/>
          <p:cNvSpPr/>
          <p:nvPr/>
        </p:nvSpPr>
        <p:spPr>
          <a:xfrm>
            <a:off x="7537311" y="759916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 smtClean="0">
                <a:solidFill>
                  <a:srgbClr val="0070C0"/>
                </a:solidFill>
                <a:latin typeface="Symbol" panose="05050102010706020507" pitchFamily="18" charset="2"/>
              </a:rPr>
              <a:t>s</a:t>
            </a:r>
            <a:r>
              <a:rPr lang="fr-FR" sz="2400" dirty="0" smtClean="0">
                <a:solidFill>
                  <a:srgbClr val="0070C0"/>
                </a:solidFill>
              </a:rPr>
              <a:t>+</a:t>
            </a:r>
            <a:endParaRPr lang="en-US" sz="2400" dirty="0">
              <a:solidFill>
                <a:srgbClr val="0070C0"/>
              </a:solidFill>
            </a:endParaRPr>
          </a:p>
        </p:txBody>
      </p:sp>
      <p:sp>
        <p:nvSpPr>
          <p:cNvPr id="470" name="ZoneTexte 469"/>
          <p:cNvSpPr txBox="1"/>
          <p:nvPr/>
        </p:nvSpPr>
        <p:spPr>
          <a:xfrm>
            <a:off x="9647115" y="8829997"/>
            <a:ext cx="4315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20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71" name="Connecteur droit 470"/>
          <p:cNvCxnSpPr/>
          <p:nvPr/>
        </p:nvCxnSpPr>
        <p:spPr>
          <a:xfrm>
            <a:off x="6891613" y="2825919"/>
            <a:ext cx="224208" cy="0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2" name="Connecteur droit 471"/>
          <p:cNvCxnSpPr/>
          <p:nvPr/>
        </p:nvCxnSpPr>
        <p:spPr>
          <a:xfrm>
            <a:off x="7088382" y="8533728"/>
            <a:ext cx="2305826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3" name="Rectangle 472"/>
          <p:cNvSpPr/>
          <p:nvPr/>
        </p:nvSpPr>
        <p:spPr>
          <a:xfrm>
            <a:off x="9460728" y="8339568"/>
            <a:ext cx="583814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/>
              <a:t>S</a:t>
            </a:r>
            <a:r>
              <a:rPr lang="fr-FR" baseline="-25000" dirty="0" err="1" smtClean="0"/>
              <a:t>z</a:t>
            </a:r>
            <a:r>
              <a:rPr lang="fr-FR" dirty="0" smtClean="0"/>
              <a:t>=0</a:t>
            </a:r>
            <a:endParaRPr lang="en-US" dirty="0"/>
          </a:p>
        </p:txBody>
      </p:sp>
      <p:cxnSp>
        <p:nvCxnSpPr>
          <p:cNvPr id="474" name="Connecteur droit 473"/>
          <p:cNvCxnSpPr/>
          <p:nvPr/>
        </p:nvCxnSpPr>
        <p:spPr>
          <a:xfrm>
            <a:off x="6911110" y="3453347"/>
            <a:ext cx="224208" cy="0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5" name="Connecteur droit 474"/>
          <p:cNvCxnSpPr/>
          <p:nvPr/>
        </p:nvCxnSpPr>
        <p:spPr>
          <a:xfrm>
            <a:off x="6895201" y="4262079"/>
            <a:ext cx="21290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6" name="Connecteur droit 475"/>
          <p:cNvCxnSpPr/>
          <p:nvPr/>
        </p:nvCxnSpPr>
        <p:spPr>
          <a:xfrm>
            <a:off x="6890086" y="2620754"/>
            <a:ext cx="21290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7" name="Connecteur droit 476"/>
          <p:cNvCxnSpPr/>
          <p:nvPr/>
        </p:nvCxnSpPr>
        <p:spPr>
          <a:xfrm>
            <a:off x="6914079" y="1984091"/>
            <a:ext cx="21290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78" name="Groupe 477"/>
          <p:cNvGrpSpPr/>
          <p:nvPr/>
        </p:nvGrpSpPr>
        <p:grpSpPr>
          <a:xfrm>
            <a:off x="6886001" y="5698239"/>
            <a:ext cx="3234861" cy="1804831"/>
            <a:chOff x="1018466" y="4468501"/>
            <a:chExt cx="2270725" cy="1266901"/>
          </a:xfrm>
        </p:grpSpPr>
        <p:sp>
          <p:nvSpPr>
            <p:cNvPr id="479" name="Rectangle 478"/>
            <p:cNvSpPr/>
            <p:nvPr/>
          </p:nvSpPr>
          <p:spPr>
            <a:xfrm>
              <a:off x="2798364" y="4468501"/>
              <a:ext cx="490827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/>
                <a:t>S</a:t>
              </a:r>
              <a:r>
                <a:rPr lang="fr-FR" baseline="-25000" dirty="0" err="1"/>
                <a:t>z</a:t>
              </a:r>
              <a:r>
                <a:rPr lang="fr-FR" dirty="0" smtClean="0"/>
                <a:t>=+1</a:t>
              </a:r>
              <a:endParaRPr lang="en-US" dirty="0"/>
            </a:p>
          </p:txBody>
        </p:sp>
        <p:cxnSp>
          <p:nvCxnSpPr>
            <p:cNvPr id="480" name="Connecteur droit 479"/>
            <p:cNvCxnSpPr/>
            <p:nvPr/>
          </p:nvCxnSpPr>
          <p:spPr>
            <a:xfrm flipV="1">
              <a:off x="1166994" y="4646725"/>
              <a:ext cx="1603133" cy="4563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1" name="Connecteur droit 480"/>
            <p:cNvCxnSpPr/>
            <p:nvPr/>
          </p:nvCxnSpPr>
          <p:spPr>
            <a:xfrm>
              <a:off x="1166994" y="5103074"/>
              <a:ext cx="1613507" cy="49368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2" name="Rectangle 481"/>
            <p:cNvSpPr/>
            <p:nvPr/>
          </p:nvSpPr>
          <p:spPr>
            <a:xfrm>
              <a:off x="2798364" y="5476150"/>
              <a:ext cx="459321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/>
                <a:t>S</a:t>
              </a:r>
              <a:r>
                <a:rPr lang="fr-FR" baseline="-25000" dirty="0" err="1" smtClean="0"/>
                <a:t>z</a:t>
              </a:r>
              <a:r>
                <a:rPr lang="fr-FR" dirty="0" smtClean="0"/>
                <a:t>=-1</a:t>
              </a:r>
              <a:endParaRPr lang="en-US" dirty="0"/>
            </a:p>
          </p:txBody>
        </p:sp>
        <p:cxnSp>
          <p:nvCxnSpPr>
            <p:cNvPr id="483" name="Connecteur droit 482"/>
            <p:cNvCxnSpPr/>
            <p:nvPr/>
          </p:nvCxnSpPr>
          <p:spPr>
            <a:xfrm>
              <a:off x="1018466" y="5102442"/>
              <a:ext cx="149449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84" name="Connecteur droit 483"/>
          <p:cNvCxnSpPr/>
          <p:nvPr/>
        </p:nvCxnSpPr>
        <p:spPr>
          <a:xfrm>
            <a:off x="6881183" y="8534023"/>
            <a:ext cx="21290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85" name="Groupe 484"/>
          <p:cNvGrpSpPr/>
          <p:nvPr/>
        </p:nvGrpSpPr>
        <p:grpSpPr>
          <a:xfrm>
            <a:off x="7102990" y="1868140"/>
            <a:ext cx="3371775" cy="1384280"/>
            <a:chOff x="1095683" y="866304"/>
            <a:chExt cx="2366832" cy="971695"/>
          </a:xfrm>
        </p:grpSpPr>
        <p:cxnSp>
          <p:nvCxnSpPr>
            <p:cNvPr id="486" name="Connecteur droit 485"/>
            <p:cNvCxnSpPr/>
            <p:nvPr/>
          </p:nvCxnSpPr>
          <p:spPr>
            <a:xfrm flipV="1">
              <a:off x="1095683" y="1020001"/>
              <a:ext cx="1583015" cy="386777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7" name="Connecteur droit 486"/>
            <p:cNvCxnSpPr/>
            <p:nvPr/>
          </p:nvCxnSpPr>
          <p:spPr>
            <a:xfrm>
              <a:off x="1111330" y="1406140"/>
              <a:ext cx="1583698" cy="291733"/>
            </a:xfrm>
            <a:prstGeom prst="line">
              <a:avLst/>
            </a:prstGeom>
            <a:ln w="28575">
              <a:solidFill>
                <a:srgbClr val="0070C0"/>
              </a:solidFill>
              <a:prstDash val="soli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8" name="Rectangle 487"/>
            <p:cNvSpPr/>
            <p:nvPr/>
          </p:nvSpPr>
          <p:spPr>
            <a:xfrm>
              <a:off x="2661905" y="1578746"/>
              <a:ext cx="784514" cy="2592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0070C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0070C0"/>
                  </a:solidFill>
                </a:rPr>
                <a:t>z</a:t>
              </a:r>
              <a:r>
                <a:rPr lang="fr-FR" dirty="0" smtClean="0">
                  <a:solidFill>
                    <a:srgbClr val="0070C0"/>
                  </a:solidFill>
                </a:rPr>
                <a:t>=-1,+1&gt;</a:t>
              </a:r>
              <a:endParaRPr lang="en-US" dirty="0">
                <a:solidFill>
                  <a:srgbClr val="0070C0"/>
                </a:solidFill>
              </a:endParaRPr>
            </a:p>
          </p:txBody>
        </p:sp>
        <p:sp>
          <p:nvSpPr>
            <p:cNvPr id="489" name="Rectangle 488"/>
            <p:cNvSpPr/>
            <p:nvPr/>
          </p:nvSpPr>
          <p:spPr>
            <a:xfrm>
              <a:off x="2678001" y="866304"/>
              <a:ext cx="784514" cy="2592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FF000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FF0000"/>
                  </a:solidFill>
                </a:rPr>
                <a:t>z</a:t>
              </a:r>
              <a:r>
                <a:rPr lang="fr-FR" dirty="0" smtClean="0">
                  <a:solidFill>
                    <a:srgbClr val="FF0000"/>
                  </a:solidFill>
                </a:rPr>
                <a:t>=+1,-1&gt;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cxnSp>
        <p:nvCxnSpPr>
          <p:cNvPr id="490" name="Connecteur droit 489"/>
          <p:cNvCxnSpPr/>
          <p:nvPr/>
        </p:nvCxnSpPr>
        <p:spPr>
          <a:xfrm>
            <a:off x="7119410" y="5082742"/>
            <a:ext cx="2302224" cy="294431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1" name="Connecteur droit 490"/>
          <p:cNvCxnSpPr/>
          <p:nvPr/>
        </p:nvCxnSpPr>
        <p:spPr>
          <a:xfrm flipV="1">
            <a:off x="7142572" y="4823156"/>
            <a:ext cx="2251635" cy="259586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2" name="Connecteur droit 491"/>
          <p:cNvCxnSpPr/>
          <p:nvPr/>
        </p:nvCxnSpPr>
        <p:spPr>
          <a:xfrm>
            <a:off x="6895201" y="5082742"/>
            <a:ext cx="224208" cy="0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3" name="Rectangle 492"/>
          <p:cNvSpPr/>
          <p:nvPr/>
        </p:nvSpPr>
        <p:spPr>
          <a:xfrm>
            <a:off x="9358143" y="3621473"/>
            <a:ext cx="1047082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>
                <a:solidFill>
                  <a:srgbClr val="0070C0"/>
                </a:solidFill>
              </a:rPr>
              <a:t>IS</a:t>
            </a:r>
            <a:r>
              <a:rPr lang="fr-FR" baseline="-25000" dirty="0" err="1" smtClean="0">
                <a:solidFill>
                  <a:srgbClr val="0070C0"/>
                </a:solidFill>
              </a:rPr>
              <a:t>z</a:t>
            </a:r>
            <a:r>
              <a:rPr lang="fr-FR" dirty="0" smtClean="0">
                <a:solidFill>
                  <a:srgbClr val="0070C0"/>
                </a:solidFill>
              </a:rPr>
              <a:t>=0,+1&gt;</a:t>
            </a:r>
            <a:endParaRPr lang="en-US" dirty="0">
              <a:solidFill>
                <a:srgbClr val="0070C0"/>
              </a:solidFill>
            </a:endParaRPr>
          </a:p>
        </p:txBody>
      </p:sp>
      <p:grpSp>
        <p:nvGrpSpPr>
          <p:cNvPr id="494" name="Groupe 493"/>
          <p:cNvGrpSpPr/>
          <p:nvPr/>
        </p:nvGrpSpPr>
        <p:grpSpPr>
          <a:xfrm>
            <a:off x="7113281" y="392966"/>
            <a:ext cx="3443426" cy="3299531"/>
            <a:chOff x="1082348" y="695014"/>
            <a:chExt cx="2417128" cy="2316105"/>
          </a:xfrm>
        </p:grpSpPr>
        <p:cxnSp>
          <p:nvCxnSpPr>
            <p:cNvPr id="495" name="Connecteur droit 494"/>
            <p:cNvCxnSpPr/>
            <p:nvPr/>
          </p:nvCxnSpPr>
          <p:spPr>
            <a:xfrm flipV="1">
              <a:off x="1095683" y="833514"/>
              <a:ext cx="1628417" cy="973931"/>
            </a:xfrm>
            <a:prstGeom prst="line">
              <a:avLst/>
            </a:prstGeom>
            <a:ln w="28575">
              <a:solidFill>
                <a:srgbClr val="0070C0"/>
              </a:solidFill>
              <a:prstDash val="soli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6" name="Connecteur droit 495"/>
            <p:cNvCxnSpPr/>
            <p:nvPr/>
          </p:nvCxnSpPr>
          <p:spPr>
            <a:xfrm>
              <a:off x="1082348" y="1812276"/>
              <a:ext cx="1615968" cy="1077465"/>
            </a:xfrm>
            <a:prstGeom prst="line">
              <a:avLst/>
            </a:prstGeom>
            <a:ln w="28575">
              <a:solidFill>
                <a:srgbClr val="FF0000"/>
              </a:solidFill>
              <a:prstDash val="soli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7" name="Rectangle 496"/>
            <p:cNvSpPr/>
            <p:nvPr/>
          </p:nvSpPr>
          <p:spPr>
            <a:xfrm>
              <a:off x="2683455" y="695014"/>
              <a:ext cx="816021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>
                  <a:solidFill>
                    <a:srgbClr val="0070C0"/>
                  </a:solidFill>
                </a:rPr>
                <a:t>I</a:t>
              </a:r>
              <a:r>
                <a:rPr lang="fr-FR" dirty="0" err="1" smtClean="0">
                  <a:solidFill>
                    <a:srgbClr val="0070C0"/>
                  </a:solidFill>
                </a:rPr>
                <a:t>S</a:t>
              </a:r>
              <a:r>
                <a:rPr lang="fr-FR" baseline="-25000" dirty="0" err="1" smtClean="0">
                  <a:solidFill>
                    <a:srgbClr val="0070C0"/>
                  </a:solidFill>
                </a:rPr>
                <a:t>z</a:t>
              </a:r>
              <a:r>
                <a:rPr lang="fr-FR" dirty="0" smtClean="0">
                  <a:solidFill>
                    <a:srgbClr val="0070C0"/>
                  </a:solidFill>
                </a:rPr>
                <a:t>=+1,+1&gt;</a:t>
              </a:r>
              <a:endParaRPr lang="en-US" dirty="0">
                <a:solidFill>
                  <a:srgbClr val="0070C0"/>
                </a:solidFill>
              </a:endParaRPr>
            </a:p>
          </p:txBody>
        </p:sp>
        <p:sp>
          <p:nvSpPr>
            <p:cNvPr id="498" name="Rectangle 497"/>
            <p:cNvSpPr/>
            <p:nvPr/>
          </p:nvSpPr>
          <p:spPr>
            <a:xfrm>
              <a:off x="2657442" y="2751867"/>
              <a:ext cx="753007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FF000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FF0000"/>
                  </a:solidFill>
                </a:rPr>
                <a:t>z</a:t>
              </a:r>
              <a:r>
                <a:rPr lang="fr-FR" dirty="0" smtClean="0">
                  <a:solidFill>
                    <a:srgbClr val="FF0000"/>
                  </a:solidFill>
                </a:rPr>
                <a:t>=-1,-1&gt;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499" name="Rectangle 498"/>
          <p:cNvSpPr/>
          <p:nvPr/>
        </p:nvSpPr>
        <p:spPr>
          <a:xfrm>
            <a:off x="9361649" y="4388420"/>
            <a:ext cx="1002198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>
                <a:solidFill>
                  <a:srgbClr val="FF0000"/>
                </a:solidFill>
              </a:rPr>
              <a:t>IS</a:t>
            </a:r>
            <a:r>
              <a:rPr lang="fr-FR" baseline="-25000" dirty="0" err="1" smtClean="0">
                <a:solidFill>
                  <a:srgbClr val="FF0000"/>
                </a:solidFill>
              </a:rPr>
              <a:t>z</a:t>
            </a:r>
            <a:r>
              <a:rPr lang="fr-FR" dirty="0" smtClean="0">
                <a:solidFill>
                  <a:srgbClr val="FF0000"/>
                </a:solidFill>
              </a:rPr>
              <a:t>=0,-1&gt;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500" name="Connecteur droit 499"/>
          <p:cNvCxnSpPr/>
          <p:nvPr/>
        </p:nvCxnSpPr>
        <p:spPr>
          <a:xfrm>
            <a:off x="7098294" y="4262079"/>
            <a:ext cx="2334623" cy="438809"/>
          </a:xfrm>
          <a:prstGeom prst="line">
            <a:avLst/>
          </a:prstGeom>
          <a:ln w="28575">
            <a:solidFill>
              <a:srgbClr val="FF0000"/>
            </a:solidFill>
            <a:prstDash val="soli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1" name="Connecteur droit 500"/>
          <p:cNvCxnSpPr/>
          <p:nvPr/>
        </p:nvCxnSpPr>
        <p:spPr>
          <a:xfrm flipV="1">
            <a:off x="7106956" y="3828156"/>
            <a:ext cx="2353773" cy="433923"/>
          </a:xfrm>
          <a:prstGeom prst="line">
            <a:avLst/>
          </a:prstGeom>
          <a:ln w="28575">
            <a:solidFill>
              <a:srgbClr val="0070C0"/>
            </a:solidFill>
            <a:prstDash val="soli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2" name="Ellipse 501"/>
          <p:cNvSpPr/>
          <p:nvPr/>
        </p:nvSpPr>
        <p:spPr>
          <a:xfrm>
            <a:off x="8283121" y="2711260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03" name="Ellipse 502"/>
          <p:cNvSpPr/>
          <p:nvPr/>
        </p:nvSpPr>
        <p:spPr>
          <a:xfrm>
            <a:off x="7636201" y="2300188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04" name="Ellipse 503"/>
          <p:cNvSpPr/>
          <p:nvPr/>
        </p:nvSpPr>
        <p:spPr>
          <a:xfrm>
            <a:off x="6945837" y="4105018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05" name="Ellipse 504"/>
          <p:cNvSpPr/>
          <p:nvPr/>
        </p:nvSpPr>
        <p:spPr>
          <a:xfrm>
            <a:off x="8819739" y="3744881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506" name="Groupe 505"/>
          <p:cNvGrpSpPr/>
          <p:nvPr/>
        </p:nvGrpSpPr>
        <p:grpSpPr>
          <a:xfrm>
            <a:off x="7096711" y="2620754"/>
            <a:ext cx="3378051" cy="1629749"/>
            <a:chOff x="1082348" y="1392536"/>
            <a:chExt cx="2371238" cy="1144002"/>
          </a:xfrm>
        </p:grpSpPr>
        <p:cxnSp>
          <p:nvCxnSpPr>
            <p:cNvPr id="507" name="Connecteur droit 506"/>
            <p:cNvCxnSpPr/>
            <p:nvPr/>
          </p:nvCxnSpPr>
          <p:spPr>
            <a:xfrm flipV="1">
              <a:off x="1082348" y="1553317"/>
              <a:ext cx="1623377" cy="417699"/>
            </a:xfrm>
            <a:prstGeom prst="line">
              <a:avLst/>
            </a:prstGeom>
            <a:ln w="19050">
              <a:solidFill>
                <a:srgbClr val="00B050"/>
              </a:solidFill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8" name="Connecteur droit 507"/>
            <p:cNvCxnSpPr/>
            <p:nvPr/>
          </p:nvCxnSpPr>
          <p:spPr>
            <a:xfrm>
              <a:off x="1113921" y="1974726"/>
              <a:ext cx="1627859" cy="417642"/>
            </a:xfrm>
            <a:prstGeom prst="line">
              <a:avLst/>
            </a:prstGeom>
            <a:ln w="19050">
              <a:solidFill>
                <a:srgbClr val="00B050"/>
              </a:solidFill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9" name="Rectangle 508"/>
            <p:cNvSpPr/>
            <p:nvPr/>
          </p:nvSpPr>
          <p:spPr>
            <a:xfrm>
              <a:off x="2669072" y="2277286"/>
              <a:ext cx="784514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00B05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00B050"/>
                  </a:solidFill>
                </a:rPr>
                <a:t>z</a:t>
              </a:r>
              <a:r>
                <a:rPr lang="fr-FR" dirty="0" smtClean="0">
                  <a:solidFill>
                    <a:srgbClr val="00B050"/>
                  </a:solidFill>
                </a:rPr>
                <a:t>=-1,+2&gt;</a:t>
              </a:r>
              <a:endParaRPr lang="en-US" dirty="0">
                <a:solidFill>
                  <a:srgbClr val="00B050"/>
                </a:solidFill>
              </a:endParaRPr>
            </a:p>
          </p:txBody>
        </p:sp>
        <p:sp>
          <p:nvSpPr>
            <p:cNvPr id="510" name="Rectangle 509"/>
            <p:cNvSpPr/>
            <p:nvPr/>
          </p:nvSpPr>
          <p:spPr>
            <a:xfrm>
              <a:off x="2656654" y="1392536"/>
              <a:ext cx="784514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00B05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00B050"/>
                  </a:solidFill>
                </a:rPr>
                <a:t>z</a:t>
              </a:r>
              <a:r>
                <a:rPr lang="fr-FR" dirty="0" smtClean="0">
                  <a:solidFill>
                    <a:srgbClr val="00B050"/>
                  </a:solidFill>
                </a:rPr>
                <a:t>=+1,-2&gt;</a:t>
              </a:r>
              <a:endParaRPr lang="en-US" dirty="0">
                <a:solidFill>
                  <a:srgbClr val="00B050"/>
                </a:solidFill>
              </a:endParaRPr>
            </a:p>
          </p:txBody>
        </p:sp>
      </p:grpSp>
      <p:cxnSp>
        <p:nvCxnSpPr>
          <p:cNvPr id="511" name="Connecteur droit 510"/>
          <p:cNvCxnSpPr/>
          <p:nvPr/>
        </p:nvCxnSpPr>
        <p:spPr>
          <a:xfrm flipV="1">
            <a:off x="7113012" y="1794618"/>
            <a:ext cx="2235037" cy="1031303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2" name="Connecteur droit 511"/>
          <p:cNvCxnSpPr/>
          <p:nvPr/>
        </p:nvCxnSpPr>
        <p:spPr>
          <a:xfrm>
            <a:off x="7132792" y="2811803"/>
            <a:ext cx="2261415" cy="1016353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3" name="Rectangle 512"/>
          <p:cNvSpPr/>
          <p:nvPr/>
        </p:nvSpPr>
        <p:spPr>
          <a:xfrm>
            <a:off x="9362198" y="1570817"/>
            <a:ext cx="1162499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>
                <a:solidFill>
                  <a:srgbClr val="00B050"/>
                </a:solidFill>
              </a:rPr>
              <a:t>IS</a:t>
            </a:r>
            <a:r>
              <a:rPr lang="fr-FR" baseline="-25000" dirty="0" err="1" smtClean="0">
                <a:solidFill>
                  <a:srgbClr val="00B050"/>
                </a:solidFill>
              </a:rPr>
              <a:t>z</a:t>
            </a:r>
            <a:r>
              <a:rPr lang="fr-FR" dirty="0" smtClean="0">
                <a:solidFill>
                  <a:srgbClr val="00B050"/>
                </a:solidFill>
              </a:rPr>
              <a:t>=+1,+2&gt;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14" name="Rectangle 513"/>
          <p:cNvSpPr/>
          <p:nvPr/>
        </p:nvSpPr>
        <p:spPr>
          <a:xfrm>
            <a:off x="9365175" y="4689315"/>
            <a:ext cx="1047082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>
                <a:solidFill>
                  <a:srgbClr val="00B050"/>
                </a:solidFill>
              </a:rPr>
              <a:t>IS</a:t>
            </a:r>
            <a:r>
              <a:rPr lang="fr-FR" baseline="-25000" dirty="0" err="1" smtClean="0">
                <a:solidFill>
                  <a:srgbClr val="00B050"/>
                </a:solidFill>
              </a:rPr>
              <a:t>z</a:t>
            </a:r>
            <a:r>
              <a:rPr lang="fr-FR" dirty="0" smtClean="0">
                <a:solidFill>
                  <a:srgbClr val="00B050"/>
                </a:solidFill>
              </a:rPr>
              <a:t>=0,+2&gt;</a:t>
            </a:r>
            <a:endParaRPr lang="en-US" dirty="0">
              <a:solidFill>
                <a:srgbClr val="00B050"/>
              </a:solidFill>
            </a:endParaRPr>
          </a:p>
        </p:txBody>
      </p:sp>
      <p:cxnSp>
        <p:nvCxnSpPr>
          <p:cNvPr id="515" name="Connecteur droit avec flèche 514"/>
          <p:cNvCxnSpPr/>
          <p:nvPr/>
        </p:nvCxnSpPr>
        <p:spPr>
          <a:xfrm flipH="1">
            <a:off x="8152804" y="4121416"/>
            <a:ext cx="9109" cy="4340478"/>
          </a:xfrm>
          <a:prstGeom prst="straightConnector1">
            <a:avLst/>
          </a:prstGeom>
          <a:ln>
            <a:solidFill>
              <a:srgbClr val="0033CC"/>
            </a:solidFill>
            <a:tailEnd type="arrow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16" name="Connecteur droit avec flèche 515"/>
          <p:cNvCxnSpPr/>
          <p:nvPr/>
        </p:nvCxnSpPr>
        <p:spPr>
          <a:xfrm flipH="1">
            <a:off x="8322948" y="4524354"/>
            <a:ext cx="1" cy="393754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Rectangle 516"/>
          <p:cNvSpPr/>
          <p:nvPr/>
        </p:nvSpPr>
        <p:spPr>
          <a:xfrm>
            <a:off x="8346260" y="7627342"/>
            <a:ext cx="465193" cy="4616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sz="2400" dirty="0" smtClean="0">
                <a:solidFill>
                  <a:srgbClr val="FF0000"/>
                </a:solidFill>
              </a:rPr>
              <a:t>-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518" name="ZoneTexte 517"/>
          <p:cNvSpPr txBox="1"/>
          <p:nvPr/>
        </p:nvSpPr>
        <p:spPr>
          <a:xfrm>
            <a:off x="6630566" y="3803065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9" name="ZoneTexte 518"/>
          <p:cNvSpPr txBox="1"/>
          <p:nvPr/>
        </p:nvSpPr>
        <p:spPr>
          <a:xfrm>
            <a:off x="8413327" y="2372196"/>
            <a:ext cx="627095" cy="369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(2,3)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0" name="ZoneTexte 519"/>
          <p:cNvSpPr txBox="1"/>
          <p:nvPr/>
        </p:nvSpPr>
        <p:spPr>
          <a:xfrm>
            <a:off x="7420926" y="1940148"/>
            <a:ext cx="453970" cy="369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1" name="ZoneTexte 520"/>
          <p:cNvSpPr txBox="1"/>
          <p:nvPr/>
        </p:nvSpPr>
        <p:spPr>
          <a:xfrm>
            <a:off x="8684662" y="4001365"/>
            <a:ext cx="453970" cy="369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2" name="ZoneTexte 521"/>
          <p:cNvSpPr txBox="1"/>
          <p:nvPr/>
        </p:nvSpPr>
        <p:spPr>
          <a:xfrm>
            <a:off x="6872365" y="8841154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3" name="Line 10"/>
          <p:cNvSpPr>
            <a:spLocks noChangeShapeType="1"/>
          </p:cNvSpPr>
          <p:nvPr/>
        </p:nvSpPr>
        <p:spPr bwMode="auto">
          <a:xfrm flipV="1">
            <a:off x="7072563" y="6005773"/>
            <a:ext cx="15819" cy="2895436"/>
          </a:xfrm>
          <a:prstGeom prst="line">
            <a:avLst/>
          </a:prstGeom>
          <a:noFill/>
          <a:ln w="1260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524" name="Forme libre 11"/>
          <p:cNvSpPr>
            <a:spLocks/>
          </p:cNvSpPr>
          <p:nvPr/>
        </p:nvSpPr>
        <p:spPr bwMode="auto">
          <a:xfrm>
            <a:off x="6967377" y="5972764"/>
            <a:ext cx="229462" cy="159964"/>
          </a:xfrm>
          <a:custGeom>
            <a:avLst/>
            <a:gdLst>
              <a:gd name="T0" fmla="*/ 0 w 283029"/>
              <a:gd name="T1" fmla="*/ 68942 h 174171"/>
              <a:gd name="T2" fmla="*/ 108857 w 283029"/>
              <a:gd name="T3" fmla="*/ 14514 h 174171"/>
              <a:gd name="T4" fmla="*/ 206829 w 283029"/>
              <a:gd name="T5" fmla="*/ 156028 h 174171"/>
              <a:gd name="T6" fmla="*/ 283029 w 283029"/>
              <a:gd name="T7" fmla="*/ 123371 h 174171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83029" h="174171">
                <a:moveTo>
                  <a:pt x="0" y="68942"/>
                </a:moveTo>
                <a:cubicBezTo>
                  <a:pt x="37193" y="34471"/>
                  <a:pt x="74386" y="0"/>
                  <a:pt x="108857" y="14514"/>
                </a:cubicBezTo>
                <a:cubicBezTo>
                  <a:pt x="143328" y="29028"/>
                  <a:pt x="177800" y="137885"/>
                  <a:pt x="206829" y="156028"/>
                </a:cubicBezTo>
                <a:cubicBezTo>
                  <a:pt x="235858" y="174171"/>
                  <a:pt x="259443" y="148771"/>
                  <a:pt x="283029" y="123371"/>
                </a:cubicBezTo>
              </a:path>
            </a:pathLst>
          </a:custGeom>
          <a:noFill/>
          <a:ln w="12700" cap="flat" cmpd="sng" algn="ctr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sp>
        <p:nvSpPr>
          <p:cNvPr id="525" name="Line 10"/>
          <p:cNvSpPr>
            <a:spLocks noChangeShapeType="1"/>
          </p:cNvSpPr>
          <p:nvPr/>
        </p:nvSpPr>
        <p:spPr bwMode="auto">
          <a:xfrm flipV="1">
            <a:off x="7099734" y="392966"/>
            <a:ext cx="46126" cy="5536021"/>
          </a:xfrm>
          <a:prstGeom prst="line">
            <a:avLst/>
          </a:prstGeom>
          <a:noFill/>
          <a:ln w="12600" cap="flat">
            <a:solidFill>
              <a:srgbClr val="000000"/>
            </a:solidFill>
            <a:round/>
            <a:headEnd type="none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526" name="Forme libre 11"/>
          <p:cNvSpPr>
            <a:spLocks/>
          </p:cNvSpPr>
          <p:nvPr/>
        </p:nvSpPr>
        <p:spPr bwMode="auto">
          <a:xfrm>
            <a:off x="6967377" y="5839113"/>
            <a:ext cx="229462" cy="159964"/>
          </a:xfrm>
          <a:custGeom>
            <a:avLst/>
            <a:gdLst>
              <a:gd name="T0" fmla="*/ 0 w 283029"/>
              <a:gd name="T1" fmla="*/ 68942 h 174171"/>
              <a:gd name="T2" fmla="*/ 108857 w 283029"/>
              <a:gd name="T3" fmla="*/ 14514 h 174171"/>
              <a:gd name="T4" fmla="*/ 206829 w 283029"/>
              <a:gd name="T5" fmla="*/ 156028 h 174171"/>
              <a:gd name="T6" fmla="*/ 283029 w 283029"/>
              <a:gd name="T7" fmla="*/ 123371 h 174171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83029" h="174171">
                <a:moveTo>
                  <a:pt x="0" y="68942"/>
                </a:moveTo>
                <a:cubicBezTo>
                  <a:pt x="37193" y="34471"/>
                  <a:pt x="74386" y="0"/>
                  <a:pt x="108857" y="14514"/>
                </a:cubicBezTo>
                <a:cubicBezTo>
                  <a:pt x="143328" y="29028"/>
                  <a:pt x="177800" y="137885"/>
                  <a:pt x="206829" y="156028"/>
                </a:cubicBezTo>
                <a:cubicBezTo>
                  <a:pt x="235858" y="174171"/>
                  <a:pt x="259443" y="148771"/>
                  <a:pt x="283029" y="123371"/>
                </a:cubicBezTo>
              </a:path>
            </a:pathLst>
          </a:custGeom>
          <a:noFill/>
          <a:ln w="12700" cap="flat" cmpd="sng" algn="ctr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sp>
        <p:nvSpPr>
          <p:cNvPr id="527" name="Rectangle 526"/>
          <p:cNvSpPr/>
          <p:nvPr/>
        </p:nvSpPr>
        <p:spPr>
          <a:xfrm>
            <a:off x="7164032" y="283964"/>
            <a:ext cx="34176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8" name="Connecteur droit avec flèche 527"/>
          <p:cNvCxnSpPr/>
          <p:nvPr/>
        </p:nvCxnSpPr>
        <p:spPr>
          <a:xfrm flipH="1">
            <a:off x="6939191" y="6623208"/>
            <a:ext cx="29159" cy="1906104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1" name="Rectangle 530"/>
          <p:cNvSpPr/>
          <p:nvPr/>
        </p:nvSpPr>
        <p:spPr>
          <a:xfrm>
            <a:off x="6413419" y="7426040"/>
            <a:ext cx="455574" cy="4001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r>
              <a:rPr lang="fr-FR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fr-FR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0" name="Line 10"/>
          <p:cNvSpPr>
            <a:spLocks noChangeShapeType="1"/>
          </p:cNvSpPr>
          <p:nvPr/>
        </p:nvSpPr>
        <p:spPr bwMode="auto">
          <a:xfrm flipV="1">
            <a:off x="6966985" y="8841154"/>
            <a:ext cx="2873306" cy="0"/>
          </a:xfrm>
          <a:prstGeom prst="line">
            <a:avLst/>
          </a:prstGeom>
          <a:noFill/>
          <a:ln w="12600" cap="flat">
            <a:solidFill>
              <a:srgbClr val="000000"/>
            </a:solidFill>
            <a:round/>
            <a:headEnd type="none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604" name="Rectangle 13"/>
          <p:cNvSpPr>
            <a:spLocks noChangeArrowheads="1"/>
          </p:cNvSpPr>
          <p:nvPr/>
        </p:nvSpPr>
        <p:spPr bwMode="auto">
          <a:xfrm rot="16200000">
            <a:off x="5214465" y="3356508"/>
            <a:ext cx="1399074" cy="3633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5527" tIns="42764" rIns="85527" bIns="42764">
            <a:spAutoFit/>
          </a:bodyPr>
          <a:lstStyle/>
          <a:p>
            <a:pPr algn="ctr" hangingPunct="1">
              <a:lnSpc>
                <a:spcPct val="100000"/>
              </a:lnSpc>
              <a:tabLst>
                <a:tab pos="426935" algn="l"/>
                <a:tab pos="853868" algn="l"/>
              </a:tabLst>
            </a:pPr>
            <a:r>
              <a:rPr lang="en-GB" dirty="0" smtClean="0">
                <a:solidFill>
                  <a:srgbClr val="000000"/>
                </a:solidFill>
                <a:latin typeface="Times New Roman" pitchFamily="16" charset="0"/>
              </a:rPr>
              <a:t>X-Cr</a:t>
            </a:r>
            <a:endParaRPr lang="en-GB" dirty="0">
              <a:solidFill>
                <a:srgbClr val="000000"/>
              </a:solidFill>
              <a:latin typeface="Times New Roman" pitchFamily="16" charset="0"/>
            </a:endParaRPr>
          </a:p>
        </p:txBody>
      </p:sp>
      <p:sp>
        <p:nvSpPr>
          <p:cNvPr id="612" name="Rectangle 73"/>
          <p:cNvSpPr>
            <a:spLocks noChangeArrowheads="1"/>
          </p:cNvSpPr>
          <p:nvPr/>
        </p:nvSpPr>
        <p:spPr bwMode="auto">
          <a:xfrm rot="16200000">
            <a:off x="5206272" y="7447088"/>
            <a:ext cx="1399074" cy="3633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5527" tIns="42764" rIns="85527" bIns="42764">
            <a:spAutoFit/>
          </a:bodyPr>
          <a:lstStyle/>
          <a:p>
            <a:pPr algn="ctr" hangingPunct="1">
              <a:lnSpc>
                <a:spcPct val="100000"/>
              </a:lnSpc>
              <a:tabLst>
                <a:tab pos="426935" algn="l"/>
                <a:tab pos="853868" algn="l"/>
              </a:tabLst>
            </a:pPr>
            <a:r>
              <a:rPr lang="en-GB" dirty="0">
                <a:solidFill>
                  <a:srgbClr val="000000"/>
                </a:solidFill>
                <a:latin typeface="Times New Roman" pitchFamily="16" charset="0"/>
              </a:rPr>
              <a:t>Cr</a:t>
            </a:r>
          </a:p>
        </p:txBody>
      </p:sp>
      <p:sp>
        <p:nvSpPr>
          <p:cNvPr id="613" name="Ellipse 612"/>
          <p:cNvSpPr/>
          <p:nvPr/>
        </p:nvSpPr>
        <p:spPr>
          <a:xfrm>
            <a:off x="9127486" y="4577686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615" name="ZoneTexte 614"/>
          <p:cNvSpPr txBox="1"/>
          <p:nvPr/>
        </p:nvSpPr>
        <p:spPr>
          <a:xfrm>
            <a:off x="8875817" y="4841589"/>
            <a:ext cx="453970" cy="369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6" name="Ellipse 615"/>
          <p:cNvSpPr/>
          <p:nvPr/>
        </p:nvSpPr>
        <p:spPr>
          <a:xfrm>
            <a:off x="3636466" y="5250409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617" name="ZoneTexte 616"/>
          <p:cNvSpPr txBox="1"/>
          <p:nvPr/>
        </p:nvSpPr>
        <p:spPr>
          <a:xfrm>
            <a:off x="4284538" y="5105196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8" name="Ellipse 617"/>
          <p:cNvSpPr/>
          <p:nvPr/>
        </p:nvSpPr>
        <p:spPr>
          <a:xfrm>
            <a:off x="3688006" y="3273370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619" name="ZoneTexte 618"/>
          <p:cNvSpPr txBox="1"/>
          <p:nvPr/>
        </p:nvSpPr>
        <p:spPr>
          <a:xfrm>
            <a:off x="4140522" y="3301240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0" name="Ellipse 619"/>
          <p:cNvSpPr/>
          <p:nvPr/>
        </p:nvSpPr>
        <p:spPr>
          <a:xfrm>
            <a:off x="3649360" y="7083838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621" name="Ellipse 620"/>
          <p:cNvSpPr/>
          <p:nvPr/>
        </p:nvSpPr>
        <p:spPr>
          <a:xfrm>
            <a:off x="3924498" y="6678935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622" name="Ellipse 621"/>
          <p:cNvSpPr/>
          <p:nvPr/>
        </p:nvSpPr>
        <p:spPr>
          <a:xfrm>
            <a:off x="3132410" y="4460527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623" name="ZoneTexte 622"/>
          <p:cNvSpPr txBox="1"/>
          <p:nvPr/>
        </p:nvSpPr>
        <p:spPr>
          <a:xfrm>
            <a:off x="3208048" y="7173700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4" name="ZoneTexte 623"/>
          <p:cNvSpPr txBox="1"/>
          <p:nvPr/>
        </p:nvSpPr>
        <p:spPr>
          <a:xfrm>
            <a:off x="2703992" y="4518695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5" name="ZoneTexte 624"/>
          <p:cNvSpPr txBox="1"/>
          <p:nvPr/>
        </p:nvSpPr>
        <p:spPr>
          <a:xfrm>
            <a:off x="4428554" y="6741652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6" name="ZoneTexte 625"/>
          <p:cNvSpPr txBox="1"/>
          <p:nvPr/>
        </p:nvSpPr>
        <p:spPr>
          <a:xfrm>
            <a:off x="1764258" y="-89817"/>
            <a:ext cx="4235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7" name="ZoneTexte 626"/>
          <p:cNvSpPr txBox="1"/>
          <p:nvPr/>
        </p:nvSpPr>
        <p:spPr>
          <a:xfrm>
            <a:off x="6222646" y="-89817"/>
            <a:ext cx="4411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8" name="ZoneTexte 627"/>
          <p:cNvSpPr txBox="1"/>
          <p:nvPr/>
        </p:nvSpPr>
        <p:spPr>
          <a:xfrm>
            <a:off x="2397515" y="8257024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s+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629" name="ZoneTexte 628"/>
          <p:cNvSpPr txBox="1"/>
          <p:nvPr/>
        </p:nvSpPr>
        <p:spPr>
          <a:xfrm>
            <a:off x="4951984" y="2214439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s-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pic>
        <p:nvPicPr>
          <p:cNvPr id="630" name="Picture 3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930"/>
          <a:stretch/>
        </p:blipFill>
        <p:spPr bwMode="auto">
          <a:xfrm>
            <a:off x="-684014" y="6678935"/>
            <a:ext cx="2304000" cy="2827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31" name="Picture 5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602"/>
          <a:stretch/>
        </p:blipFill>
        <p:spPr bwMode="auto">
          <a:xfrm>
            <a:off x="-651958" y="2070001"/>
            <a:ext cx="2600325" cy="2205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1" name="Ellipse 90"/>
          <p:cNvSpPr/>
          <p:nvPr/>
        </p:nvSpPr>
        <p:spPr>
          <a:xfrm>
            <a:off x="3132410" y="2070000"/>
            <a:ext cx="432048" cy="396000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026213" y="2052000"/>
            <a:ext cx="610253" cy="201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3" name="ZoneTexte 92"/>
          <p:cNvSpPr txBox="1"/>
          <p:nvPr/>
        </p:nvSpPr>
        <p:spPr>
          <a:xfrm>
            <a:off x="2650092" y="2254949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166554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110</Words>
  <Application>Microsoft Office PowerPoint</Application>
  <PresentationFormat>Personnalisé</PresentationFormat>
  <Paragraphs>36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15</cp:revision>
  <dcterms:created xsi:type="dcterms:W3CDTF">2017-06-26T14:44:30Z</dcterms:created>
  <dcterms:modified xsi:type="dcterms:W3CDTF">2017-06-27T17:02:35Z</dcterms:modified>
</cp:coreProperties>
</file>