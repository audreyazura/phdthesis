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001125" cy="946943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82997" autoAdjust="0"/>
  </p:normalViewPr>
  <p:slideViewPr>
    <p:cSldViewPr>
      <p:cViewPr>
        <p:scale>
          <a:sx n="75" d="100"/>
          <a:sy n="75" d="100"/>
        </p:scale>
        <p:origin x="-1446" y="-138"/>
      </p:cViewPr>
      <p:guideLst>
        <p:guide orient="horz" pos="2983"/>
        <p:guide pos="28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75085" y="2941666"/>
            <a:ext cx="7650956" cy="202979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50169" y="5366015"/>
            <a:ext cx="6300788" cy="241996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9726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9437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11027" y="6084992"/>
            <a:ext cx="7650956" cy="188073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11027" y="4013553"/>
            <a:ext cx="7650956" cy="207143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153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0056" y="2209538"/>
            <a:ext cx="3975497" cy="62493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5572" y="2209538"/>
            <a:ext cx="3975497" cy="62493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7582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0056" y="2119665"/>
            <a:ext cx="3977060" cy="8833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0056" y="3003041"/>
            <a:ext cx="3977060" cy="54558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572454" y="2119665"/>
            <a:ext cx="3978622" cy="8833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572454" y="3003041"/>
            <a:ext cx="3978622" cy="54558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058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3796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7063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0064" y="377026"/>
            <a:ext cx="2961308" cy="160454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19190" y="377027"/>
            <a:ext cx="5031879" cy="808190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0064" y="1981568"/>
            <a:ext cx="2961308" cy="64773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1606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64284" y="6628609"/>
            <a:ext cx="5400675" cy="78254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64284" y="846116"/>
            <a:ext cx="5400675" cy="568166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64284" y="7411154"/>
            <a:ext cx="5400675" cy="111134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8285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2216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25816" y="379218"/>
            <a:ext cx="2025253" cy="807971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0056" y="379218"/>
            <a:ext cx="5925741" cy="807971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1847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0056" y="379217"/>
            <a:ext cx="8101013" cy="1578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0056" y="2209538"/>
            <a:ext cx="8101013" cy="6249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0056" y="8776768"/>
            <a:ext cx="2100263" cy="5041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2B1C3-85C9-4F15-B2B7-DF895873764E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75385" y="8776768"/>
            <a:ext cx="2850356" cy="5041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0806" y="8776768"/>
            <a:ext cx="2100263" cy="5041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355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4008" y="102195"/>
            <a:ext cx="4554000" cy="2473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27" name="Groupe 526"/>
          <p:cNvGrpSpPr/>
          <p:nvPr/>
        </p:nvGrpSpPr>
        <p:grpSpPr>
          <a:xfrm>
            <a:off x="107536" y="2084164"/>
            <a:ext cx="4292600" cy="7331075"/>
            <a:chOff x="467544" y="2124323"/>
            <a:chExt cx="4292600" cy="7331075"/>
          </a:xfrm>
        </p:grpSpPr>
        <p:pic>
          <p:nvPicPr>
            <p:cNvPr id="528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7544" y="2124323"/>
              <a:ext cx="4292600" cy="73310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29" name="Rectangle 528"/>
            <p:cNvSpPr/>
            <p:nvPr/>
          </p:nvSpPr>
          <p:spPr>
            <a:xfrm>
              <a:off x="889200" y="6984000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0" name="Rectangle 529"/>
            <p:cNvSpPr/>
            <p:nvPr/>
          </p:nvSpPr>
          <p:spPr>
            <a:xfrm>
              <a:off x="799200" y="8461027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532" name="Accolade ouvrante 531"/>
          <p:cNvSpPr/>
          <p:nvPr/>
        </p:nvSpPr>
        <p:spPr>
          <a:xfrm>
            <a:off x="4605812" y="1955773"/>
            <a:ext cx="270661" cy="307615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3" name="Accolade ouvrante 532"/>
          <p:cNvSpPr/>
          <p:nvPr/>
        </p:nvSpPr>
        <p:spPr>
          <a:xfrm>
            <a:off x="4630590" y="6582082"/>
            <a:ext cx="270661" cy="202272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4" name="Rectangle 533"/>
          <p:cNvSpPr/>
          <p:nvPr/>
        </p:nvSpPr>
        <p:spPr>
          <a:xfrm>
            <a:off x="6025143" y="759916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 smtClean="0">
                <a:solidFill>
                  <a:srgbClr val="0070C0"/>
                </a:solidFill>
                <a:latin typeface="Symbol" panose="05050102010706020507" pitchFamily="18" charset="2"/>
              </a:rPr>
              <a:t>s</a:t>
            </a:r>
            <a:r>
              <a:rPr lang="fr-FR" sz="2400" dirty="0" smtClean="0">
                <a:solidFill>
                  <a:srgbClr val="0070C0"/>
                </a:solidFill>
              </a:rPr>
              <a:t>+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535" name="ZoneTexte 534"/>
          <p:cNvSpPr txBox="1"/>
          <p:nvPr/>
        </p:nvSpPr>
        <p:spPr>
          <a:xfrm>
            <a:off x="8134947" y="8829997"/>
            <a:ext cx="4315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6" name="Connecteur droit 535"/>
          <p:cNvCxnSpPr/>
          <p:nvPr/>
        </p:nvCxnSpPr>
        <p:spPr>
          <a:xfrm>
            <a:off x="5379445" y="2825919"/>
            <a:ext cx="224208" cy="0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7" name="Connecteur droit 536"/>
          <p:cNvCxnSpPr/>
          <p:nvPr/>
        </p:nvCxnSpPr>
        <p:spPr>
          <a:xfrm>
            <a:off x="5576214" y="8533728"/>
            <a:ext cx="2305826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8" name="Rectangle 537"/>
          <p:cNvSpPr/>
          <p:nvPr/>
        </p:nvSpPr>
        <p:spPr>
          <a:xfrm>
            <a:off x="7948560" y="8339568"/>
            <a:ext cx="583814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/>
              <a:t>S</a:t>
            </a:r>
            <a:r>
              <a:rPr lang="fr-FR" baseline="-25000" dirty="0" err="1" smtClean="0"/>
              <a:t>z</a:t>
            </a:r>
            <a:r>
              <a:rPr lang="fr-FR" dirty="0" smtClean="0"/>
              <a:t>=0</a:t>
            </a:r>
            <a:endParaRPr lang="en-US" dirty="0"/>
          </a:p>
        </p:txBody>
      </p:sp>
      <p:cxnSp>
        <p:nvCxnSpPr>
          <p:cNvPr id="539" name="Connecteur droit 538"/>
          <p:cNvCxnSpPr/>
          <p:nvPr/>
        </p:nvCxnSpPr>
        <p:spPr>
          <a:xfrm>
            <a:off x="5398942" y="3453347"/>
            <a:ext cx="224208" cy="0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0" name="Connecteur droit 539"/>
          <p:cNvCxnSpPr/>
          <p:nvPr/>
        </p:nvCxnSpPr>
        <p:spPr>
          <a:xfrm>
            <a:off x="5383033" y="4262079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1" name="Connecteur droit 540"/>
          <p:cNvCxnSpPr/>
          <p:nvPr/>
        </p:nvCxnSpPr>
        <p:spPr>
          <a:xfrm>
            <a:off x="5377918" y="2620754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2" name="Connecteur droit 541"/>
          <p:cNvCxnSpPr/>
          <p:nvPr/>
        </p:nvCxnSpPr>
        <p:spPr>
          <a:xfrm>
            <a:off x="5401911" y="1984091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43" name="Groupe 542"/>
          <p:cNvGrpSpPr/>
          <p:nvPr/>
        </p:nvGrpSpPr>
        <p:grpSpPr>
          <a:xfrm>
            <a:off x="5373833" y="5698239"/>
            <a:ext cx="3234861" cy="1804831"/>
            <a:chOff x="1018466" y="4468501"/>
            <a:chExt cx="2270725" cy="1266901"/>
          </a:xfrm>
        </p:grpSpPr>
        <p:sp>
          <p:nvSpPr>
            <p:cNvPr id="595" name="Rectangle 594"/>
            <p:cNvSpPr/>
            <p:nvPr/>
          </p:nvSpPr>
          <p:spPr>
            <a:xfrm>
              <a:off x="2798364" y="4468501"/>
              <a:ext cx="490827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/>
                <a:t>S</a:t>
              </a:r>
              <a:r>
                <a:rPr lang="fr-FR" baseline="-25000" dirty="0" err="1"/>
                <a:t>z</a:t>
              </a:r>
              <a:r>
                <a:rPr lang="fr-FR" dirty="0" smtClean="0"/>
                <a:t>=+1</a:t>
              </a:r>
              <a:endParaRPr lang="en-US" dirty="0"/>
            </a:p>
          </p:txBody>
        </p:sp>
        <p:cxnSp>
          <p:nvCxnSpPr>
            <p:cNvPr id="596" name="Connecteur droit 595"/>
            <p:cNvCxnSpPr/>
            <p:nvPr/>
          </p:nvCxnSpPr>
          <p:spPr>
            <a:xfrm flipV="1">
              <a:off x="1166994" y="4646725"/>
              <a:ext cx="1603133" cy="4563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7" name="Connecteur droit 596"/>
            <p:cNvCxnSpPr/>
            <p:nvPr/>
          </p:nvCxnSpPr>
          <p:spPr>
            <a:xfrm>
              <a:off x="1166994" y="5103074"/>
              <a:ext cx="1613507" cy="4936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8" name="Rectangle 597"/>
            <p:cNvSpPr/>
            <p:nvPr/>
          </p:nvSpPr>
          <p:spPr>
            <a:xfrm>
              <a:off x="2798364" y="5476150"/>
              <a:ext cx="459321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/>
                <a:t>S</a:t>
              </a:r>
              <a:r>
                <a:rPr lang="fr-FR" baseline="-25000" dirty="0" err="1" smtClean="0"/>
                <a:t>z</a:t>
              </a:r>
              <a:r>
                <a:rPr lang="fr-FR" dirty="0" smtClean="0"/>
                <a:t>=-1</a:t>
              </a:r>
              <a:endParaRPr lang="en-US" dirty="0"/>
            </a:p>
          </p:txBody>
        </p:sp>
        <p:cxnSp>
          <p:nvCxnSpPr>
            <p:cNvPr id="599" name="Connecteur droit 598"/>
            <p:cNvCxnSpPr/>
            <p:nvPr/>
          </p:nvCxnSpPr>
          <p:spPr>
            <a:xfrm>
              <a:off x="1018466" y="5102442"/>
              <a:ext cx="14944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544" name="Connecteur droit 543"/>
          <p:cNvCxnSpPr/>
          <p:nvPr/>
        </p:nvCxnSpPr>
        <p:spPr>
          <a:xfrm>
            <a:off x="5369015" y="8534023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45" name="Groupe 544"/>
          <p:cNvGrpSpPr/>
          <p:nvPr/>
        </p:nvGrpSpPr>
        <p:grpSpPr>
          <a:xfrm>
            <a:off x="5590822" y="1868140"/>
            <a:ext cx="3371775" cy="1384280"/>
            <a:chOff x="1095683" y="866304"/>
            <a:chExt cx="2366832" cy="971695"/>
          </a:xfrm>
        </p:grpSpPr>
        <p:cxnSp>
          <p:nvCxnSpPr>
            <p:cNvPr id="591" name="Connecteur droit 590"/>
            <p:cNvCxnSpPr/>
            <p:nvPr/>
          </p:nvCxnSpPr>
          <p:spPr>
            <a:xfrm flipV="1">
              <a:off x="1095683" y="1020001"/>
              <a:ext cx="1583015" cy="386777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2" name="Connecteur droit 591"/>
            <p:cNvCxnSpPr/>
            <p:nvPr/>
          </p:nvCxnSpPr>
          <p:spPr>
            <a:xfrm>
              <a:off x="1111330" y="1406140"/>
              <a:ext cx="1583698" cy="291733"/>
            </a:xfrm>
            <a:prstGeom prst="line">
              <a:avLst/>
            </a:prstGeom>
            <a:ln w="28575">
              <a:solidFill>
                <a:srgbClr val="0070C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3" name="Rectangle 592"/>
            <p:cNvSpPr/>
            <p:nvPr/>
          </p:nvSpPr>
          <p:spPr>
            <a:xfrm>
              <a:off x="2661905" y="1578746"/>
              <a:ext cx="784514" cy="2592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0070C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0070C0"/>
                  </a:solidFill>
                </a:rPr>
                <a:t>z</a:t>
              </a:r>
              <a:r>
                <a:rPr lang="fr-FR" dirty="0" smtClean="0">
                  <a:solidFill>
                    <a:srgbClr val="0070C0"/>
                  </a:solidFill>
                </a:rPr>
                <a:t>=-1,+1&gt;</a:t>
              </a:r>
              <a:endParaRPr lang="en-US" dirty="0">
                <a:solidFill>
                  <a:srgbClr val="0070C0"/>
                </a:solidFill>
              </a:endParaRPr>
            </a:p>
          </p:txBody>
        </p:sp>
        <p:sp>
          <p:nvSpPr>
            <p:cNvPr id="594" name="Rectangle 593"/>
            <p:cNvSpPr/>
            <p:nvPr/>
          </p:nvSpPr>
          <p:spPr>
            <a:xfrm>
              <a:off x="2678001" y="866304"/>
              <a:ext cx="784514" cy="2592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FF000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FF0000"/>
                  </a:solidFill>
                </a:rPr>
                <a:t>z</a:t>
              </a:r>
              <a:r>
                <a:rPr lang="fr-FR" dirty="0" smtClean="0">
                  <a:solidFill>
                    <a:srgbClr val="FF0000"/>
                  </a:solidFill>
                </a:rPr>
                <a:t>=+1,-1&gt;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cxnSp>
        <p:nvCxnSpPr>
          <p:cNvPr id="546" name="Connecteur droit 545"/>
          <p:cNvCxnSpPr/>
          <p:nvPr/>
        </p:nvCxnSpPr>
        <p:spPr>
          <a:xfrm>
            <a:off x="5607242" y="5082742"/>
            <a:ext cx="2302224" cy="294431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7" name="Connecteur droit 546"/>
          <p:cNvCxnSpPr/>
          <p:nvPr/>
        </p:nvCxnSpPr>
        <p:spPr>
          <a:xfrm flipV="1">
            <a:off x="5630404" y="4823156"/>
            <a:ext cx="2251635" cy="259586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8" name="Connecteur droit 547"/>
          <p:cNvCxnSpPr/>
          <p:nvPr/>
        </p:nvCxnSpPr>
        <p:spPr>
          <a:xfrm>
            <a:off x="5383033" y="5082742"/>
            <a:ext cx="224208" cy="0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9" name="Rectangle 548"/>
          <p:cNvSpPr/>
          <p:nvPr/>
        </p:nvSpPr>
        <p:spPr>
          <a:xfrm>
            <a:off x="7845975" y="3621473"/>
            <a:ext cx="1047082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0070C0"/>
                </a:solidFill>
              </a:rPr>
              <a:t>IS</a:t>
            </a:r>
            <a:r>
              <a:rPr lang="fr-FR" baseline="-25000" dirty="0" err="1" smtClean="0">
                <a:solidFill>
                  <a:srgbClr val="0070C0"/>
                </a:solidFill>
              </a:rPr>
              <a:t>z</a:t>
            </a:r>
            <a:r>
              <a:rPr lang="fr-FR" dirty="0" smtClean="0">
                <a:solidFill>
                  <a:srgbClr val="0070C0"/>
                </a:solidFill>
              </a:rPr>
              <a:t>=0,+1&gt;</a:t>
            </a:r>
            <a:endParaRPr lang="en-US" dirty="0">
              <a:solidFill>
                <a:srgbClr val="0070C0"/>
              </a:solidFill>
            </a:endParaRPr>
          </a:p>
        </p:txBody>
      </p:sp>
      <p:grpSp>
        <p:nvGrpSpPr>
          <p:cNvPr id="550" name="Groupe 549"/>
          <p:cNvGrpSpPr/>
          <p:nvPr/>
        </p:nvGrpSpPr>
        <p:grpSpPr>
          <a:xfrm>
            <a:off x="5601113" y="392966"/>
            <a:ext cx="3443426" cy="3299531"/>
            <a:chOff x="1082348" y="695014"/>
            <a:chExt cx="2417128" cy="2316105"/>
          </a:xfrm>
        </p:grpSpPr>
        <p:cxnSp>
          <p:nvCxnSpPr>
            <p:cNvPr id="587" name="Connecteur droit 586"/>
            <p:cNvCxnSpPr/>
            <p:nvPr/>
          </p:nvCxnSpPr>
          <p:spPr>
            <a:xfrm flipV="1">
              <a:off x="1095683" y="833514"/>
              <a:ext cx="1628417" cy="973931"/>
            </a:xfrm>
            <a:prstGeom prst="line">
              <a:avLst/>
            </a:prstGeom>
            <a:ln w="28575">
              <a:solidFill>
                <a:srgbClr val="0070C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8" name="Connecteur droit 587"/>
            <p:cNvCxnSpPr/>
            <p:nvPr/>
          </p:nvCxnSpPr>
          <p:spPr>
            <a:xfrm>
              <a:off x="1082348" y="1812276"/>
              <a:ext cx="1615968" cy="1077465"/>
            </a:xfrm>
            <a:prstGeom prst="line">
              <a:avLst/>
            </a:prstGeom>
            <a:ln w="28575">
              <a:solidFill>
                <a:srgbClr val="FF000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9" name="Rectangle 588"/>
            <p:cNvSpPr/>
            <p:nvPr/>
          </p:nvSpPr>
          <p:spPr>
            <a:xfrm>
              <a:off x="2683455" y="695014"/>
              <a:ext cx="816021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>
                  <a:solidFill>
                    <a:srgbClr val="0070C0"/>
                  </a:solidFill>
                </a:rPr>
                <a:t>I</a:t>
              </a:r>
              <a:r>
                <a:rPr lang="fr-FR" dirty="0" err="1" smtClean="0">
                  <a:solidFill>
                    <a:srgbClr val="0070C0"/>
                  </a:solidFill>
                </a:rPr>
                <a:t>S</a:t>
              </a:r>
              <a:r>
                <a:rPr lang="fr-FR" baseline="-25000" dirty="0" err="1" smtClean="0">
                  <a:solidFill>
                    <a:srgbClr val="0070C0"/>
                  </a:solidFill>
                </a:rPr>
                <a:t>z</a:t>
              </a:r>
              <a:r>
                <a:rPr lang="fr-FR" dirty="0" smtClean="0">
                  <a:solidFill>
                    <a:srgbClr val="0070C0"/>
                  </a:solidFill>
                </a:rPr>
                <a:t>=+1,+1&gt;</a:t>
              </a:r>
              <a:endParaRPr lang="en-US" dirty="0">
                <a:solidFill>
                  <a:srgbClr val="0070C0"/>
                </a:solidFill>
              </a:endParaRPr>
            </a:p>
          </p:txBody>
        </p:sp>
        <p:sp>
          <p:nvSpPr>
            <p:cNvPr id="590" name="Rectangle 589"/>
            <p:cNvSpPr/>
            <p:nvPr/>
          </p:nvSpPr>
          <p:spPr>
            <a:xfrm>
              <a:off x="2657442" y="2751867"/>
              <a:ext cx="753007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FF000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FF0000"/>
                  </a:solidFill>
                </a:rPr>
                <a:t>z</a:t>
              </a:r>
              <a:r>
                <a:rPr lang="fr-FR" dirty="0" smtClean="0">
                  <a:solidFill>
                    <a:srgbClr val="FF0000"/>
                  </a:solidFill>
                </a:rPr>
                <a:t>=-1,-1&gt;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551" name="Rectangle 550"/>
          <p:cNvSpPr/>
          <p:nvPr/>
        </p:nvSpPr>
        <p:spPr>
          <a:xfrm>
            <a:off x="7849481" y="4388420"/>
            <a:ext cx="1002198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FF0000"/>
                </a:solidFill>
              </a:rPr>
              <a:t>IS</a:t>
            </a:r>
            <a:r>
              <a:rPr lang="fr-FR" baseline="-25000" dirty="0" err="1" smtClean="0">
                <a:solidFill>
                  <a:srgbClr val="FF0000"/>
                </a:solidFill>
              </a:rPr>
              <a:t>z</a:t>
            </a:r>
            <a:r>
              <a:rPr lang="fr-FR" dirty="0" smtClean="0">
                <a:solidFill>
                  <a:srgbClr val="FF0000"/>
                </a:solidFill>
              </a:rPr>
              <a:t>=0,-1&gt;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552" name="Connecteur droit 551"/>
          <p:cNvCxnSpPr/>
          <p:nvPr/>
        </p:nvCxnSpPr>
        <p:spPr>
          <a:xfrm>
            <a:off x="5586126" y="4262079"/>
            <a:ext cx="2334623" cy="438809"/>
          </a:xfrm>
          <a:prstGeom prst="line">
            <a:avLst/>
          </a:prstGeom>
          <a:ln w="28575">
            <a:solidFill>
              <a:srgbClr val="FF0000"/>
            </a:solidFill>
            <a:prstDash val="soli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3" name="Connecteur droit 552"/>
          <p:cNvCxnSpPr/>
          <p:nvPr/>
        </p:nvCxnSpPr>
        <p:spPr>
          <a:xfrm flipV="1">
            <a:off x="5594788" y="3828156"/>
            <a:ext cx="2353773" cy="433923"/>
          </a:xfrm>
          <a:prstGeom prst="line">
            <a:avLst/>
          </a:prstGeom>
          <a:ln w="28575">
            <a:solidFill>
              <a:srgbClr val="0070C0"/>
            </a:solidFill>
            <a:prstDash val="soli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4" name="Ellipse 553"/>
          <p:cNvSpPr/>
          <p:nvPr/>
        </p:nvSpPr>
        <p:spPr>
          <a:xfrm>
            <a:off x="6770953" y="2711260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55" name="Ellipse 554"/>
          <p:cNvSpPr/>
          <p:nvPr/>
        </p:nvSpPr>
        <p:spPr>
          <a:xfrm>
            <a:off x="6124033" y="2300188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56" name="Ellipse 555"/>
          <p:cNvSpPr/>
          <p:nvPr/>
        </p:nvSpPr>
        <p:spPr>
          <a:xfrm>
            <a:off x="5433669" y="4105018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57" name="Ellipse 556"/>
          <p:cNvSpPr/>
          <p:nvPr/>
        </p:nvSpPr>
        <p:spPr>
          <a:xfrm>
            <a:off x="7307571" y="3744881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558" name="Groupe 557"/>
          <p:cNvGrpSpPr/>
          <p:nvPr/>
        </p:nvGrpSpPr>
        <p:grpSpPr>
          <a:xfrm>
            <a:off x="5584543" y="2620754"/>
            <a:ext cx="3378051" cy="1629749"/>
            <a:chOff x="1082348" y="1392536"/>
            <a:chExt cx="2371238" cy="1144002"/>
          </a:xfrm>
        </p:grpSpPr>
        <p:cxnSp>
          <p:nvCxnSpPr>
            <p:cNvPr id="583" name="Connecteur droit 582"/>
            <p:cNvCxnSpPr/>
            <p:nvPr/>
          </p:nvCxnSpPr>
          <p:spPr>
            <a:xfrm flipV="1">
              <a:off x="1082348" y="1553317"/>
              <a:ext cx="1623377" cy="417699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4" name="Connecteur droit 583"/>
            <p:cNvCxnSpPr/>
            <p:nvPr/>
          </p:nvCxnSpPr>
          <p:spPr>
            <a:xfrm>
              <a:off x="1113921" y="1974726"/>
              <a:ext cx="1627859" cy="417642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5" name="Rectangle 584"/>
            <p:cNvSpPr/>
            <p:nvPr/>
          </p:nvSpPr>
          <p:spPr>
            <a:xfrm>
              <a:off x="2669072" y="2277286"/>
              <a:ext cx="784514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00B05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00B050"/>
                  </a:solidFill>
                </a:rPr>
                <a:t>z</a:t>
              </a:r>
              <a:r>
                <a:rPr lang="fr-FR" dirty="0" smtClean="0">
                  <a:solidFill>
                    <a:srgbClr val="00B050"/>
                  </a:solidFill>
                </a:rPr>
                <a:t>=-1,+2&gt;</a:t>
              </a:r>
              <a:endParaRPr lang="en-US" dirty="0">
                <a:solidFill>
                  <a:srgbClr val="00B050"/>
                </a:solidFill>
              </a:endParaRPr>
            </a:p>
          </p:txBody>
        </p:sp>
        <p:sp>
          <p:nvSpPr>
            <p:cNvPr id="586" name="Rectangle 585"/>
            <p:cNvSpPr/>
            <p:nvPr/>
          </p:nvSpPr>
          <p:spPr>
            <a:xfrm>
              <a:off x="2656654" y="1392536"/>
              <a:ext cx="784514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00B05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00B050"/>
                  </a:solidFill>
                </a:rPr>
                <a:t>z</a:t>
              </a:r>
              <a:r>
                <a:rPr lang="fr-FR" dirty="0" smtClean="0">
                  <a:solidFill>
                    <a:srgbClr val="00B050"/>
                  </a:solidFill>
                </a:rPr>
                <a:t>=+1,-2&gt;</a:t>
              </a:r>
              <a:endParaRPr lang="en-US" dirty="0">
                <a:solidFill>
                  <a:srgbClr val="00B050"/>
                </a:solidFill>
              </a:endParaRPr>
            </a:p>
          </p:txBody>
        </p:sp>
      </p:grpSp>
      <p:cxnSp>
        <p:nvCxnSpPr>
          <p:cNvPr id="559" name="Connecteur droit 558"/>
          <p:cNvCxnSpPr/>
          <p:nvPr/>
        </p:nvCxnSpPr>
        <p:spPr>
          <a:xfrm flipV="1">
            <a:off x="5600844" y="1794618"/>
            <a:ext cx="2235037" cy="1031303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0" name="Connecteur droit 559"/>
          <p:cNvCxnSpPr/>
          <p:nvPr/>
        </p:nvCxnSpPr>
        <p:spPr>
          <a:xfrm>
            <a:off x="5620624" y="2811803"/>
            <a:ext cx="2261415" cy="1016353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1" name="Rectangle 560"/>
          <p:cNvSpPr/>
          <p:nvPr/>
        </p:nvSpPr>
        <p:spPr>
          <a:xfrm>
            <a:off x="7850030" y="1570817"/>
            <a:ext cx="1162499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00B050"/>
                </a:solidFill>
              </a:rPr>
              <a:t>IS</a:t>
            </a:r>
            <a:r>
              <a:rPr lang="fr-FR" baseline="-25000" dirty="0" err="1" smtClean="0">
                <a:solidFill>
                  <a:srgbClr val="00B050"/>
                </a:solidFill>
              </a:rPr>
              <a:t>z</a:t>
            </a:r>
            <a:r>
              <a:rPr lang="fr-FR" dirty="0" smtClean="0">
                <a:solidFill>
                  <a:srgbClr val="00B050"/>
                </a:solidFill>
              </a:rPr>
              <a:t>=+1,+2&gt;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62" name="Rectangle 561"/>
          <p:cNvSpPr/>
          <p:nvPr/>
        </p:nvSpPr>
        <p:spPr>
          <a:xfrm>
            <a:off x="7853007" y="4689315"/>
            <a:ext cx="1047082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00B050"/>
                </a:solidFill>
              </a:rPr>
              <a:t>IS</a:t>
            </a:r>
            <a:r>
              <a:rPr lang="fr-FR" baseline="-25000" dirty="0" err="1" smtClean="0">
                <a:solidFill>
                  <a:srgbClr val="00B050"/>
                </a:solidFill>
              </a:rPr>
              <a:t>z</a:t>
            </a:r>
            <a:r>
              <a:rPr lang="fr-FR" dirty="0" smtClean="0">
                <a:solidFill>
                  <a:srgbClr val="00B050"/>
                </a:solidFill>
              </a:rPr>
              <a:t>=0,+2&gt;</a:t>
            </a:r>
            <a:endParaRPr lang="en-US" dirty="0">
              <a:solidFill>
                <a:srgbClr val="00B050"/>
              </a:solidFill>
            </a:endParaRPr>
          </a:p>
        </p:txBody>
      </p:sp>
      <p:cxnSp>
        <p:nvCxnSpPr>
          <p:cNvPr id="563" name="Connecteur droit avec flèche 562"/>
          <p:cNvCxnSpPr/>
          <p:nvPr/>
        </p:nvCxnSpPr>
        <p:spPr>
          <a:xfrm flipH="1">
            <a:off x="6640636" y="4121416"/>
            <a:ext cx="9109" cy="4340478"/>
          </a:xfrm>
          <a:prstGeom prst="straightConnector1">
            <a:avLst/>
          </a:prstGeom>
          <a:ln>
            <a:solidFill>
              <a:srgbClr val="0033CC"/>
            </a:solidFill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64" name="Connecteur droit avec flèche 563"/>
          <p:cNvCxnSpPr/>
          <p:nvPr/>
        </p:nvCxnSpPr>
        <p:spPr>
          <a:xfrm flipH="1">
            <a:off x="6810780" y="4524354"/>
            <a:ext cx="1" cy="393754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5" name="Rectangle 564"/>
          <p:cNvSpPr/>
          <p:nvPr/>
        </p:nvSpPr>
        <p:spPr>
          <a:xfrm>
            <a:off x="6834092" y="7627342"/>
            <a:ext cx="465193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2400" dirty="0" smtClean="0">
                <a:solidFill>
                  <a:srgbClr val="FF0000"/>
                </a:solidFill>
              </a:rPr>
              <a:t>-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566" name="ZoneTexte 565"/>
          <p:cNvSpPr txBox="1"/>
          <p:nvPr/>
        </p:nvSpPr>
        <p:spPr>
          <a:xfrm>
            <a:off x="5118398" y="3803065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7" name="ZoneTexte 566"/>
          <p:cNvSpPr txBox="1"/>
          <p:nvPr/>
        </p:nvSpPr>
        <p:spPr>
          <a:xfrm>
            <a:off x="6901159" y="2372196"/>
            <a:ext cx="627095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(2,3)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8" name="ZoneTexte 567"/>
          <p:cNvSpPr txBox="1"/>
          <p:nvPr/>
        </p:nvSpPr>
        <p:spPr>
          <a:xfrm>
            <a:off x="5908758" y="1940148"/>
            <a:ext cx="453970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9" name="ZoneTexte 568"/>
          <p:cNvSpPr txBox="1"/>
          <p:nvPr/>
        </p:nvSpPr>
        <p:spPr>
          <a:xfrm>
            <a:off x="7172494" y="4001365"/>
            <a:ext cx="453970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0" name="ZoneTexte 569"/>
          <p:cNvSpPr txBox="1"/>
          <p:nvPr/>
        </p:nvSpPr>
        <p:spPr>
          <a:xfrm>
            <a:off x="5360197" y="8841154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1" name="Line 10"/>
          <p:cNvSpPr>
            <a:spLocks noChangeShapeType="1"/>
          </p:cNvSpPr>
          <p:nvPr/>
        </p:nvSpPr>
        <p:spPr bwMode="auto">
          <a:xfrm flipV="1">
            <a:off x="5560395" y="6005773"/>
            <a:ext cx="15819" cy="2895436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572" name="Forme libre 11"/>
          <p:cNvSpPr>
            <a:spLocks/>
          </p:cNvSpPr>
          <p:nvPr/>
        </p:nvSpPr>
        <p:spPr bwMode="auto">
          <a:xfrm>
            <a:off x="5455209" y="5972764"/>
            <a:ext cx="229462" cy="159964"/>
          </a:xfrm>
          <a:custGeom>
            <a:avLst/>
            <a:gdLst>
              <a:gd name="T0" fmla="*/ 0 w 283029"/>
              <a:gd name="T1" fmla="*/ 68942 h 174171"/>
              <a:gd name="T2" fmla="*/ 108857 w 283029"/>
              <a:gd name="T3" fmla="*/ 14514 h 174171"/>
              <a:gd name="T4" fmla="*/ 206829 w 283029"/>
              <a:gd name="T5" fmla="*/ 156028 h 174171"/>
              <a:gd name="T6" fmla="*/ 283029 w 283029"/>
              <a:gd name="T7" fmla="*/ 123371 h 17417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83029" h="174171">
                <a:moveTo>
                  <a:pt x="0" y="68942"/>
                </a:moveTo>
                <a:cubicBezTo>
                  <a:pt x="37193" y="34471"/>
                  <a:pt x="74386" y="0"/>
                  <a:pt x="108857" y="14514"/>
                </a:cubicBezTo>
                <a:cubicBezTo>
                  <a:pt x="143328" y="29028"/>
                  <a:pt x="177800" y="137885"/>
                  <a:pt x="206829" y="156028"/>
                </a:cubicBezTo>
                <a:cubicBezTo>
                  <a:pt x="235858" y="174171"/>
                  <a:pt x="259443" y="148771"/>
                  <a:pt x="283029" y="123371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sp>
        <p:nvSpPr>
          <p:cNvPr id="573" name="Line 10"/>
          <p:cNvSpPr>
            <a:spLocks noChangeShapeType="1"/>
          </p:cNvSpPr>
          <p:nvPr/>
        </p:nvSpPr>
        <p:spPr bwMode="auto">
          <a:xfrm flipV="1">
            <a:off x="5587566" y="392966"/>
            <a:ext cx="46126" cy="5536021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574" name="Forme libre 11"/>
          <p:cNvSpPr>
            <a:spLocks/>
          </p:cNvSpPr>
          <p:nvPr/>
        </p:nvSpPr>
        <p:spPr bwMode="auto">
          <a:xfrm>
            <a:off x="5455209" y="5839113"/>
            <a:ext cx="229462" cy="159964"/>
          </a:xfrm>
          <a:custGeom>
            <a:avLst/>
            <a:gdLst>
              <a:gd name="T0" fmla="*/ 0 w 283029"/>
              <a:gd name="T1" fmla="*/ 68942 h 174171"/>
              <a:gd name="T2" fmla="*/ 108857 w 283029"/>
              <a:gd name="T3" fmla="*/ 14514 h 174171"/>
              <a:gd name="T4" fmla="*/ 206829 w 283029"/>
              <a:gd name="T5" fmla="*/ 156028 h 174171"/>
              <a:gd name="T6" fmla="*/ 283029 w 283029"/>
              <a:gd name="T7" fmla="*/ 123371 h 17417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83029" h="174171">
                <a:moveTo>
                  <a:pt x="0" y="68942"/>
                </a:moveTo>
                <a:cubicBezTo>
                  <a:pt x="37193" y="34471"/>
                  <a:pt x="74386" y="0"/>
                  <a:pt x="108857" y="14514"/>
                </a:cubicBezTo>
                <a:cubicBezTo>
                  <a:pt x="143328" y="29028"/>
                  <a:pt x="177800" y="137885"/>
                  <a:pt x="206829" y="156028"/>
                </a:cubicBezTo>
                <a:cubicBezTo>
                  <a:pt x="235858" y="174171"/>
                  <a:pt x="259443" y="148771"/>
                  <a:pt x="283029" y="123371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sp>
        <p:nvSpPr>
          <p:cNvPr id="575" name="Rectangle 574"/>
          <p:cNvSpPr/>
          <p:nvPr/>
        </p:nvSpPr>
        <p:spPr>
          <a:xfrm>
            <a:off x="5651864" y="283964"/>
            <a:ext cx="34176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6" name="Connecteur droit avec flèche 575"/>
          <p:cNvCxnSpPr/>
          <p:nvPr/>
        </p:nvCxnSpPr>
        <p:spPr>
          <a:xfrm flipH="1">
            <a:off x="5427023" y="6623208"/>
            <a:ext cx="29159" cy="1906104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7" name="Rectangle 576"/>
          <p:cNvSpPr/>
          <p:nvPr/>
        </p:nvSpPr>
        <p:spPr>
          <a:xfrm>
            <a:off x="4901251" y="7426040"/>
            <a:ext cx="455574" cy="4001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8" name="Line 10"/>
          <p:cNvSpPr>
            <a:spLocks noChangeShapeType="1"/>
          </p:cNvSpPr>
          <p:nvPr/>
        </p:nvSpPr>
        <p:spPr bwMode="auto">
          <a:xfrm flipV="1">
            <a:off x="5454817" y="8841154"/>
            <a:ext cx="2873306" cy="0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579" name="Rectangle 13"/>
          <p:cNvSpPr>
            <a:spLocks noChangeArrowheads="1"/>
          </p:cNvSpPr>
          <p:nvPr/>
        </p:nvSpPr>
        <p:spPr bwMode="auto">
          <a:xfrm rot="16200000">
            <a:off x="3702297" y="3356508"/>
            <a:ext cx="1399074" cy="363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5527" tIns="42764" rIns="85527" bIns="42764">
            <a:spAutoFit/>
          </a:bodyPr>
          <a:lstStyle/>
          <a:p>
            <a:pPr algn="ctr" hangingPunct="1">
              <a:lnSpc>
                <a:spcPct val="100000"/>
              </a:lnSpc>
              <a:tabLst>
                <a:tab pos="426935" algn="l"/>
                <a:tab pos="853868" algn="l"/>
              </a:tabLst>
            </a:pPr>
            <a:r>
              <a:rPr lang="en-GB" dirty="0" smtClean="0">
                <a:solidFill>
                  <a:srgbClr val="000000"/>
                </a:solidFill>
                <a:latin typeface="Times New Roman" pitchFamily="16" charset="0"/>
              </a:rPr>
              <a:t>X-Cr</a:t>
            </a:r>
            <a:endParaRPr lang="en-GB" dirty="0">
              <a:solidFill>
                <a:srgbClr val="000000"/>
              </a:solidFill>
              <a:latin typeface="Times New Roman" pitchFamily="16" charset="0"/>
            </a:endParaRPr>
          </a:p>
        </p:txBody>
      </p:sp>
      <p:sp>
        <p:nvSpPr>
          <p:cNvPr id="580" name="Rectangle 73"/>
          <p:cNvSpPr>
            <a:spLocks noChangeArrowheads="1"/>
          </p:cNvSpPr>
          <p:nvPr/>
        </p:nvSpPr>
        <p:spPr bwMode="auto">
          <a:xfrm rot="16200000">
            <a:off x="3694104" y="7447088"/>
            <a:ext cx="1399074" cy="363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5527" tIns="42764" rIns="85527" bIns="42764">
            <a:spAutoFit/>
          </a:bodyPr>
          <a:lstStyle/>
          <a:p>
            <a:pPr algn="ctr" hangingPunct="1">
              <a:lnSpc>
                <a:spcPct val="100000"/>
              </a:lnSpc>
              <a:tabLst>
                <a:tab pos="426935" algn="l"/>
                <a:tab pos="853868" algn="l"/>
              </a:tabLst>
            </a:pPr>
            <a:r>
              <a:rPr lang="en-GB" dirty="0">
                <a:solidFill>
                  <a:srgbClr val="000000"/>
                </a:solidFill>
                <a:latin typeface="Times New Roman" pitchFamily="16" charset="0"/>
              </a:rPr>
              <a:t>Cr</a:t>
            </a:r>
          </a:p>
        </p:txBody>
      </p:sp>
      <p:sp>
        <p:nvSpPr>
          <p:cNvPr id="581" name="Ellipse 580"/>
          <p:cNvSpPr/>
          <p:nvPr/>
        </p:nvSpPr>
        <p:spPr>
          <a:xfrm>
            <a:off x="7615318" y="4577686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2" name="ZoneTexte 581"/>
          <p:cNvSpPr txBox="1"/>
          <p:nvPr/>
        </p:nvSpPr>
        <p:spPr>
          <a:xfrm>
            <a:off x="7363649" y="4841589"/>
            <a:ext cx="453970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1" name="Ellipse 600"/>
          <p:cNvSpPr/>
          <p:nvPr/>
        </p:nvSpPr>
        <p:spPr>
          <a:xfrm>
            <a:off x="2124298" y="5250409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02" name="ZoneTexte 601"/>
          <p:cNvSpPr txBox="1"/>
          <p:nvPr/>
        </p:nvSpPr>
        <p:spPr>
          <a:xfrm>
            <a:off x="2772370" y="5105196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3" name="Ellipse 602"/>
          <p:cNvSpPr/>
          <p:nvPr/>
        </p:nvSpPr>
        <p:spPr>
          <a:xfrm>
            <a:off x="2175838" y="3273370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05" name="ZoneTexte 604"/>
          <p:cNvSpPr txBox="1"/>
          <p:nvPr/>
        </p:nvSpPr>
        <p:spPr>
          <a:xfrm>
            <a:off x="2628354" y="3301240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6" name="Ellipse 605"/>
          <p:cNvSpPr/>
          <p:nvPr/>
        </p:nvSpPr>
        <p:spPr>
          <a:xfrm>
            <a:off x="2137192" y="7083838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07" name="Ellipse 606"/>
          <p:cNvSpPr/>
          <p:nvPr/>
        </p:nvSpPr>
        <p:spPr>
          <a:xfrm>
            <a:off x="2713132" y="8112386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08" name="Ellipse 607"/>
          <p:cNvSpPr/>
          <p:nvPr/>
        </p:nvSpPr>
        <p:spPr>
          <a:xfrm>
            <a:off x="1620242" y="4460527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09" name="ZoneTexte 608"/>
          <p:cNvSpPr txBox="1"/>
          <p:nvPr/>
        </p:nvSpPr>
        <p:spPr>
          <a:xfrm>
            <a:off x="1695880" y="7173700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0" name="ZoneTexte 609"/>
          <p:cNvSpPr txBox="1"/>
          <p:nvPr/>
        </p:nvSpPr>
        <p:spPr>
          <a:xfrm>
            <a:off x="1191824" y="4518695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1" name="ZoneTexte 610"/>
          <p:cNvSpPr txBox="1"/>
          <p:nvPr/>
        </p:nvSpPr>
        <p:spPr>
          <a:xfrm>
            <a:off x="3272796" y="8152397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252090" y="-89817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3" name="ZoneTexte 612"/>
          <p:cNvSpPr txBox="1"/>
          <p:nvPr/>
        </p:nvSpPr>
        <p:spPr>
          <a:xfrm>
            <a:off x="252090" y="1968798"/>
            <a:ext cx="441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4" name="ZoneTexte 613"/>
          <p:cNvSpPr txBox="1"/>
          <p:nvPr/>
        </p:nvSpPr>
        <p:spPr>
          <a:xfrm>
            <a:off x="4710478" y="141015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166554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106</Words>
  <Application>Microsoft Office PowerPoint</Application>
  <PresentationFormat>Personnalisé</PresentationFormat>
  <Paragraphs>34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6</cp:revision>
  <dcterms:created xsi:type="dcterms:W3CDTF">2017-06-26T14:44:30Z</dcterms:created>
  <dcterms:modified xsi:type="dcterms:W3CDTF">2017-06-26T16:17:14Z</dcterms:modified>
</cp:coreProperties>
</file>