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5797550" cy="6948488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957" autoAdjust="0"/>
  </p:normalViewPr>
  <p:slideViewPr>
    <p:cSldViewPr>
      <p:cViewPr>
        <p:scale>
          <a:sx n="75" d="100"/>
          <a:sy n="75" d="100"/>
        </p:scale>
        <p:origin x="-2364" y="-336"/>
      </p:cViewPr>
      <p:guideLst>
        <p:guide orient="horz" pos="2189"/>
        <p:guide pos="1827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Diapositive de 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ctrTitle"/>
          </p:nvPr>
        </p:nvSpPr>
        <p:spPr>
          <a:xfrm>
            <a:off x="434818" y="2158542"/>
            <a:ext cx="4927917" cy="1489421"/>
          </a:xfrm>
        </p:spPr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Sous-titre 2"/>
          <p:cNvSpPr>
            <a:spLocks noGrp="1"/>
          </p:cNvSpPr>
          <p:nvPr>
            <p:ph type="subTitle" idx="1"/>
          </p:nvPr>
        </p:nvSpPr>
        <p:spPr>
          <a:xfrm>
            <a:off x="869634" y="3937483"/>
            <a:ext cx="4058285" cy="1775725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fr-FR" smtClean="0"/>
              <a:t>Modifiez le style des sous-titres du masque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DBA8FD-0BE8-4236-A661-54A1E3FD23D6}" type="datetimeFigureOut">
              <a:rPr lang="fr-FR" smtClean="0"/>
              <a:t>26/06/2017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1F759-D5A5-420D-A119-291B9CAA73E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7688738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DBA8FD-0BE8-4236-A661-54A1E3FD23D6}" type="datetimeFigureOut">
              <a:rPr lang="fr-FR" smtClean="0"/>
              <a:t>26/06/2017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1F759-D5A5-420D-A119-291B9CAA73E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57486782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Titre de sec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457966" y="4465048"/>
            <a:ext cx="4927917" cy="138004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457966" y="2945074"/>
            <a:ext cx="4927917" cy="1519981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DBA8FD-0BE8-4236-A661-54A1E3FD23D6}" type="datetimeFigureOut">
              <a:rPr lang="fr-FR" smtClean="0"/>
              <a:t>26/06/2017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1F759-D5A5-420D-A119-291B9CAA73E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3913150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eux contenu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sz="half" idx="1"/>
          </p:nvPr>
        </p:nvSpPr>
        <p:spPr>
          <a:xfrm>
            <a:off x="289878" y="1659920"/>
            <a:ext cx="2560584" cy="469505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2947088" y="1659920"/>
            <a:ext cx="2560584" cy="4695055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DBA8FD-0BE8-4236-A661-54A1E3FD23D6}" type="datetimeFigureOut">
              <a:rPr lang="fr-FR" smtClean="0"/>
              <a:t>26/06/2017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1F759-D5A5-420D-A119-291B9CAA73E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0563859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89879" y="278262"/>
            <a:ext cx="5217795" cy="1158082"/>
          </a:xfrm>
        </p:spPr>
        <p:txBody>
          <a:bodyPr/>
          <a:lstStyle>
            <a:lvl1pPr>
              <a:defRPr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289879" y="1555368"/>
            <a:ext cx="2561591" cy="648204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4" name="Espace réservé du contenu 3"/>
          <p:cNvSpPr>
            <a:spLocks noGrp="1"/>
          </p:cNvSpPr>
          <p:nvPr>
            <p:ph sz="half" idx="2"/>
          </p:nvPr>
        </p:nvSpPr>
        <p:spPr>
          <a:xfrm>
            <a:off x="289879" y="2203578"/>
            <a:ext cx="2561591" cy="400342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5" name="Espace réservé du texte 4"/>
          <p:cNvSpPr>
            <a:spLocks noGrp="1"/>
          </p:cNvSpPr>
          <p:nvPr>
            <p:ph type="body" sz="quarter" idx="3"/>
          </p:nvPr>
        </p:nvSpPr>
        <p:spPr>
          <a:xfrm>
            <a:off x="2945078" y="1555368"/>
            <a:ext cx="2562598" cy="648204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6" name="Espace réservé du contenu 5"/>
          <p:cNvSpPr>
            <a:spLocks noGrp="1"/>
          </p:cNvSpPr>
          <p:nvPr>
            <p:ph sz="quarter" idx="4"/>
          </p:nvPr>
        </p:nvSpPr>
        <p:spPr>
          <a:xfrm>
            <a:off x="2945078" y="2203578"/>
            <a:ext cx="2562598" cy="4003423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7" name="Espace réservé de la date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DBA8FD-0BE8-4236-A661-54A1E3FD23D6}" type="datetimeFigureOut">
              <a:rPr lang="fr-FR" smtClean="0"/>
              <a:t>26/06/2017</a:t>
            </a:fld>
            <a:endParaRPr lang="fr-FR"/>
          </a:p>
        </p:txBody>
      </p:sp>
      <p:sp>
        <p:nvSpPr>
          <p:cNvPr id="8" name="Espace réservé du pied de page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9" name="Espace réservé du numéro de diapositive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1F759-D5A5-420D-A119-291B9CAA73E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08515344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re seu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DBA8FD-0BE8-4236-A661-54A1E3FD23D6}" type="datetimeFigureOut">
              <a:rPr lang="fr-FR" smtClean="0"/>
              <a:t>26/06/2017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1F759-D5A5-420D-A119-291B9CAA73E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116389867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DBA8FD-0BE8-4236-A661-54A1E3FD23D6}" type="datetimeFigureOut">
              <a:rPr lang="fr-FR" smtClean="0"/>
              <a:t>26/06/2017</a:t>
            </a:fld>
            <a:endParaRPr lang="fr-FR"/>
          </a:p>
        </p:txBody>
      </p:sp>
      <p:sp>
        <p:nvSpPr>
          <p:cNvPr id="3" name="Espace réservé du pied de page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1F759-D5A5-420D-A119-291B9CAA73E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5826827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u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289880" y="276653"/>
            <a:ext cx="1907354" cy="1177382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contenu 2"/>
          <p:cNvSpPr>
            <a:spLocks noGrp="1"/>
          </p:cNvSpPr>
          <p:nvPr>
            <p:ph idx="1"/>
          </p:nvPr>
        </p:nvSpPr>
        <p:spPr>
          <a:xfrm>
            <a:off x="2266681" y="276654"/>
            <a:ext cx="3240991" cy="5930342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289880" y="1454041"/>
            <a:ext cx="1907354" cy="475295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DBA8FD-0BE8-4236-A661-54A1E3FD23D6}" type="datetimeFigureOut">
              <a:rPr lang="fr-FR" smtClean="0"/>
              <a:t>26/06/2017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1F759-D5A5-420D-A119-291B9CAA73E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82010547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 avec légen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>
          <a:xfrm>
            <a:off x="1136361" y="4863947"/>
            <a:ext cx="3478530" cy="574217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pour une image  2"/>
          <p:cNvSpPr>
            <a:spLocks noGrp="1"/>
          </p:cNvSpPr>
          <p:nvPr>
            <p:ph type="pic" idx="1"/>
          </p:nvPr>
        </p:nvSpPr>
        <p:spPr>
          <a:xfrm>
            <a:off x="1136361" y="620866"/>
            <a:ext cx="3478530" cy="4169093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fr-FR"/>
          </a:p>
        </p:txBody>
      </p:sp>
      <p:sp>
        <p:nvSpPr>
          <p:cNvPr id="4" name="Espace réservé du texte 3"/>
          <p:cNvSpPr>
            <a:spLocks noGrp="1"/>
          </p:cNvSpPr>
          <p:nvPr>
            <p:ph type="body" sz="half" idx="2"/>
          </p:nvPr>
        </p:nvSpPr>
        <p:spPr>
          <a:xfrm>
            <a:off x="1136361" y="5438158"/>
            <a:ext cx="3478530" cy="81548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fr-FR" smtClean="0"/>
              <a:t>Modifiez les styles du texte du masque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DBA8FD-0BE8-4236-A661-54A1E3FD23D6}" type="datetimeFigureOut">
              <a:rPr lang="fr-FR" smtClean="0"/>
              <a:t>26/06/2017</a:t>
            </a:fld>
            <a:endParaRPr lang="fr-FR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1F759-D5A5-420D-A119-291B9CAA73E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1895982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re et texte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DBA8FD-0BE8-4236-A661-54A1E3FD23D6}" type="datetimeFigureOut">
              <a:rPr lang="fr-FR" smtClean="0"/>
              <a:t>26/06/2017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1F759-D5A5-420D-A119-291B9CAA73E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09285303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itre vertical et tex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vertical 1"/>
          <p:cNvSpPr>
            <a:spLocks noGrp="1"/>
          </p:cNvSpPr>
          <p:nvPr>
            <p:ph type="title" orient="vert"/>
          </p:nvPr>
        </p:nvSpPr>
        <p:spPr>
          <a:xfrm>
            <a:off x="4203224" y="284702"/>
            <a:ext cx="1304449" cy="6070277"/>
          </a:xfrm>
        </p:spPr>
        <p:txBody>
          <a:bodyPr vert="eaVert"/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vertical 2"/>
          <p:cNvSpPr>
            <a:spLocks noGrp="1"/>
          </p:cNvSpPr>
          <p:nvPr>
            <p:ph type="body" orient="vert" idx="1"/>
          </p:nvPr>
        </p:nvSpPr>
        <p:spPr>
          <a:xfrm>
            <a:off x="289878" y="284702"/>
            <a:ext cx="3816720" cy="6070277"/>
          </a:xfrm>
        </p:spPr>
        <p:txBody>
          <a:bodyPr vert="eaVert"/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DDBA8FD-0BE8-4236-A661-54A1E3FD23D6}" type="datetimeFigureOut">
              <a:rPr lang="fr-FR" smtClean="0"/>
              <a:t>26/06/2017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9E61F759-D5A5-420D-A119-291B9CAA73E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2099205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>
          <a:xfrm>
            <a:off x="289879" y="278262"/>
            <a:ext cx="5217795" cy="1158082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fr-FR" smtClean="0"/>
              <a:t>Modifiez le style du titre</a:t>
            </a:r>
            <a:endParaRPr lang="fr-FR"/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>
          <a:xfrm>
            <a:off x="289879" y="1621321"/>
            <a:ext cx="5217795" cy="45856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smtClean="0"/>
              <a:t>Modifiez les styles du texte du masque</a:t>
            </a:r>
          </a:p>
          <a:p>
            <a:pPr lvl="1"/>
            <a:r>
              <a:rPr lang="fr-FR" smtClean="0"/>
              <a:t>Deuxième niveau</a:t>
            </a:r>
          </a:p>
          <a:p>
            <a:pPr lvl="2"/>
            <a:r>
              <a:rPr lang="fr-FR" smtClean="0"/>
              <a:t>Troisième niveau</a:t>
            </a:r>
          </a:p>
          <a:p>
            <a:pPr lvl="3"/>
            <a:r>
              <a:rPr lang="fr-FR" smtClean="0"/>
              <a:t>Quatrième niveau</a:t>
            </a:r>
          </a:p>
          <a:p>
            <a:pPr lvl="4"/>
            <a:r>
              <a:rPr lang="fr-FR" smtClean="0"/>
              <a:t>Cinquième niveau</a:t>
            </a:r>
            <a:endParaRPr lang="fr-FR"/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>
          <a:xfrm>
            <a:off x="289879" y="6440226"/>
            <a:ext cx="1352762" cy="36994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DDDBA8FD-0BE8-4236-A661-54A1E3FD23D6}" type="datetimeFigureOut">
              <a:rPr lang="fr-FR" smtClean="0"/>
              <a:t>26/06/2017</a:t>
            </a:fld>
            <a:endParaRPr lang="fr-FR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>
          <a:xfrm>
            <a:off x="1980831" y="6440226"/>
            <a:ext cx="1835891" cy="36994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fr-FR"/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>
          <a:xfrm>
            <a:off x="4154912" y="6440226"/>
            <a:ext cx="1352762" cy="369943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61F759-D5A5-420D-A119-291B9CAA73E9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15484584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-72000" y="-126000"/>
            <a:ext cx="4187263" cy="70776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0" name="Picture 29"/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82378" y="-126000"/>
            <a:ext cx="2192337" cy="2855912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1" name="Picture 28"/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981"/>
          <a:stretch/>
        </p:blipFill>
        <p:spPr bwMode="auto">
          <a:xfrm>
            <a:off x="3781834" y="2160000"/>
            <a:ext cx="2192337" cy="270460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pic>
        <p:nvPicPr>
          <p:cNvPr id="32" name="Picture 24"/>
          <p:cNvPicPr>
            <a:picLocks noChangeAspect="1" noChangeArrowheads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751"/>
          <a:stretch/>
        </p:blipFill>
        <p:spPr bwMode="auto">
          <a:xfrm>
            <a:off x="3782378" y="4335780"/>
            <a:ext cx="2116137" cy="2618345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3" name="ZoneTexte 32"/>
          <p:cNvSpPr txBox="1"/>
          <p:nvPr/>
        </p:nvSpPr>
        <p:spPr>
          <a:xfrm>
            <a:off x="-71611" y="-83765"/>
            <a:ext cx="423514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a</a:t>
            </a:r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ZoneTexte 33"/>
          <p:cNvSpPr txBox="1"/>
          <p:nvPr/>
        </p:nvSpPr>
        <p:spPr>
          <a:xfrm>
            <a:off x="3844744" y="-83765"/>
            <a:ext cx="441146" cy="461665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2400" dirty="0">
                <a:latin typeface="Times New Roman" panose="02020603050405020304" pitchFamily="18" charset="0"/>
                <a:cs typeface="Times New Roman" panose="02020603050405020304" pitchFamily="18" charset="0"/>
              </a:rPr>
              <a:t>b</a:t>
            </a:r>
            <a:r>
              <a:rPr lang="fr-FR" sz="24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)</a:t>
            </a:r>
            <a:endParaRPr lang="fr-FR" sz="2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ZoneTexte 34"/>
          <p:cNvSpPr txBox="1"/>
          <p:nvPr/>
        </p:nvSpPr>
        <p:spPr>
          <a:xfrm>
            <a:off x="685901" y="17860"/>
            <a:ext cx="628698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000" dirty="0" smtClean="0">
                <a:solidFill>
                  <a:srgbClr val="FF0000"/>
                </a:solidFill>
                <a:latin typeface="Symbol" panose="05050102010706020507" pitchFamily="18" charset="2"/>
              </a:rPr>
              <a:t>s-</a:t>
            </a:r>
            <a:endParaRPr lang="fr-FR" sz="3000" dirty="0">
              <a:solidFill>
                <a:srgbClr val="FF0000"/>
              </a:solidFill>
              <a:latin typeface="Symbol" panose="05050102010706020507" pitchFamily="18" charset="2"/>
            </a:endParaRPr>
          </a:p>
        </p:txBody>
      </p:sp>
      <p:sp>
        <p:nvSpPr>
          <p:cNvPr id="36" name="ZoneTexte 35"/>
          <p:cNvSpPr txBox="1"/>
          <p:nvPr/>
        </p:nvSpPr>
        <p:spPr>
          <a:xfrm>
            <a:off x="685901" y="5759916"/>
            <a:ext cx="628698" cy="55399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fr-FR" sz="3000" dirty="0" smtClean="0">
                <a:solidFill>
                  <a:srgbClr val="FF0000"/>
                </a:solidFill>
                <a:latin typeface="Symbol" panose="05050102010706020507" pitchFamily="18" charset="2"/>
              </a:rPr>
              <a:t>s+</a:t>
            </a:r>
            <a:endParaRPr lang="fr-FR" sz="3000" dirty="0">
              <a:solidFill>
                <a:srgbClr val="FF0000"/>
              </a:solidFill>
              <a:latin typeface="Symbol" panose="05050102010706020507" pitchFamily="18" charset="2"/>
            </a:endParaRPr>
          </a:p>
        </p:txBody>
      </p:sp>
      <p:sp>
        <p:nvSpPr>
          <p:cNvPr id="12" name="Rectangle 11"/>
          <p:cNvSpPr/>
          <p:nvPr/>
        </p:nvSpPr>
        <p:spPr>
          <a:xfrm>
            <a:off x="342389" y="4554364"/>
            <a:ext cx="72008" cy="14401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13" name="Rectangle 12"/>
          <p:cNvSpPr/>
          <p:nvPr/>
        </p:nvSpPr>
        <p:spPr>
          <a:xfrm>
            <a:off x="270381" y="5994524"/>
            <a:ext cx="72008" cy="144016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117967993"/>
      </p:ext>
    </p:extLst>
  </p:cSld>
  <p:clrMapOvr>
    <a:masterClrMapping/>
  </p:clrMapOvr>
</p:sld>
</file>

<file path=ppt/theme/theme1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95</TotalTime>
  <Words>7</Words>
  <Application>Microsoft Office PowerPoint</Application>
  <PresentationFormat>Personnalisé</PresentationFormat>
  <Paragraphs>4</Paragraphs>
  <Slides>1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1</vt:i4>
      </vt:variant>
    </vt:vector>
  </HeadingPairs>
  <TitlesOfParts>
    <vt:vector size="2" baseType="lpstr">
      <vt:lpstr>Thème Office</vt:lpstr>
      <vt:lpstr>Présentation PowerPoint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Présentation PowerPoint</dc:title>
  <dc:creator>Alban Lafuente</dc:creator>
  <cp:lastModifiedBy>Alban Lafuente</cp:lastModifiedBy>
  <cp:revision>14</cp:revision>
  <dcterms:created xsi:type="dcterms:W3CDTF">2017-06-23T18:17:35Z</dcterms:created>
  <dcterms:modified xsi:type="dcterms:W3CDTF">2017-06-26T18:00:04Z</dcterms:modified>
</cp:coreProperties>
</file>