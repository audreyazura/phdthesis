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832475" cy="6948488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57" autoAdjust="0"/>
  </p:normalViewPr>
  <p:slideViewPr>
    <p:cSldViewPr>
      <p:cViewPr>
        <p:scale>
          <a:sx n="75" d="100"/>
          <a:sy n="75" d="100"/>
        </p:scale>
        <p:origin x="-2358" y="-336"/>
      </p:cViewPr>
      <p:guideLst>
        <p:guide orient="horz" pos="2189"/>
        <p:guide pos="18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37438" y="2158543"/>
            <a:ext cx="4957603" cy="148942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74873" y="3937484"/>
            <a:ext cx="4082733" cy="17757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87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4867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0725" y="4465048"/>
            <a:ext cx="4957603" cy="138004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60725" y="2945075"/>
            <a:ext cx="4957603" cy="1519981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131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91624" y="1659920"/>
            <a:ext cx="2576009" cy="469505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964842" y="1659920"/>
            <a:ext cx="2576009" cy="469505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6385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91626" y="278262"/>
            <a:ext cx="5249228" cy="1158082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91626" y="1555368"/>
            <a:ext cx="2577022" cy="6482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91626" y="2203579"/>
            <a:ext cx="2577022" cy="400342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2962820" y="1555368"/>
            <a:ext cx="2578035" cy="6482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962820" y="2203579"/>
            <a:ext cx="2578035" cy="400342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515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3898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268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91626" y="276653"/>
            <a:ext cx="1918844" cy="11773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80336" y="276654"/>
            <a:ext cx="3260515" cy="593034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91626" y="1454042"/>
            <a:ext cx="1918844" cy="475295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0105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3207" y="4863948"/>
            <a:ext cx="3499485" cy="5742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143207" y="620867"/>
            <a:ext cx="3499485" cy="416909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143207" y="5438158"/>
            <a:ext cx="3499485" cy="8154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5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2853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228545" y="284703"/>
            <a:ext cx="1312307" cy="607027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91624" y="284703"/>
            <a:ext cx="3839712" cy="607027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A8FD-0BE8-4236-A661-54A1E3FD23D6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992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91626" y="278262"/>
            <a:ext cx="5249228" cy="11580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91626" y="1621322"/>
            <a:ext cx="5249228" cy="4585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91625" y="6440227"/>
            <a:ext cx="1360911" cy="3699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BA8FD-0BE8-4236-A661-54A1E3FD23D6}" type="datetimeFigureOut">
              <a:rPr lang="fr-FR" smtClean="0"/>
              <a:t>29/06/2017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992764" y="6440227"/>
            <a:ext cx="1846951" cy="3699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179942" y="6440227"/>
            <a:ext cx="1360911" cy="3699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1F759-D5A5-420D-A119-291B9CAA73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845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134" y="-77489"/>
            <a:ext cx="4187263" cy="707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244" y="-77489"/>
            <a:ext cx="2192337" cy="28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8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1"/>
          <a:stretch/>
        </p:blipFill>
        <p:spPr bwMode="auto">
          <a:xfrm>
            <a:off x="3819700" y="2208511"/>
            <a:ext cx="2192337" cy="2704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51"/>
          <a:stretch/>
        </p:blipFill>
        <p:spPr bwMode="auto">
          <a:xfrm>
            <a:off x="3820244" y="4384291"/>
            <a:ext cx="2116137" cy="2618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ZoneTexte 17"/>
          <p:cNvSpPr txBox="1"/>
          <p:nvPr/>
        </p:nvSpPr>
        <p:spPr>
          <a:xfrm>
            <a:off x="-87695" y="-77645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3800737" y="-77645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723767" y="66371"/>
            <a:ext cx="6286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 dirty="0" smtClean="0">
                <a:solidFill>
                  <a:srgbClr val="FF0000"/>
                </a:solidFill>
                <a:latin typeface="Symbol" panose="05050102010706020507" pitchFamily="18" charset="2"/>
              </a:rPr>
              <a:t>s-</a:t>
            </a:r>
            <a:endParaRPr lang="fr-FR" sz="3000" dirty="0">
              <a:solidFill>
                <a:srgbClr val="FF0000"/>
              </a:solidFill>
              <a:latin typeface="Symbol" panose="05050102010706020507" pitchFamily="18" charset="2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723767" y="5808427"/>
            <a:ext cx="6286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 dirty="0" smtClean="0">
                <a:solidFill>
                  <a:srgbClr val="FF0000"/>
                </a:solidFill>
                <a:latin typeface="Symbol" panose="05050102010706020507" pitchFamily="18" charset="2"/>
              </a:rPr>
              <a:t>s+</a:t>
            </a:r>
            <a:endParaRPr lang="fr-FR" sz="3000" dirty="0">
              <a:solidFill>
                <a:srgbClr val="FF0000"/>
              </a:solidFill>
              <a:latin typeface="Symbol" panose="05050102010706020507" pitchFamily="18" charset="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0255" y="4602875"/>
            <a:ext cx="72008" cy="144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/>
          <p:cNvSpPr/>
          <p:nvPr/>
        </p:nvSpPr>
        <p:spPr>
          <a:xfrm>
            <a:off x="308247" y="6043035"/>
            <a:ext cx="72008" cy="144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9679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9</Words>
  <Application>Microsoft Office PowerPoint</Application>
  <PresentationFormat>Personnalisé</PresentationFormat>
  <Paragraphs>4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16</cp:revision>
  <dcterms:created xsi:type="dcterms:W3CDTF">2017-06-23T18:17:35Z</dcterms:created>
  <dcterms:modified xsi:type="dcterms:W3CDTF">2017-06-29T16:29:53Z</dcterms:modified>
</cp:coreProperties>
</file>