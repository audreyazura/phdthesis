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88085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4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46" y="-888"/>
      </p:cViewPr>
      <p:guideLst>
        <p:guide orient="horz" pos="2160"/>
        <p:guide pos="37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91064" y="2130428"/>
            <a:ext cx="10098723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82129" y="3886200"/>
            <a:ext cx="831659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16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07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38506" y="4406903"/>
            <a:ext cx="1009872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38506" y="2906713"/>
            <a:ext cx="1009872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57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94044" y="1600203"/>
            <a:ext cx="5247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39433" y="1600203"/>
            <a:ext cx="5247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19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4043" y="1535113"/>
            <a:ext cx="524943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043" y="2174875"/>
            <a:ext cx="524943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035308" y="1535113"/>
            <a:ext cx="52515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035308" y="2174875"/>
            <a:ext cx="52515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4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85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41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4043" y="273050"/>
            <a:ext cx="390871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45084" y="273053"/>
            <a:ext cx="664172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94043" y="1435103"/>
            <a:ext cx="390871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13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8730" y="4800600"/>
            <a:ext cx="71285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28730" y="612775"/>
            <a:ext cx="71285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28730" y="5367338"/>
            <a:ext cx="71285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74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40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13617" y="274641"/>
            <a:ext cx="2673192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94043" y="274641"/>
            <a:ext cx="782156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33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4044" y="274638"/>
            <a:ext cx="1069276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4044" y="1600203"/>
            <a:ext cx="1069276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94044" y="6356353"/>
            <a:ext cx="2772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96800-4B7D-448A-BF1B-3F56F5598ECC}" type="datetimeFigureOut">
              <a:rPr lang="fr-FR" smtClean="0"/>
              <a:t>06/11/2017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59291" y="6356353"/>
            <a:ext cx="37622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514610" y="6356353"/>
            <a:ext cx="2772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CEA65-D385-4DDA-8F85-A9CAC9772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83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Connecteur droit 112"/>
          <p:cNvCxnSpPr/>
          <p:nvPr/>
        </p:nvCxnSpPr>
        <p:spPr>
          <a:xfrm>
            <a:off x="3839116" y="3062487"/>
            <a:ext cx="41696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/>
          <p:cNvCxnSpPr/>
          <p:nvPr/>
        </p:nvCxnSpPr>
        <p:spPr>
          <a:xfrm>
            <a:off x="3839475" y="435053"/>
            <a:ext cx="41696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ZoneTexte 114"/>
          <p:cNvSpPr txBox="1"/>
          <p:nvPr/>
        </p:nvSpPr>
        <p:spPr>
          <a:xfrm>
            <a:off x="7564815" y="3074323"/>
            <a:ext cx="473027" cy="35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VB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ZoneTexte 115"/>
          <p:cNvSpPr txBox="1"/>
          <p:nvPr/>
        </p:nvSpPr>
        <p:spPr>
          <a:xfrm>
            <a:off x="7525509" y="-27384"/>
            <a:ext cx="459413" cy="35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CB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7" name="Connecteur droit 116"/>
          <p:cNvCxnSpPr/>
          <p:nvPr/>
        </p:nvCxnSpPr>
        <p:spPr>
          <a:xfrm>
            <a:off x="3839475" y="2924201"/>
            <a:ext cx="474517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ZoneTexte 117"/>
          <p:cNvSpPr txBox="1"/>
          <p:nvPr/>
        </p:nvSpPr>
        <p:spPr>
          <a:xfrm>
            <a:off x="8127420" y="3074323"/>
            <a:ext cx="548523" cy="35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Cr</a:t>
            </a:r>
            <a:r>
              <a:rPr lang="fr-FR" sz="2400" baseline="30000" dirty="0" smtClean="0">
                <a:latin typeface="Times New Roman" pitchFamily="18" charset="0"/>
                <a:cs typeface="Times New Roman" pitchFamily="18" charset="0"/>
              </a:rPr>
              <a:t>3+</a:t>
            </a:r>
            <a:endParaRPr lang="fr-FR" sz="2400" baseline="30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9" name="Connecteur droit 118"/>
          <p:cNvCxnSpPr/>
          <p:nvPr/>
        </p:nvCxnSpPr>
        <p:spPr>
          <a:xfrm>
            <a:off x="3839475" y="1610453"/>
            <a:ext cx="474456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/>
          <p:cNvSpPr txBox="1"/>
          <p:nvPr/>
        </p:nvSpPr>
        <p:spPr>
          <a:xfrm>
            <a:off x="8128206" y="2498259"/>
            <a:ext cx="548523" cy="35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Cr</a:t>
            </a:r>
            <a:r>
              <a:rPr lang="fr-FR" sz="24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endParaRPr lang="fr-FR" sz="24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ZoneTexte 120"/>
          <p:cNvSpPr txBox="1"/>
          <p:nvPr/>
        </p:nvSpPr>
        <p:spPr>
          <a:xfrm>
            <a:off x="8128206" y="1202115"/>
            <a:ext cx="469314" cy="35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Cr</a:t>
            </a:r>
            <a:r>
              <a:rPr lang="fr-FR" sz="24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endParaRPr lang="fr-FR" sz="2400" baseline="30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2" name="Connecteur droit avec flèche 121"/>
          <p:cNvCxnSpPr/>
          <p:nvPr/>
        </p:nvCxnSpPr>
        <p:spPr>
          <a:xfrm flipH="1">
            <a:off x="4005904" y="1610453"/>
            <a:ext cx="787" cy="129790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/>
          <p:cNvCxnSpPr/>
          <p:nvPr/>
        </p:nvCxnSpPr>
        <p:spPr>
          <a:xfrm>
            <a:off x="4005904" y="3085700"/>
            <a:ext cx="0" cy="16596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/>
          <p:cNvSpPr txBox="1"/>
          <p:nvPr/>
        </p:nvSpPr>
        <p:spPr>
          <a:xfrm>
            <a:off x="3042000" y="2808000"/>
            <a:ext cx="800219" cy="370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0.2 eV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5" name="ZoneTexte 124"/>
          <p:cNvSpPr txBox="1"/>
          <p:nvPr/>
        </p:nvSpPr>
        <p:spPr>
          <a:xfrm>
            <a:off x="3042000" y="204480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1.2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eV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6" name="Connecteur droit avec flèche 125"/>
          <p:cNvCxnSpPr/>
          <p:nvPr/>
        </p:nvCxnSpPr>
        <p:spPr>
          <a:xfrm>
            <a:off x="4006690" y="441691"/>
            <a:ext cx="0" cy="116876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ZoneTexte 126"/>
          <p:cNvSpPr txBox="1"/>
          <p:nvPr/>
        </p:nvSpPr>
        <p:spPr>
          <a:xfrm>
            <a:off x="3042000" y="88425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1.0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eV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8" name="Groupe 127"/>
          <p:cNvGrpSpPr/>
          <p:nvPr/>
        </p:nvGrpSpPr>
        <p:grpSpPr>
          <a:xfrm>
            <a:off x="179785" y="4365104"/>
            <a:ext cx="3329964" cy="2088232"/>
            <a:chOff x="-2412776" y="4365104"/>
            <a:chExt cx="3329964" cy="2088232"/>
          </a:xfrm>
        </p:grpSpPr>
        <p:sp>
          <p:nvSpPr>
            <p:cNvPr id="129" name="Ellipse 128"/>
            <p:cNvSpPr/>
            <p:nvPr/>
          </p:nvSpPr>
          <p:spPr>
            <a:xfrm>
              <a:off x="-2412776" y="4365104"/>
              <a:ext cx="2791918" cy="20882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0" name="Ellipse 26"/>
            <p:cNvSpPr/>
            <p:nvPr/>
          </p:nvSpPr>
          <p:spPr>
            <a:xfrm rot="10800000">
              <a:off x="-2248536" y="4365925"/>
              <a:ext cx="2614946" cy="2074128"/>
            </a:xfrm>
            <a:custGeom>
              <a:avLst/>
              <a:gdLst>
                <a:gd name="connsiteX0" fmla="*/ 0 w 2750152"/>
                <a:gd name="connsiteY0" fmla="*/ 1008000 h 2016000"/>
                <a:gd name="connsiteX1" fmla="*/ 1375076 w 2750152"/>
                <a:gd name="connsiteY1" fmla="*/ 0 h 2016000"/>
                <a:gd name="connsiteX2" fmla="*/ 2750152 w 2750152"/>
                <a:gd name="connsiteY2" fmla="*/ 1008000 h 2016000"/>
                <a:gd name="connsiteX3" fmla="*/ 1375076 w 2750152"/>
                <a:gd name="connsiteY3" fmla="*/ 2016000 h 2016000"/>
                <a:gd name="connsiteX4" fmla="*/ 0 w 2750152"/>
                <a:gd name="connsiteY4" fmla="*/ 1008000 h 2016000"/>
                <a:gd name="connsiteX0" fmla="*/ 0 w 2771033"/>
                <a:gd name="connsiteY0" fmla="*/ 1008126 h 2016126"/>
                <a:gd name="connsiteX1" fmla="*/ 1375076 w 2771033"/>
                <a:gd name="connsiteY1" fmla="*/ 126 h 2016126"/>
                <a:gd name="connsiteX2" fmla="*/ 1607192 w 2771033"/>
                <a:gd name="connsiteY2" fmla="*/ 938886 h 2016126"/>
                <a:gd name="connsiteX3" fmla="*/ 2750152 w 2771033"/>
                <a:gd name="connsiteY3" fmla="*/ 1008126 h 2016126"/>
                <a:gd name="connsiteX4" fmla="*/ 1375076 w 2771033"/>
                <a:gd name="connsiteY4" fmla="*/ 2016126 h 2016126"/>
                <a:gd name="connsiteX5" fmla="*/ 0 w 2771033"/>
                <a:gd name="connsiteY5" fmla="*/ 1008126 h 2016126"/>
                <a:gd name="connsiteX0" fmla="*/ 0 w 2780495"/>
                <a:gd name="connsiteY0" fmla="*/ 1008124 h 2016124"/>
                <a:gd name="connsiteX1" fmla="*/ 1375076 w 2780495"/>
                <a:gd name="connsiteY1" fmla="*/ 124 h 2016124"/>
                <a:gd name="connsiteX2" fmla="*/ 1607192 w 2780495"/>
                <a:gd name="connsiteY2" fmla="*/ 938884 h 2016124"/>
                <a:gd name="connsiteX3" fmla="*/ 2119256 w 2780495"/>
                <a:gd name="connsiteY3" fmla="*/ 1249780 h 2016124"/>
                <a:gd name="connsiteX4" fmla="*/ 2750152 w 2780495"/>
                <a:gd name="connsiteY4" fmla="*/ 1008124 h 2016124"/>
                <a:gd name="connsiteX5" fmla="*/ 1375076 w 2780495"/>
                <a:gd name="connsiteY5" fmla="*/ 2016124 h 2016124"/>
                <a:gd name="connsiteX6" fmla="*/ 0 w 2780495"/>
                <a:gd name="connsiteY6" fmla="*/ 1008124 h 2016124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607192 w 2780495"/>
                <a:gd name="connsiteY3" fmla="*/ 943358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204856 w 2780495"/>
                <a:gd name="connsiteY3" fmla="*/ 1181102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698632 w 2780495"/>
                <a:gd name="connsiteY3" fmla="*/ 797054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698632 w 2780495"/>
                <a:gd name="connsiteY3" fmla="*/ 797054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424312 w 2780495"/>
                <a:gd name="connsiteY3" fmla="*/ 1034798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424312 w 2780495"/>
                <a:gd name="connsiteY3" fmla="*/ 1034798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0495"/>
                <a:gd name="connsiteY0" fmla="*/ 1012598 h 2020598"/>
                <a:gd name="connsiteX1" fmla="*/ 1375076 w 2780495"/>
                <a:gd name="connsiteY1" fmla="*/ 4598 h 2020598"/>
                <a:gd name="connsiteX2" fmla="*/ 1113416 w 2780495"/>
                <a:gd name="connsiteY2" fmla="*/ 650750 h 2020598"/>
                <a:gd name="connsiteX3" fmla="*/ 1424312 w 2780495"/>
                <a:gd name="connsiteY3" fmla="*/ 1034798 h 2020598"/>
                <a:gd name="connsiteX4" fmla="*/ 2119256 w 2780495"/>
                <a:gd name="connsiteY4" fmla="*/ 1254254 h 2020598"/>
                <a:gd name="connsiteX5" fmla="*/ 2750152 w 2780495"/>
                <a:gd name="connsiteY5" fmla="*/ 1012598 h 2020598"/>
                <a:gd name="connsiteX6" fmla="*/ 1375076 w 2780495"/>
                <a:gd name="connsiteY6" fmla="*/ 2020598 h 2020598"/>
                <a:gd name="connsiteX7" fmla="*/ 0 w 2780495"/>
                <a:gd name="connsiteY7" fmla="*/ 1012598 h 2020598"/>
                <a:gd name="connsiteX0" fmla="*/ 0 w 2787826"/>
                <a:gd name="connsiteY0" fmla="*/ 1012598 h 2020598"/>
                <a:gd name="connsiteX1" fmla="*/ 1375076 w 2787826"/>
                <a:gd name="connsiteY1" fmla="*/ 4598 h 2020598"/>
                <a:gd name="connsiteX2" fmla="*/ 1113416 w 2787826"/>
                <a:gd name="connsiteY2" fmla="*/ 650750 h 2020598"/>
                <a:gd name="connsiteX3" fmla="*/ 1424312 w 2787826"/>
                <a:gd name="connsiteY3" fmla="*/ 1034798 h 2020598"/>
                <a:gd name="connsiteX4" fmla="*/ 2265560 w 2787826"/>
                <a:gd name="connsiteY4" fmla="*/ 1144526 h 2020598"/>
                <a:gd name="connsiteX5" fmla="*/ 2750152 w 2787826"/>
                <a:gd name="connsiteY5" fmla="*/ 1012598 h 2020598"/>
                <a:gd name="connsiteX6" fmla="*/ 1375076 w 2787826"/>
                <a:gd name="connsiteY6" fmla="*/ 2020598 h 2020598"/>
                <a:gd name="connsiteX7" fmla="*/ 0 w 2787826"/>
                <a:gd name="connsiteY7" fmla="*/ 1012598 h 2020598"/>
                <a:gd name="connsiteX0" fmla="*/ 0 w 2787826"/>
                <a:gd name="connsiteY0" fmla="*/ 1016985 h 2024985"/>
                <a:gd name="connsiteX1" fmla="*/ 1375076 w 2787826"/>
                <a:gd name="connsiteY1" fmla="*/ 8985 h 2024985"/>
                <a:gd name="connsiteX2" fmla="*/ 1296296 w 2787826"/>
                <a:gd name="connsiteY2" fmla="*/ 545409 h 2024985"/>
                <a:gd name="connsiteX3" fmla="*/ 1424312 w 2787826"/>
                <a:gd name="connsiteY3" fmla="*/ 1039185 h 2024985"/>
                <a:gd name="connsiteX4" fmla="*/ 2265560 w 2787826"/>
                <a:gd name="connsiteY4" fmla="*/ 1148913 h 2024985"/>
                <a:gd name="connsiteX5" fmla="*/ 2750152 w 2787826"/>
                <a:gd name="connsiteY5" fmla="*/ 1016985 h 2024985"/>
                <a:gd name="connsiteX6" fmla="*/ 1375076 w 2787826"/>
                <a:gd name="connsiteY6" fmla="*/ 2024985 h 2024985"/>
                <a:gd name="connsiteX7" fmla="*/ 0 w 2787826"/>
                <a:gd name="connsiteY7" fmla="*/ 1016985 h 2024985"/>
                <a:gd name="connsiteX0" fmla="*/ 0 w 2669752"/>
                <a:gd name="connsiteY0" fmla="*/ 1016985 h 2032847"/>
                <a:gd name="connsiteX1" fmla="*/ 1375076 w 2669752"/>
                <a:gd name="connsiteY1" fmla="*/ 8985 h 2032847"/>
                <a:gd name="connsiteX2" fmla="*/ 1296296 w 2669752"/>
                <a:gd name="connsiteY2" fmla="*/ 545409 h 2032847"/>
                <a:gd name="connsiteX3" fmla="*/ 1424312 w 2669752"/>
                <a:gd name="connsiteY3" fmla="*/ 1039185 h 2032847"/>
                <a:gd name="connsiteX4" fmla="*/ 2265560 w 2669752"/>
                <a:gd name="connsiteY4" fmla="*/ 1148913 h 2032847"/>
                <a:gd name="connsiteX5" fmla="*/ 2622136 w 2669752"/>
                <a:gd name="connsiteY5" fmla="*/ 1455897 h 2032847"/>
                <a:gd name="connsiteX6" fmla="*/ 1375076 w 2669752"/>
                <a:gd name="connsiteY6" fmla="*/ 2024985 h 2032847"/>
                <a:gd name="connsiteX7" fmla="*/ 0 w 2669752"/>
                <a:gd name="connsiteY7" fmla="*/ 1016985 h 2032847"/>
                <a:gd name="connsiteX0" fmla="*/ 0 w 2663532"/>
                <a:gd name="connsiteY0" fmla="*/ 1016985 h 2032847"/>
                <a:gd name="connsiteX1" fmla="*/ 1375076 w 2663532"/>
                <a:gd name="connsiteY1" fmla="*/ 8985 h 2032847"/>
                <a:gd name="connsiteX2" fmla="*/ 1296296 w 2663532"/>
                <a:gd name="connsiteY2" fmla="*/ 545409 h 2032847"/>
                <a:gd name="connsiteX3" fmla="*/ 1424312 w 2663532"/>
                <a:gd name="connsiteY3" fmla="*/ 1039185 h 2032847"/>
                <a:gd name="connsiteX4" fmla="*/ 2192408 w 2663532"/>
                <a:gd name="connsiteY4" fmla="*/ 1258641 h 2032847"/>
                <a:gd name="connsiteX5" fmla="*/ 2622136 w 2663532"/>
                <a:gd name="connsiteY5" fmla="*/ 1455897 h 2032847"/>
                <a:gd name="connsiteX6" fmla="*/ 1375076 w 2663532"/>
                <a:gd name="connsiteY6" fmla="*/ 2024985 h 2032847"/>
                <a:gd name="connsiteX7" fmla="*/ 0 w 2663532"/>
                <a:gd name="connsiteY7" fmla="*/ 1016985 h 2032847"/>
                <a:gd name="connsiteX0" fmla="*/ 0 w 2663532"/>
                <a:gd name="connsiteY0" fmla="*/ 1016985 h 2032847"/>
                <a:gd name="connsiteX1" fmla="*/ 1375076 w 2663532"/>
                <a:gd name="connsiteY1" fmla="*/ 8985 h 2032847"/>
                <a:gd name="connsiteX2" fmla="*/ 1296296 w 2663532"/>
                <a:gd name="connsiteY2" fmla="*/ 545409 h 2032847"/>
                <a:gd name="connsiteX3" fmla="*/ 1698632 w 2663532"/>
                <a:gd name="connsiteY3" fmla="*/ 1167201 h 2032847"/>
                <a:gd name="connsiteX4" fmla="*/ 2192408 w 2663532"/>
                <a:gd name="connsiteY4" fmla="*/ 1258641 h 2032847"/>
                <a:gd name="connsiteX5" fmla="*/ 2622136 w 2663532"/>
                <a:gd name="connsiteY5" fmla="*/ 1455897 h 2032847"/>
                <a:gd name="connsiteX6" fmla="*/ 1375076 w 2663532"/>
                <a:gd name="connsiteY6" fmla="*/ 2024985 h 2032847"/>
                <a:gd name="connsiteX7" fmla="*/ 0 w 2663532"/>
                <a:gd name="connsiteY7" fmla="*/ 1016985 h 2032847"/>
                <a:gd name="connsiteX0" fmla="*/ 0 w 2663532"/>
                <a:gd name="connsiteY0" fmla="*/ 1020102 h 2035964"/>
                <a:gd name="connsiteX1" fmla="*/ 1375076 w 2663532"/>
                <a:gd name="connsiteY1" fmla="*/ 12102 h 2035964"/>
                <a:gd name="connsiteX2" fmla="*/ 1332872 w 2663532"/>
                <a:gd name="connsiteY2" fmla="*/ 493662 h 2035964"/>
                <a:gd name="connsiteX3" fmla="*/ 1698632 w 2663532"/>
                <a:gd name="connsiteY3" fmla="*/ 1170318 h 2035964"/>
                <a:gd name="connsiteX4" fmla="*/ 2192408 w 2663532"/>
                <a:gd name="connsiteY4" fmla="*/ 1261758 h 2035964"/>
                <a:gd name="connsiteX5" fmla="*/ 2622136 w 2663532"/>
                <a:gd name="connsiteY5" fmla="*/ 1459014 h 2035964"/>
                <a:gd name="connsiteX6" fmla="*/ 1375076 w 2663532"/>
                <a:gd name="connsiteY6" fmla="*/ 2028102 h 2035964"/>
                <a:gd name="connsiteX7" fmla="*/ 0 w 2663532"/>
                <a:gd name="connsiteY7" fmla="*/ 1020102 h 2035964"/>
                <a:gd name="connsiteX0" fmla="*/ 25577 w 2689109"/>
                <a:gd name="connsiteY0" fmla="*/ 1023234 h 2039096"/>
                <a:gd name="connsiteX1" fmla="*/ 572064 w 2689109"/>
                <a:gd name="connsiteY1" fmla="*/ 204187 h 2039096"/>
                <a:gd name="connsiteX2" fmla="*/ 1400653 w 2689109"/>
                <a:gd name="connsiteY2" fmla="*/ 15234 h 2039096"/>
                <a:gd name="connsiteX3" fmla="*/ 1358449 w 2689109"/>
                <a:gd name="connsiteY3" fmla="*/ 496794 h 2039096"/>
                <a:gd name="connsiteX4" fmla="*/ 1724209 w 2689109"/>
                <a:gd name="connsiteY4" fmla="*/ 1173450 h 2039096"/>
                <a:gd name="connsiteX5" fmla="*/ 2217985 w 2689109"/>
                <a:gd name="connsiteY5" fmla="*/ 1264890 h 2039096"/>
                <a:gd name="connsiteX6" fmla="*/ 2647713 w 2689109"/>
                <a:gd name="connsiteY6" fmla="*/ 1462146 h 2039096"/>
                <a:gd name="connsiteX7" fmla="*/ 1400653 w 2689109"/>
                <a:gd name="connsiteY7" fmla="*/ 2031234 h 2039096"/>
                <a:gd name="connsiteX8" fmla="*/ 25577 w 2689109"/>
                <a:gd name="connsiteY8" fmla="*/ 1023234 h 2039096"/>
                <a:gd name="connsiteX0" fmla="*/ 2062 w 2665594"/>
                <a:gd name="connsiteY0" fmla="*/ 1023234 h 2040611"/>
                <a:gd name="connsiteX1" fmla="*/ 548549 w 2665594"/>
                <a:gd name="connsiteY1" fmla="*/ 204187 h 2040611"/>
                <a:gd name="connsiteX2" fmla="*/ 1377138 w 2665594"/>
                <a:gd name="connsiteY2" fmla="*/ 15234 h 2040611"/>
                <a:gd name="connsiteX3" fmla="*/ 1334934 w 2665594"/>
                <a:gd name="connsiteY3" fmla="*/ 496794 h 2040611"/>
                <a:gd name="connsiteX4" fmla="*/ 1700694 w 2665594"/>
                <a:gd name="connsiteY4" fmla="*/ 1173450 h 2040611"/>
                <a:gd name="connsiteX5" fmla="*/ 2194470 w 2665594"/>
                <a:gd name="connsiteY5" fmla="*/ 1264890 h 2040611"/>
                <a:gd name="connsiteX6" fmla="*/ 2624198 w 2665594"/>
                <a:gd name="connsiteY6" fmla="*/ 1462146 h 2040611"/>
                <a:gd name="connsiteX7" fmla="*/ 1377138 w 2665594"/>
                <a:gd name="connsiteY7" fmla="*/ 2031234 h 2040611"/>
                <a:gd name="connsiteX8" fmla="*/ 402246 w 2665594"/>
                <a:gd name="connsiteY8" fmla="*/ 1758667 h 2040611"/>
                <a:gd name="connsiteX9" fmla="*/ 2062 w 2665594"/>
                <a:gd name="connsiteY9" fmla="*/ 1023234 h 2040611"/>
                <a:gd name="connsiteX0" fmla="*/ 2062 w 2627999"/>
                <a:gd name="connsiteY0" fmla="*/ 1023234 h 2036949"/>
                <a:gd name="connsiteX1" fmla="*/ 548549 w 2627999"/>
                <a:gd name="connsiteY1" fmla="*/ 204187 h 2036949"/>
                <a:gd name="connsiteX2" fmla="*/ 1377138 w 2627999"/>
                <a:gd name="connsiteY2" fmla="*/ 15234 h 2036949"/>
                <a:gd name="connsiteX3" fmla="*/ 1334934 w 2627999"/>
                <a:gd name="connsiteY3" fmla="*/ 496794 h 2036949"/>
                <a:gd name="connsiteX4" fmla="*/ 1700694 w 2627999"/>
                <a:gd name="connsiteY4" fmla="*/ 1173450 h 2036949"/>
                <a:gd name="connsiteX5" fmla="*/ 2194470 w 2627999"/>
                <a:gd name="connsiteY5" fmla="*/ 1264890 h 2036949"/>
                <a:gd name="connsiteX6" fmla="*/ 2624198 w 2627999"/>
                <a:gd name="connsiteY6" fmla="*/ 1462146 h 2036949"/>
                <a:gd name="connsiteX7" fmla="*/ 1993301 w 2627999"/>
                <a:gd name="connsiteY7" fmla="*/ 1904971 h 2036949"/>
                <a:gd name="connsiteX8" fmla="*/ 1377138 w 2627999"/>
                <a:gd name="connsiteY8" fmla="*/ 2031234 h 2036949"/>
                <a:gd name="connsiteX9" fmla="*/ 402246 w 2627999"/>
                <a:gd name="connsiteY9" fmla="*/ 1758667 h 2036949"/>
                <a:gd name="connsiteX10" fmla="*/ 2062 w 2627999"/>
                <a:gd name="connsiteY10" fmla="*/ 1023234 h 2036949"/>
                <a:gd name="connsiteX0" fmla="*/ 2062 w 2627999"/>
                <a:gd name="connsiteY0" fmla="*/ 1023234 h 2086677"/>
                <a:gd name="connsiteX1" fmla="*/ 548549 w 2627999"/>
                <a:gd name="connsiteY1" fmla="*/ 204187 h 2086677"/>
                <a:gd name="connsiteX2" fmla="*/ 1377138 w 2627999"/>
                <a:gd name="connsiteY2" fmla="*/ 15234 h 2086677"/>
                <a:gd name="connsiteX3" fmla="*/ 1334934 w 2627999"/>
                <a:gd name="connsiteY3" fmla="*/ 496794 h 2086677"/>
                <a:gd name="connsiteX4" fmla="*/ 1700694 w 2627999"/>
                <a:gd name="connsiteY4" fmla="*/ 1173450 h 2086677"/>
                <a:gd name="connsiteX5" fmla="*/ 2194470 w 2627999"/>
                <a:gd name="connsiteY5" fmla="*/ 1264890 h 2086677"/>
                <a:gd name="connsiteX6" fmla="*/ 2624198 w 2627999"/>
                <a:gd name="connsiteY6" fmla="*/ 1462146 h 2086677"/>
                <a:gd name="connsiteX7" fmla="*/ 1993301 w 2627999"/>
                <a:gd name="connsiteY7" fmla="*/ 1904971 h 2086677"/>
                <a:gd name="connsiteX8" fmla="*/ 1377138 w 2627999"/>
                <a:gd name="connsiteY8" fmla="*/ 2031234 h 2086677"/>
                <a:gd name="connsiteX9" fmla="*/ 1005750 w 2627999"/>
                <a:gd name="connsiteY9" fmla="*/ 2069563 h 2086677"/>
                <a:gd name="connsiteX10" fmla="*/ 402246 w 2627999"/>
                <a:gd name="connsiteY10" fmla="*/ 1758667 h 2086677"/>
                <a:gd name="connsiteX11" fmla="*/ 2062 w 2627999"/>
                <a:gd name="connsiteY11" fmla="*/ 1023234 h 2086677"/>
                <a:gd name="connsiteX0" fmla="*/ 2062 w 2627999"/>
                <a:gd name="connsiteY0" fmla="*/ 1023234 h 2083750"/>
                <a:gd name="connsiteX1" fmla="*/ 548549 w 2627999"/>
                <a:gd name="connsiteY1" fmla="*/ 204187 h 2083750"/>
                <a:gd name="connsiteX2" fmla="*/ 1377138 w 2627999"/>
                <a:gd name="connsiteY2" fmla="*/ 15234 h 2083750"/>
                <a:gd name="connsiteX3" fmla="*/ 1334934 w 2627999"/>
                <a:gd name="connsiteY3" fmla="*/ 496794 h 2083750"/>
                <a:gd name="connsiteX4" fmla="*/ 1700694 w 2627999"/>
                <a:gd name="connsiteY4" fmla="*/ 1173450 h 2083750"/>
                <a:gd name="connsiteX5" fmla="*/ 2194470 w 2627999"/>
                <a:gd name="connsiteY5" fmla="*/ 1264890 h 2083750"/>
                <a:gd name="connsiteX6" fmla="*/ 2624198 w 2627999"/>
                <a:gd name="connsiteY6" fmla="*/ 1462146 h 2083750"/>
                <a:gd name="connsiteX7" fmla="*/ 1993301 w 2627999"/>
                <a:gd name="connsiteY7" fmla="*/ 1904971 h 2083750"/>
                <a:gd name="connsiteX8" fmla="*/ 1718982 w 2627999"/>
                <a:gd name="connsiteY8" fmla="*/ 2032987 h 2083750"/>
                <a:gd name="connsiteX9" fmla="*/ 1377138 w 2627999"/>
                <a:gd name="connsiteY9" fmla="*/ 2031234 h 2083750"/>
                <a:gd name="connsiteX10" fmla="*/ 1005750 w 2627999"/>
                <a:gd name="connsiteY10" fmla="*/ 2069563 h 2083750"/>
                <a:gd name="connsiteX11" fmla="*/ 402246 w 2627999"/>
                <a:gd name="connsiteY11" fmla="*/ 1758667 h 2083750"/>
                <a:gd name="connsiteX12" fmla="*/ 2062 w 2627999"/>
                <a:gd name="connsiteY12" fmla="*/ 1023234 h 2083750"/>
                <a:gd name="connsiteX0" fmla="*/ 10465 w 2636402"/>
                <a:gd name="connsiteY0" fmla="*/ 1018061 h 2078577"/>
                <a:gd name="connsiteX1" fmla="*/ 154617 w 2636402"/>
                <a:gd name="connsiteY1" fmla="*/ 528198 h 2078577"/>
                <a:gd name="connsiteX2" fmla="*/ 556952 w 2636402"/>
                <a:gd name="connsiteY2" fmla="*/ 199014 h 2078577"/>
                <a:gd name="connsiteX3" fmla="*/ 1385541 w 2636402"/>
                <a:gd name="connsiteY3" fmla="*/ 10061 h 2078577"/>
                <a:gd name="connsiteX4" fmla="*/ 1343337 w 2636402"/>
                <a:gd name="connsiteY4" fmla="*/ 491621 h 2078577"/>
                <a:gd name="connsiteX5" fmla="*/ 1709097 w 2636402"/>
                <a:gd name="connsiteY5" fmla="*/ 1168277 h 2078577"/>
                <a:gd name="connsiteX6" fmla="*/ 2202873 w 2636402"/>
                <a:gd name="connsiteY6" fmla="*/ 1259717 h 2078577"/>
                <a:gd name="connsiteX7" fmla="*/ 2632601 w 2636402"/>
                <a:gd name="connsiteY7" fmla="*/ 1456973 h 2078577"/>
                <a:gd name="connsiteX8" fmla="*/ 2001704 w 2636402"/>
                <a:gd name="connsiteY8" fmla="*/ 1899798 h 2078577"/>
                <a:gd name="connsiteX9" fmla="*/ 1727385 w 2636402"/>
                <a:gd name="connsiteY9" fmla="*/ 2027814 h 2078577"/>
                <a:gd name="connsiteX10" fmla="*/ 1385541 w 2636402"/>
                <a:gd name="connsiteY10" fmla="*/ 2026061 h 2078577"/>
                <a:gd name="connsiteX11" fmla="*/ 1014153 w 2636402"/>
                <a:gd name="connsiteY11" fmla="*/ 2064390 h 2078577"/>
                <a:gd name="connsiteX12" fmla="*/ 410649 w 2636402"/>
                <a:gd name="connsiteY12" fmla="*/ 1753494 h 2078577"/>
                <a:gd name="connsiteX13" fmla="*/ 10465 w 2636402"/>
                <a:gd name="connsiteY13" fmla="*/ 1018061 h 2078577"/>
                <a:gd name="connsiteX0" fmla="*/ 25121 w 2651058"/>
                <a:gd name="connsiteY0" fmla="*/ 1018061 h 2078577"/>
                <a:gd name="connsiteX1" fmla="*/ 169273 w 2651058"/>
                <a:gd name="connsiteY1" fmla="*/ 528198 h 2078577"/>
                <a:gd name="connsiteX2" fmla="*/ 571608 w 2651058"/>
                <a:gd name="connsiteY2" fmla="*/ 199014 h 2078577"/>
                <a:gd name="connsiteX3" fmla="*/ 1400197 w 2651058"/>
                <a:gd name="connsiteY3" fmla="*/ 10061 h 2078577"/>
                <a:gd name="connsiteX4" fmla="*/ 1357993 w 2651058"/>
                <a:gd name="connsiteY4" fmla="*/ 491621 h 2078577"/>
                <a:gd name="connsiteX5" fmla="*/ 1723753 w 2651058"/>
                <a:gd name="connsiteY5" fmla="*/ 1168277 h 2078577"/>
                <a:gd name="connsiteX6" fmla="*/ 2217529 w 2651058"/>
                <a:gd name="connsiteY6" fmla="*/ 1259717 h 2078577"/>
                <a:gd name="connsiteX7" fmla="*/ 2647257 w 2651058"/>
                <a:gd name="connsiteY7" fmla="*/ 1456973 h 2078577"/>
                <a:gd name="connsiteX8" fmla="*/ 2016360 w 2651058"/>
                <a:gd name="connsiteY8" fmla="*/ 1899798 h 2078577"/>
                <a:gd name="connsiteX9" fmla="*/ 1742041 w 2651058"/>
                <a:gd name="connsiteY9" fmla="*/ 2027814 h 2078577"/>
                <a:gd name="connsiteX10" fmla="*/ 1400197 w 2651058"/>
                <a:gd name="connsiteY10" fmla="*/ 2026061 h 2078577"/>
                <a:gd name="connsiteX11" fmla="*/ 1028809 w 2651058"/>
                <a:gd name="connsiteY11" fmla="*/ 2064390 h 2078577"/>
                <a:gd name="connsiteX12" fmla="*/ 425305 w 2651058"/>
                <a:gd name="connsiteY12" fmla="*/ 1753494 h 2078577"/>
                <a:gd name="connsiteX13" fmla="*/ 41257 w 2651058"/>
                <a:gd name="connsiteY13" fmla="*/ 1278006 h 2078577"/>
                <a:gd name="connsiteX14" fmla="*/ 25121 w 2651058"/>
                <a:gd name="connsiteY14" fmla="*/ 1018061 h 2078577"/>
                <a:gd name="connsiteX0" fmla="*/ 25121 w 2651058"/>
                <a:gd name="connsiteY0" fmla="*/ 1018061 h 2058740"/>
                <a:gd name="connsiteX1" fmla="*/ 169273 w 2651058"/>
                <a:gd name="connsiteY1" fmla="*/ 528198 h 2058740"/>
                <a:gd name="connsiteX2" fmla="*/ 571608 w 2651058"/>
                <a:gd name="connsiteY2" fmla="*/ 199014 h 2058740"/>
                <a:gd name="connsiteX3" fmla="*/ 1400197 w 2651058"/>
                <a:gd name="connsiteY3" fmla="*/ 10061 h 2058740"/>
                <a:gd name="connsiteX4" fmla="*/ 1357993 w 2651058"/>
                <a:gd name="connsiteY4" fmla="*/ 491621 h 2058740"/>
                <a:gd name="connsiteX5" fmla="*/ 1723753 w 2651058"/>
                <a:gd name="connsiteY5" fmla="*/ 1168277 h 2058740"/>
                <a:gd name="connsiteX6" fmla="*/ 2217529 w 2651058"/>
                <a:gd name="connsiteY6" fmla="*/ 1259717 h 2058740"/>
                <a:gd name="connsiteX7" fmla="*/ 2647257 w 2651058"/>
                <a:gd name="connsiteY7" fmla="*/ 1456973 h 2058740"/>
                <a:gd name="connsiteX8" fmla="*/ 2016360 w 2651058"/>
                <a:gd name="connsiteY8" fmla="*/ 1899798 h 2058740"/>
                <a:gd name="connsiteX9" fmla="*/ 1742041 w 2651058"/>
                <a:gd name="connsiteY9" fmla="*/ 2027814 h 2058740"/>
                <a:gd name="connsiteX10" fmla="*/ 1400197 w 2651058"/>
                <a:gd name="connsiteY10" fmla="*/ 2026061 h 2058740"/>
                <a:gd name="connsiteX11" fmla="*/ 1044049 w 2651058"/>
                <a:gd name="connsiteY11" fmla="*/ 2041530 h 2058740"/>
                <a:gd name="connsiteX12" fmla="*/ 425305 w 2651058"/>
                <a:gd name="connsiteY12" fmla="*/ 1753494 h 2058740"/>
                <a:gd name="connsiteX13" fmla="*/ 41257 w 2651058"/>
                <a:gd name="connsiteY13" fmla="*/ 1278006 h 2058740"/>
                <a:gd name="connsiteX14" fmla="*/ 25121 w 2651058"/>
                <a:gd name="connsiteY14" fmla="*/ 1018061 h 2058740"/>
                <a:gd name="connsiteX0" fmla="*/ 25121 w 2651058"/>
                <a:gd name="connsiteY0" fmla="*/ 1018061 h 2041530"/>
                <a:gd name="connsiteX1" fmla="*/ 169273 w 2651058"/>
                <a:gd name="connsiteY1" fmla="*/ 528198 h 2041530"/>
                <a:gd name="connsiteX2" fmla="*/ 571608 w 2651058"/>
                <a:gd name="connsiteY2" fmla="*/ 199014 h 2041530"/>
                <a:gd name="connsiteX3" fmla="*/ 1400197 w 2651058"/>
                <a:gd name="connsiteY3" fmla="*/ 10061 h 2041530"/>
                <a:gd name="connsiteX4" fmla="*/ 1357993 w 2651058"/>
                <a:gd name="connsiteY4" fmla="*/ 491621 h 2041530"/>
                <a:gd name="connsiteX5" fmla="*/ 1723753 w 2651058"/>
                <a:gd name="connsiteY5" fmla="*/ 1168277 h 2041530"/>
                <a:gd name="connsiteX6" fmla="*/ 2217529 w 2651058"/>
                <a:gd name="connsiteY6" fmla="*/ 1259717 h 2041530"/>
                <a:gd name="connsiteX7" fmla="*/ 2647257 w 2651058"/>
                <a:gd name="connsiteY7" fmla="*/ 1456973 h 2041530"/>
                <a:gd name="connsiteX8" fmla="*/ 2016360 w 2651058"/>
                <a:gd name="connsiteY8" fmla="*/ 1899798 h 2041530"/>
                <a:gd name="connsiteX9" fmla="*/ 1742041 w 2651058"/>
                <a:gd name="connsiteY9" fmla="*/ 2027814 h 2041530"/>
                <a:gd name="connsiteX10" fmla="*/ 1400197 w 2651058"/>
                <a:gd name="connsiteY10" fmla="*/ 2026061 h 2041530"/>
                <a:gd name="connsiteX11" fmla="*/ 1044049 w 2651058"/>
                <a:gd name="connsiteY11" fmla="*/ 2041530 h 2041530"/>
                <a:gd name="connsiteX12" fmla="*/ 425305 w 2651058"/>
                <a:gd name="connsiteY12" fmla="*/ 1753494 h 2041530"/>
                <a:gd name="connsiteX13" fmla="*/ 41257 w 2651058"/>
                <a:gd name="connsiteY13" fmla="*/ 1278006 h 2041530"/>
                <a:gd name="connsiteX14" fmla="*/ 25121 w 2651058"/>
                <a:gd name="connsiteY14" fmla="*/ 1018061 h 2041530"/>
                <a:gd name="connsiteX0" fmla="*/ 25121 w 2651058"/>
                <a:gd name="connsiteY0" fmla="*/ 1018061 h 2036785"/>
                <a:gd name="connsiteX1" fmla="*/ 169273 w 2651058"/>
                <a:gd name="connsiteY1" fmla="*/ 528198 h 2036785"/>
                <a:gd name="connsiteX2" fmla="*/ 571608 w 2651058"/>
                <a:gd name="connsiteY2" fmla="*/ 199014 h 2036785"/>
                <a:gd name="connsiteX3" fmla="*/ 1400197 w 2651058"/>
                <a:gd name="connsiteY3" fmla="*/ 10061 h 2036785"/>
                <a:gd name="connsiteX4" fmla="*/ 1357993 w 2651058"/>
                <a:gd name="connsiteY4" fmla="*/ 491621 h 2036785"/>
                <a:gd name="connsiteX5" fmla="*/ 1723753 w 2651058"/>
                <a:gd name="connsiteY5" fmla="*/ 1168277 h 2036785"/>
                <a:gd name="connsiteX6" fmla="*/ 2217529 w 2651058"/>
                <a:gd name="connsiteY6" fmla="*/ 1259717 h 2036785"/>
                <a:gd name="connsiteX7" fmla="*/ 2647257 w 2651058"/>
                <a:gd name="connsiteY7" fmla="*/ 1456973 h 2036785"/>
                <a:gd name="connsiteX8" fmla="*/ 2016360 w 2651058"/>
                <a:gd name="connsiteY8" fmla="*/ 1899798 h 2036785"/>
                <a:gd name="connsiteX9" fmla="*/ 1742041 w 2651058"/>
                <a:gd name="connsiteY9" fmla="*/ 2027814 h 2036785"/>
                <a:gd name="connsiteX10" fmla="*/ 1400197 w 2651058"/>
                <a:gd name="connsiteY10" fmla="*/ 2026061 h 2036785"/>
                <a:gd name="connsiteX11" fmla="*/ 1051669 w 2651058"/>
                <a:gd name="connsiteY11" fmla="*/ 2026290 h 2036785"/>
                <a:gd name="connsiteX12" fmla="*/ 425305 w 2651058"/>
                <a:gd name="connsiteY12" fmla="*/ 1753494 h 2036785"/>
                <a:gd name="connsiteX13" fmla="*/ 41257 w 2651058"/>
                <a:gd name="connsiteY13" fmla="*/ 1278006 h 2036785"/>
                <a:gd name="connsiteX14" fmla="*/ 25121 w 2651058"/>
                <a:gd name="connsiteY14" fmla="*/ 1018061 h 2036785"/>
                <a:gd name="connsiteX0" fmla="*/ 25121 w 2651058"/>
                <a:gd name="connsiteY0" fmla="*/ 1018061 h 2055252"/>
                <a:gd name="connsiteX1" fmla="*/ 169273 w 2651058"/>
                <a:gd name="connsiteY1" fmla="*/ 528198 h 2055252"/>
                <a:gd name="connsiteX2" fmla="*/ 571608 w 2651058"/>
                <a:gd name="connsiteY2" fmla="*/ 199014 h 2055252"/>
                <a:gd name="connsiteX3" fmla="*/ 1400197 w 2651058"/>
                <a:gd name="connsiteY3" fmla="*/ 10061 h 2055252"/>
                <a:gd name="connsiteX4" fmla="*/ 1357993 w 2651058"/>
                <a:gd name="connsiteY4" fmla="*/ 491621 h 2055252"/>
                <a:gd name="connsiteX5" fmla="*/ 1723753 w 2651058"/>
                <a:gd name="connsiteY5" fmla="*/ 1168277 h 2055252"/>
                <a:gd name="connsiteX6" fmla="*/ 2217529 w 2651058"/>
                <a:gd name="connsiteY6" fmla="*/ 1259717 h 2055252"/>
                <a:gd name="connsiteX7" fmla="*/ 2647257 w 2651058"/>
                <a:gd name="connsiteY7" fmla="*/ 1456973 h 2055252"/>
                <a:gd name="connsiteX8" fmla="*/ 2016360 w 2651058"/>
                <a:gd name="connsiteY8" fmla="*/ 1899798 h 2055252"/>
                <a:gd name="connsiteX9" fmla="*/ 1742041 w 2651058"/>
                <a:gd name="connsiteY9" fmla="*/ 2027814 h 2055252"/>
                <a:gd name="connsiteX10" fmla="*/ 1400197 w 2651058"/>
                <a:gd name="connsiteY10" fmla="*/ 2026061 h 2055252"/>
                <a:gd name="connsiteX11" fmla="*/ 1373233 w 2651058"/>
                <a:gd name="connsiteY11" fmla="*/ 2055247 h 2055252"/>
                <a:gd name="connsiteX12" fmla="*/ 1051669 w 2651058"/>
                <a:gd name="connsiteY12" fmla="*/ 2026290 h 2055252"/>
                <a:gd name="connsiteX13" fmla="*/ 425305 w 2651058"/>
                <a:gd name="connsiteY13" fmla="*/ 1753494 h 2055252"/>
                <a:gd name="connsiteX14" fmla="*/ 41257 w 2651058"/>
                <a:gd name="connsiteY14" fmla="*/ 1278006 h 2055252"/>
                <a:gd name="connsiteX15" fmla="*/ 25121 w 2651058"/>
                <a:gd name="connsiteY15" fmla="*/ 1018061 h 2055252"/>
                <a:gd name="connsiteX0" fmla="*/ 25121 w 2651058"/>
                <a:gd name="connsiteY0" fmla="*/ 1018061 h 2055300"/>
                <a:gd name="connsiteX1" fmla="*/ 169273 w 2651058"/>
                <a:gd name="connsiteY1" fmla="*/ 528198 h 2055300"/>
                <a:gd name="connsiteX2" fmla="*/ 571608 w 2651058"/>
                <a:gd name="connsiteY2" fmla="*/ 199014 h 2055300"/>
                <a:gd name="connsiteX3" fmla="*/ 1400197 w 2651058"/>
                <a:gd name="connsiteY3" fmla="*/ 10061 h 2055300"/>
                <a:gd name="connsiteX4" fmla="*/ 1357993 w 2651058"/>
                <a:gd name="connsiteY4" fmla="*/ 491621 h 2055300"/>
                <a:gd name="connsiteX5" fmla="*/ 1723753 w 2651058"/>
                <a:gd name="connsiteY5" fmla="*/ 1168277 h 2055300"/>
                <a:gd name="connsiteX6" fmla="*/ 2217529 w 2651058"/>
                <a:gd name="connsiteY6" fmla="*/ 1259717 h 2055300"/>
                <a:gd name="connsiteX7" fmla="*/ 2647257 w 2651058"/>
                <a:gd name="connsiteY7" fmla="*/ 1456973 h 2055300"/>
                <a:gd name="connsiteX8" fmla="*/ 2016360 w 2651058"/>
                <a:gd name="connsiteY8" fmla="*/ 1899798 h 2055300"/>
                <a:gd name="connsiteX9" fmla="*/ 1742041 w 2651058"/>
                <a:gd name="connsiteY9" fmla="*/ 2027814 h 2055300"/>
                <a:gd name="connsiteX10" fmla="*/ 1423057 w 2651058"/>
                <a:gd name="connsiteY10" fmla="*/ 2048921 h 2055300"/>
                <a:gd name="connsiteX11" fmla="*/ 1373233 w 2651058"/>
                <a:gd name="connsiteY11" fmla="*/ 2055247 h 2055300"/>
                <a:gd name="connsiteX12" fmla="*/ 1051669 w 2651058"/>
                <a:gd name="connsiteY12" fmla="*/ 2026290 h 2055300"/>
                <a:gd name="connsiteX13" fmla="*/ 425305 w 2651058"/>
                <a:gd name="connsiteY13" fmla="*/ 1753494 h 2055300"/>
                <a:gd name="connsiteX14" fmla="*/ 41257 w 2651058"/>
                <a:gd name="connsiteY14" fmla="*/ 1278006 h 2055300"/>
                <a:gd name="connsiteX15" fmla="*/ 25121 w 2651058"/>
                <a:gd name="connsiteY15" fmla="*/ 1018061 h 2055300"/>
                <a:gd name="connsiteX0" fmla="*/ 25121 w 2651058"/>
                <a:gd name="connsiteY0" fmla="*/ 1018061 h 2055300"/>
                <a:gd name="connsiteX1" fmla="*/ 169273 w 2651058"/>
                <a:gd name="connsiteY1" fmla="*/ 528198 h 2055300"/>
                <a:gd name="connsiteX2" fmla="*/ 571608 w 2651058"/>
                <a:gd name="connsiteY2" fmla="*/ 199014 h 2055300"/>
                <a:gd name="connsiteX3" fmla="*/ 1400197 w 2651058"/>
                <a:gd name="connsiteY3" fmla="*/ 10061 h 2055300"/>
                <a:gd name="connsiteX4" fmla="*/ 1357993 w 2651058"/>
                <a:gd name="connsiteY4" fmla="*/ 491621 h 2055300"/>
                <a:gd name="connsiteX5" fmla="*/ 1723753 w 2651058"/>
                <a:gd name="connsiteY5" fmla="*/ 1168277 h 2055300"/>
                <a:gd name="connsiteX6" fmla="*/ 2217529 w 2651058"/>
                <a:gd name="connsiteY6" fmla="*/ 1259717 h 2055300"/>
                <a:gd name="connsiteX7" fmla="*/ 2647257 w 2651058"/>
                <a:gd name="connsiteY7" fmla="*/ 1456973 h 2055300"/>
                <a:gd name="connsiteX8" fmla="*/ 2229720 w 2651058"/>
                <a:gd name="connsiteY8" fmla="*/ 1823598 h 2055300"/>
                <a:gd name="connsiteX9" fmla="*/ 1742041 w 2651058"/>
                <a:gd name="connsiteY9" fmla="*/ 2027814 h 2055300"/>
                <a:gd name="connsiteX10" fmla="*/ 1423057 w 2651058"/>
                <a:gd name="connsiteY10" fmla="*/ 2048921 h 2055300"/>
                <a:gd name="connsiteX11" fmla="*/ 1373233 w 2651058"/>
                <a:gd name="connsiteY11" fmla="*/ 2055247 h 2055300"/>
                <a:gd name="connsiteX12" fmla="*/ 1051669 w 2651058"/>
                <a:gd name="connsiteY12" fmla="*/ 2026290 h 2055300"/>
                <a:gd name="connsiteX13" fmla="*/ 425305 w 2651058"/>
                <a:gd name="connsiteY13" fmla="*/ 1753494 h 2055300"/>
                <a:gd name="connsiteX14" fmla="*/ 41257 w 2651058"/>
                <a:gd name="connsiteY14" fmla="*/ 1278006 h 2055300"/>
                <a:gd name="connsiteX15" fmla="*/ 25121 w 2651058"/>
                <a:gd name="connsiteY15" fmla="*/ 1018061 h 2055300"/>
                <a:gd name="connsiteX0" fmla="*/ 29556 w 2647873"/>
                <a:gd name="connsiteY0" fmla="*/ 858041 h 2055300"/>
                <a:gd name="connsiteX1" fmla="*/ 166088 w 2647873"/>
                <a:gd name="connsiteY1" fmla="*/ 528198 h 2055300"/>
                <a:gd name="connsiteX2" fmla="*/ 568423 w 2647873"/>
                <a:gd name="connsiteY2" fmla="*/ 199014 h 2055300"/>
                <a:gd name="connsiteX3" fmla="*/ 1397012 w 2647873"/>
                <a:gd name="connsiteY3" fmla="*/ 10061 h 2055300"/>
                <a:gd name="connsiteX4" fmla="*/ 1354808 w 2647873"/>
                <a:gd name="connsiteY4" fmla="*/ 491621 h 2055300"/>
                <a:gd name="connsiteX5" fmla="*/ 1720568 w 2647873"/>
                <a:gd name="connsiteY5" fmla="*/ 1168277 h 2055300"/>
                <a:gd name="connsiteX6" fmla="*/ 2214344 w 2647873"/>
                <a:gd name="connsiteY6" fmla="*/ 1259717 h 2055300"/>
                <a:gd name="connsiteX7" fmla="*/ 2644072 w 2647873"/>
                <a:gd name="connsiteY7" fmla="*/ 1456973 h 2055300"/>
                <a:gd name="connsiteX8" fmla="*/ 2226535 w 2647873"/>
                <a:gd name="connsiteY8" fmla="*/ 1823598 h 2055300"/>
                <a:gd name="connsiteX9" fmla="*/ 1738856 w 2647873"/>
                <a:gd name="connsiteY9" fmla="*/ 2027814 h 2055300"/>
                <a:gd name="connsiteX10" fmla="*/ 1419872 w 2647873"/>
                <a:gd name="connsiteY10" fmla="*/ 2048921 h 2055300"/>
                <a:gd name="connsiteX11" fmla="*/ 1370048 w 2647873"/>
                <a:gd name="connsiteY11" fmla="*/ 2055247 h 2055300"/>
                <a:gd name="connsiteX12" fmla="*/ 1048484 w 2647873"/>
                <a:gd name="connsiteY12" fmla="*/ 2026290 h 2055300"/>
                <a:gd name="connsiteX13" fmla="*/ 422120 w 2647873"/>
                <a:gd name="connsiteY13" fmla="*/ 1753494 h 2055300"/>
                <a:gd name="connsiteX14" fmla="*/ 38072 w 2647873"/>
                <a:gd name="connsiteY14" fmla="*/ 1278006 h 2055300"/>
                <a:gd name="connsiteX15" fmla="*/ 29556 w 2647873"/>
                <a:gd name="connsiteY15" fmla="*/ 858041 h 2055300"/>
                <a:gd name="connsiteX0" fmla="*/ 29556 w 2647873"/>
                <a:gd name="connsiteY0" fmla="*/ 858041 h 2055300"/>
                <a:gd name="connsiteX1" fmla="*/ 166088 w 2647873"/>
                <a:gd name="connsiteY1" fmla="*/ 528198 h 2055300"/>
                <a:gd name="connsiteX2" fmla="*/ 568423 w 2647873"/>
                <a:gd name="connsiteY2" fmla="*/ 199014 h 2055300"/>
                <a:gd name="connsiteX3" fmla="*/ 1397012 w 2647873"/>
                <a:gd name="connsiteY3" fmla="*/ 10061 h 2055300"/>
                <a:gd name="connsiteX4" fmla="*/ 1354808 w 2647873"/>
                <a:gd name="connsiteY4" fmla="*/ 491621 h 2055300"/>
                <a:gd name="connsiteX5" fmla="*/ 1720568 w 2647873"/>
                <a:gd name="connsiteY5" fmla="*/ 1168277 h 2055300"/>
                <a:gd name="connsiteX6" fmla="*/ 2214344 w 2647873"/>
                <a:gd name="connsiteY6" fmla="*/ 1259717 h 2055300"/>
                <a:gd name="connsiteX7" fmla="*/ 2644072 w 2647873"/>
                <a:gd name="connsiteY7" fmla="*/ 1456973 h 2055300"/>
                <a:gd name="connsiteX8" fmla="*/ 2226535 w 2647873"/>
                <a:gd name="connsiteY8" fmla="*/ 1823598 h 2055300"/>
                <a:gd name="connsiteX9" fmla="*/ 1738856 w 2647873"/>
                <a:gd name="connsiteY9" fmla="*/ 2027814 h 2055300"/>
                <a:gd name="connsiteX10" fmla="*/ 1419872 w 2647873"/>
                <a:gd name="connsiteY10" fmla="*/ 2048921 h 2055300"/>
                <a:gd name="connsiteX11" fmla="*/ 1370048 w 2647873"/>
                <a:gd name="connsiteY11" fmla="*/ 2055247 h 2055300"/>
                <a:gd name="connsiteX12" fmla="*/ 1048484 w 2647873"/>
                <a:gd name="connsiteY12" fmla="*/ 2026290 h 2055300"/>
                <a:gd name="connsiteX13" fmla="*/ 422120 w 2647873"/>
                <a:gd name="connsiteY13" fmla="*/ 1753494 h 2055300"/>
                <a:gd name="connsiteX14" fmla="*/ 204188 w 2647873"/>
                <a:gd name="connsiteY14" fmla="*/ 1544706 h 2055300"/>
                <a:gd name="connsiteX15" fmla="*/ 38072 w 2647873"/>
                <a:gd name="connsiteY15" fmla="*/ 1278006 h 2055300"/>
                <a:gd name="connsiteX16" fmla="*/ 29556 w 2647873"/>
                <a:gd name="connsiteY16" fmla="*/ 858041 h 2055300"/>
                <a:gd name="connsiteX0" fmla="*/ 30563 w 2648880"/>
                <a:gd name="connsiteY0" fmla="*/ 858041 h 2055300"/>
                <a:gd name="connsiteX1" fmla="*/ 186145 w 2648880"/>
                <a:gd name="connsiteY1" fmla="*/ 547248 h 2055300"/>
                <a:gd name="connsiteX2" fmla="*/ 569430 w 2648880"/>
                <a:gd name="connsiteY2" fmla="*/ 199014 h 2055300"/>
                <a:gd name="connsiteX3" fmla="*/ 1398019 w 2648880"/>
                <a:gd name="connsiteY3" fmla="*/ 10061 h 2055300"/>
                <a:gd name="connsiteX4" fmla="*/ 1355815 w 2648880"/>
                <a:gd name="connsiteY4" fmla="*/ 491621 h 2055300"/>
                <a:gd name="connsiteX5" fmla="*/ 1721575 w 2648880"/>
                <a:gd name="connsiteY5" fmla="*/ 1168277 h 2055300"/>
                <a:gd name="connsiteX6" fmla="*/ 2215351 w 2648880"/>
                <a:gd name="connsiteY6" fmla="*/ 1259717 h 2055300"/>
                <a:gd name="connsiteX7" fmla="*/ 2645079 w 2648880"/>
                <a:gd name="connsiteY7" fmla="*/ 1456973 h 2055300"/>
                <a:gd name="connsiteX8" fmla="*/ 2227542 w 2648880"/>
                <a:gd name="connsiteY8" fmla="*/ 1823598 h 2055300"/>
                <a:gd name="connsiteX9" fmla="*/ 1739863 w 2648880"/>
                <a:gd name="connsiteY9" fmla="*/ 2027814 h 2055300"/>
                <a:gd name="connsiteX10" fmla="*/ 1420879 w 2648880"/>
                <a:gd name="connsiteY10" fmla="*/ 2048921 h 2055300"/>
                <a:gd name="connsiteX11" fmla="*/ 1371055 w 2648880"/>
                <a:gd name="connsiteY11" fmla="*/ 2055247 h 2055300"/>
                <a:gd name="connsiteX12" fmla="*/ 1049491 w 2648880"/>
                <a:gd name="connsiteY12" fmla="*/ 2026290 h 2055300"/>
                <a:gd name="connsiteX13" fmla="*/ 423127 w 2648880"/>
                <a:gd name="connsiteY13" fmla="*/ 1753494 h 2055300"/>
                <a:gd name="connsiteX14" fmla="*/ 205195 w 2648880"/>
                <a:gd name="connsiteY14" fmla="*/ 1544706 h 2055300"/>
                <a:gd name="connsiteX15" fmla="*/ 39079 w 2648880"/>
                <a:gd name="connsiteY15" fmla="*/ 1278006 h 2055300"/>
                <a:gd name="connsiteX16" fmla="*/ 30563 w 2648880"/>
                <a:gd name="connsiteY16" fmla="*/ 858041 h 2055300"/>
                <a:gd name="connsiteX0" fmla="*/ 30563 w 2648880"/>
                <a:gd name="connsiteY0" fmla="*/ 855529 h 2052788"/>
                <a:gd name="connsiteX1" fmla="*/ 186145 w 2648880"/>
                <a:gd name="connsiteY1" fmla="*/ 544736 h 2052788"/>
                <a:gd name="connsiteX2" fmla="*/ 536367 w 2648880"/>
                <a:gd name="connsiteY2" fmla="*/ 240112 h 2052788"/>
                <a:gd name="connsiteX3" fmla="*/ 569430 w 2648880"/>
                <a:gd name="connsiteY3" fmla="*/ 196502 h 2052788"/>
                <a:gd name="connsiteX4" fmla="*/ 1398019 w 2648880"/>
                <a:gd name="connsiteY4" fmla="*/ 7549 h 2052788"/>
                <a:gd name="connsiteX5" fmla="*/ 1355815 w 2648880"/>
                <a:gd name="connsiteY5" fmla="*/ 489109 h 2052788"/>
                <a:gd name="connsiteX6" fmla="*/ 1721575 w 2648880"/>
                <a:gd name="connsiteY6" fmla="*/ 1165765 h 2052788"/>
                <a:gd name="connsiteX7" fmla="*/ 2215351 w 2648880"/>
                <a:gd name="connsiteY7" fmla="*/ 1257205 h 2052788"/>
                <a:gd name="connsiteX8" fmla="*/ 2645079 w 2648880"/>
                <a:gd name="connsiteY8" fmla="*/ 1454461 h 2052788"/>
                <a:gd name="connsiteX9" fmla="*/ 2227542 w 2648880"/>
                <a:gd name="connsiteY9" fmla="*/ 1821086 h 2052788"/>
                <a:gd name="connsiteX10" fmla="*/ 1739863 w 2648880"/>
                <a:gd name="connsiteY10" fmla="*/ 2025302 h 2052788"/>
                <a:gd name="connsiteX11" fmla="*/ 1420879 w 2648880"/>
                <a:gd name="connsiteY11" fmla="*/ 2046409 h 2052788"/>
                <a:gd name="connsiteX12" fmla="*/ 1371055 w 2648880"/>
                <a:gd name="connsiteY12" fmla="*/ 2052735 h 2052788"/>
                <a:gd name="connsiteX13" fmla="*/ 1049491 w 2648880"/>
                <a:gd name="connsiteY13" fmla="*/ 2023778 h 2052788"/>
                <a:gd name="connsiteX14" fmla="*/ 423127 w 2648880"/>
                <a:gd name="connsiteY14" fmla="*/ 1750982 h 2052788"/>
                <a:gd name="connsiteX15" fmla="*/ 205195 w 2648880"/>
                <a:gd name="connsiteY15" fmla="*/ 1542194 h 2052788"/>
                <a:gd name="connsiteX16" fmla="*/ 39079 w 2648880"/>
                <a:gd name="connsiteY16" fmla="*/ 1275494 h 2052788"/>
                <a:gd name="connsiteX17" fmla="*/ 30563 w 2648880"/>
                <a:gd name="connsiteY17" fmla="*/ 855529 h 2052788"/>
                <a:gd name="connsiteX0" fmla="*/ 47602 w 2640519"/>
                <a:gd name="connsiteY0" fmla="*/ 849179 h 2052788"/>
                <a:gd name="connsiteX1" fmla="*/ 177784 w 2640519"/>
                <a:gd name="connsiteY1" fmla="*/ 544736 h 2052788"/>
                <a:gd name="connsiteX2" fmla="*/ 528006 w 2640519"/>
                <a:gd name="connsiteY2" fmla="*/ 240112 h 2052788"/>
                <a:gd name="connsiteX3" fmla="*/ 561069 w 2640519"/>
                <a:gd name="connsiteY3" fmla="*/ 196502 h 2052788"/>
                <a:gd name="connsiteX4" fmla="*/ 1389658 w 2640519"/>
                <a:gd name="connsiteY4" fmla="*/ 7549 h 2052788"/>
                <a:gd name="connsiteX5" fmla="*/ 1347454 w 2640519"/>
                <a:gd name="connsiteY5" fmla="*/ 489109 h 2052788"/>
                <a:gd name="connsiteX6" fmla="*/ 1713214 w 2640519"/>
                <a:gd name="connsiteY6" fmla="*/ 1165765 h 2052788"/>
                <a:gd name="connsiteX7" fmla="*/ 2206990 w 2640519"/>
                <a:gd name="connsiteY7" fmla="*/ 1257205 h 2052788"/>
                <a:gd name="connsiteX8" fmla="*/ 2636718 w 2640519"/>
                <a:gd name="connsiteY8" fmla="*/ 1454461 h 2052788"/>
                <a:gd name="connsiteX9" fmla="*/ 2219181 w 2640519"/>
                <a:gd name="connsiteY9" fmla="*/ 1821086 h 2052788"/>
                <a:gd name="connsiteX10" fmla="*/ 1731502 w 2640519"/>
                <a:gd name="connsiteY10" fmla="*/ 2025302 h 2052788"/>
                <a:gd name="connsiteX11" fmla="*/ 1412518 w 2640519"/>
                <a:gd name="connsiteY11" fmla="*/ 2046409 h 2052788"/>
                <a:gd name="connsiteX12" fmla="*/ 1362694 w 2640519"/>
                <a:gd name="connsiteY12" fmla="*/ 2052735 h 2052788"/>
                <a:gd name="connsiteX13" fmla="*/ 1041130 w 2640519"/>
                <a:gd name="connsiteY13" fmla="*/ 2023778 h 2052788"/>
                <a:gd name="connsiteX14" fmla="*/ 414766 w 2640519"/>
                <a:gd name="connsiteY14" fmla="*/ 1750982 h 2052788"/>
                <a:gd name="connsiteX15" fmla="*/ 196834 w 2640519"/>
                <a:gd name="connsiteY15" fmla="*/ 1542194 h 2052788"/>
                <a:gd name="connsiteX16" fmla="*/ 30718 w 2640519"/>
                <a:gd name="connsiteY16" fmla="*/ 1275494 h 2052788"/>
                <a:gd name="connsiteX17" fmla="*/ 47602 w 2640519"/>
                <a:gd name="connsiteY17" fmla="*/ 849179 h 2052788"/>
                <a:gd name="connsiteX0" fmla="*/ 25116 w 2618033"/>
                <a:gd name="connsiteY0" fmla="*/ 849179 h 2052788"/>
                <a:gd name="connsiteX1" fmla="*/ 155298 w 2618033"/>
                <a:gd name="connsiteY1" fmla="*/ 544736 h 2052788"/>
                <a:gd name="connsiteX2" fmla="*/ 505520 w 2618033"/>
                <a:gd name="connsiteY2" fmla="*/ 240112 h 2052788"/>
                <a:gd name="connsiteX3" fmla="*/ 538583 w 2618033"/>
                <a:gd name="connsiteY3" fmla="*/ 196502 h 2052788"/>
                <a:gd name="connsiteX4" fmla="*/ 1367172 w 2618033"/>
                <a:gd name="connsiteY4" fmla="*/ 7549 h 2052788"/>
                <a:gd name="connsiteX5" fmla="*/ 1324968 w 2618033"/>
                <a:gd name="connsiteY5" fmla="*/ 489109 h 2052788"/>
                <a:gd name="connsiteX6" fmla="*/ 1690728 w 2618033"/>
                <a:gd name="connsiteY6" fmla="*/ 1165765 h 2052788"/>
                <a:gd name="connsiteX7" fmla="*/ 2184504 w 2618033"/>
                <a:gd name="connsiteY7" fmla="*/ 1257205 h 2052788"/>
                <a:gd name="connsiteX8" fmla="*/ 2614232 w 2618033"/>
                <a:gd name="connsiteY8" fmla="*/ 1454461 h 2052788"/>
                <a:gd name="connsiteX9" fmla="*/ 2196695 w 2618033"/>
                <a:gd name="connsiteY9" fmla="*/ 1821086 h 2052788"/>
                <a:gd name="connsiteX10" fmla="*/ 1709016 w 2618033"/>
                <a:gd name="connsiteY10" fmla="*/ 2025302 h 2052788"/>
                <a:gd name="connsiteX11" fmla="*/ 1390032 w 2618033"/>
                <a:gd name="connsiteY11" fmla="*/ 2046409 h 2052788"/>
                <a:gd name="connsiteX12" fmla="*/ 1340208 w 2618033"/>
                <a:gd name="connsiteY12" fmla="*/ 2052735 h 2052788"/>
                <a:gd name="connsiteX13" fmla="*/ 1018644 w 2618033"/>
                <a:gd name="connsiteY13" fmla="*/ 2023778 h 2052788"/>
                <a:gd name="connsiteX14" fmla="*/ 392280 w 2618033"/>
                <a:gd name="connsiteY14" fmla="*/ 1750982 h 2052788"/>
                <a:gd name="connsiteX15" fmla="*/ 174348 w 2618033"/>
                <a:gd name="connsiteY15" fmla="*/ 1542194 h 2052788"/>
                <a:gd name="connsiteX16" fmla="*/ 39982 w 2618033"/>
                <a:gd name="connsiteY16" fmla="*/ 1256444 h 2052788"/>
                <a:gd name="connsiteX17" fmla="*/ 25116 w 2618033"/>
                <a:gd name="connsiteY17" fmla="*/ 849179 h 2052788"/>
                <a:gd name="connsiteX0" fmla="*/ 25116 w 2618033"/>
                <a:gd name="connsiteY0" fmla="*/ 849179 h 2052788"/>
                <a:gd name="connsiteX1" fmla="*/ 155298 w 2618033"/>
                <a:gd name="connsiteY1" fmla="*/ 544736 h 2052788"/>
                <a:gd name="connsiteX2" fmla="*/ 505520 w 2618033"/>
                <a:gd name="connsiteY2" fmla="*/ 240112 h 2052788"/>
                <a:gd name="connsiteX3" fmla="*/ 538583 w 2618033"/>
                <a:gd name="connsiteY3" fmla="*/ 196502 h 2052788"/>
                <a:gd name="connsiteX4" fmla="*/ 1367172 w 2618033"/>
                <a:gd name="connsiteY4" fmla="*/ 7549 h 2052788"/>
                <a:gd name="connsiteX5" fmla="*/ 1324968 w 2618033"/>
                <a:gd name="connsiteY5" fmla="*/ 489109 h 2052788"/>
                <a:gd name="connsiteX6" fmla="*/ 1690728 w 2618033"/>
                <a:gd name="connsiteY6" fmla="*/ 1165765 h 2052788"/>
                <a:gd name="connsiteX7" fmla="*/ 2184504 w 2618033"/>
                <a:gd name="connsiteY7" fmla="*/ 1257205 h 2052788"/>
                <a:gd name="connsiteX8" fmla="*/ 2614232 w 2618033"/>
                <a:gd name="connsiteY8" fmla="*/ 1454461 h 2052788"/>
                <a:gd name="connsiteX9" fmla="*/ 2228445 w 2618033"/>
                <a:gd name="connsiteY9" fmla="*/ 1852836 h 2052788"/>
                <a:gd name="connsiteX10" fmla="*/ 1709016 w 2618033"/>
                <a:gd name="connsiteY10" fmla="*/ 2025302 h 2052788"/>
                <a:gd name="connsiteX11" fmla="*/ 1390032 w 2618033"/>
                <a:gd name="connsiteY11" fmla="*/ 2046409 h 2052788"/>
                <a:gd name="connsiteX12" fmla="*/ 1340208 w 2618033"/>
                <a:gd name="connsiteY12" fmla="*/ 2052735 h 2052788"/>
                <a:gd name="connsiteX13" fmla="*/ 1018644 w 2618033"/>
                <a:gd name="connsiteY13" fmla="*/ 2023778 h 2052788"/>
                <a:gd name="connsiteX14" fmla="*/ 392280 w 2618033"/>
                <a:gd name="connsiteY14" fmla="*/ 1750982 h 2052788"/>
                <a:gd name="connsiteX15" fmla="*/ 174348 w 2618033"/>
                <a:gd name="connsiteY15" fmla="*/ 1542194 h 2052788"/>
                <a:gd name="connsiteX16" fmla="*/ 39982 w 2618033"/>
                <a:gd name="connsiteY16" fmla="*/ 1256444 h 2052788"/>
                <a:gd name="connsiteX17" fmla="*/ 25116 w 2618033"/>
                <a:gd name="connsiteY17" fmla="*/ 849179 h 2052788"/>
                <a:gd name="connsiteX0" fmla="*/ 25116 w 2618033"/>
                <a:gd name="connsiteY0" fmla="*/ 849179 h 2052788"/>
                <a:gd name="connsiteX1" fmla="*/ 155298 w 2618033"/>
                <a:gd name="connsiteY1" fmla="*/ 544736 h 2052788"/>
                <a:gd name="connsiteX2" fmla="*/ 505520 w 2618033"/>
                <a:gd name="connsiteY2" fmla="*/ 240112 h 2052788"/>
                <a:gd name="connsiteX3" fmla="*/ 538583 w 2618033"/>
                <a:gd name="connsiteY3" fmla="*/ 196502 h 2052788"/>
                <a:gd name="connsiteX4" fmla="*/ 1367172 w 2618033"/>
                <a:gd name="connsiteY4" fmla="*/ 7549 h 2052788"/>
                <a:gd name="connsiteX5" fmla="*/ 1324968 w 2618033"/>
                <a:gd name="connsiteY5" fmla="*/ 489109 h 2052788"/>
                <a:gd name="connsiteX6" fmla="*/ 2027278 w 2618033"/>
                <a:gd name="connsiteY6" fmla="*/ 911765 h 2052788"/>
                <a:gd name="connsiteX7" fmla="*/ 2184504 w 2618033"/>
                <a:gd name="connsiteY7" fmla="*/ 1257205 h 2052788"/>
                <a:gd name="connsiteX8" fmla="*/ 2614232 w 2618033"/>
                <a:gd name="connsiteY8" fmla="*/ 1454461 h 2052788"/>
                <a:gd name="connsiteX9" fmla="*/ 2228445 w 2618033"/>
                <a:gd name="connsiteY9" fmla="*/ 1852836 h 2052788"/>
                <a:gd name="connsiteX10" fmla="*/ 1709016 w 2618033"/>
                <a:gd name="connsiteY10" fmla="*/ 2025302 h 2052788"/>
                <a:gd name="connsiteX11" fmla="*/ 1390032 w 2618033"/>
                <a:gd name="connsiteY11" fmla="*/ 2046409 h 2052788"/>
                <a:gd name="connsiteX12" fmla="*/ 1340208 w 2618033"/>
                <a:gd name="connsiteY12" fmla="*/ 2052735 h 2052788"/>
                <a:gd name="connsiteX13" fmla="*/ 1018644 w 2618033"/>
                <a:gd name="connsiteY13" fmla="*/ 2023778 h 2052788"/>
                <a:gd name="connsiteX14" fmla="*/ 392280 w 2618033"/>
                <a:gd name="connsiteY14" fmla="*/ 1750982 h 2052788"/>
                <a:gd name="connsiteX15" fmla="*/ 174348 w 2618033"/>
                <a:gd name="connsiteY15" fmla="*/ 1542194 h 2052788"/>
                <a:gd name="connsiteX16" fmla="*/ 39982 w 2618033"/>
                <a:gd name="connsiteY16" fmla="*/ 1256444 h 2052788"/>
                <a:gd name="connsiteX17" fmla="*/ 25116 w 2618033"/>
                <a:gd name="connsiteY17" fmla="*/ 849179 h 2052788"/>
                <a:gd name="connsiteX0" fmla="*/ 25116 w 2618657"/>
                <a:gd name="connsiteY0" fmla="*/ 849179 h 2052788"/>
                <a:gd name="connsiteX1" fmla="*/ 155298 w 2618657"/>
                <a:gd name="connsiteY1" fmla="*/ 544736 h 2052788"/>
                <a:gd name="connsiteX2" fmla="*/ 505520 w 2618657"/>
                <a:gd name="connsiteY2" fmla="*/ 240112 h 2052788"/>
                <a:gd name="connsiteX3" fmla="*/ 538583 w 2618657"/>
                <a:gd name="connsiteY3" fmla="*/ 196502 h 2052788"/>
                <a:gd name="connsiteX4" fmla="*/ 1367172 w 2618657"/>
                <a:gd name="connsiteY4" fmla="*/ 7549 h 2052788"/>
                <a:gd name="connsiteX5" fmla="*/ 1324968 w 2618657"/>
                <a:gd name="connsiteY5" fmla="*/ 489109 h 2052788"/>
                <a:gd name="connsiteX6" fmla="*/ 2027278 w 2618657"/>
                <a:gd name="connsiteY6" fmla="*/ 911765 h 2052788"/>
                <a:gd name="connsiteX7" fmla="*/ 2228954 w 2618657"/>
                <a:gd name="connsiteY7" fmla="*/ 1060355 h 2052788"/>
                <a:gd name="connsiteX8" fmla="*/ 2614232 w 2618657"/>
                <a:gd name="connsiteY8" fmla="*/ 1454461 h 2052788"/>
                <a:gd name="connsiteX9" fmla="*/ 2228445 w 2618657"/>
                <a:gd name="connsiteY9" fmla="*/ 1852836 h 2052788"/>
                <a:gd name="connsiteX10" fmla="*/ 1709016 w 2618657"/>
                <a:gd name="connsiteY10" fmla="*/ 2025302 h 2052788"/>
                <a:gd name="connsiteX11" fmla="*/ 1390032 w 2618657"/>
                <a:gd name="connsiteY11" fmla="*/ 2046409 h 2052788"/>
                <a:gd name="connsiteX12" fmla="*/ 1340208 w 2618657"/>
                <a:gd name="connsiteY12" fmla="*/ 2052735 h 2052788"/>
                <a:gd name="connsiteX13" fmla="*/ 1018644 w 2618657"/>
                <a:gd name="connsiteY13" fmla="*/ 2023778 h 2052788"/>
                <a:gd name="connsiteX14" fmla="*/ 392280 w 2618657"/>
                <a:gd name="connsiteY14" fmla="*/ 1750982 h 2052788"/>
                <a:gd name="connsiteX15" fmla="*/ 174348 w 2618657"/>
                <a:gd name="connsiteY15" fmla="*/ 1542194 h 2052788"/>
                <a:gd name="connsiteX16" fmla="*/ 39982 w 2618657"/>
                <a:gd name="connsiteY16" fmla="*/ 1256444 h 2052788"/>
                <a:gd name="connsiteX17" fmla="*/ 25116 w 2618657"/>
                <a:gd name="connsiteY17" fmla="*/ 849179 h 2052788"/>
                <a:gd name="connsiteX0" fmla="*/ 25116 w 2618657"/>
                <a:gd name="connsiteY0" fmla="*/ 849179 h 2052788"/>
                <a:gd name="connsiteX1" fmla="*/ 155298 w 2618657"/>
                <a:gd name="connsiteY1" fmla="*/ 544736 h 2052788"/>
                <a:gd name="connsiteX2" fmla="*/ 505520 w 2618657"/>
                <a:gd name="connsiteY2" fmla="*/ 240112 h 2052788"/>
                <a:gd name="connsiteX3" fmla="*/ 538583 w 2618657"/>
                <a:gd name="connsiteY3" fmla="*/ 196502 h 2052788"/>
                <a:gd name="connsiteX4" fmla="*/ 1367172 w 2618657"/>
                <a:gd name="connsiteY4" fmla="*/ 7549 h 2052788"/>
                <a:gd name="connsiteX5" fmla="*/ 1324968 w 2618657"/>
                <a:gd name="connsiteY5" fmla="*/ 489109 h 2052788"/>
                <a:gd name="connsiteX6" fmla="*/ 2027278 w 2618657"/>
                <a:gd name="connsiteY6" fmla="*/ 911765 h 2052788"/>
                <a:gd name="connsiteX7" fmla="*/ 2228954 w 2618657"/>
                <a:gd name="connsiteY7" fmla="*/ 1060355 h 2052788"/>
                <a:gd name="connsiteX8" fmla="*/ 2614232 w 2618657"/>
                <a:gd name="connsiteY8" fmla="*/ 1454461 h 2052788"/>
                <a:gd name="connsiteX9" fmla="*/ 2228445 w 2618657"/>
                <a:gd name="connsiteY9" fmla="*/ 1852836 h 2052788"/>
                <a:gd name="connsiteX10" fmla="*/ 1709016 w 2618657"/>
                <a:gd name="connsiteY10" fmla="*/ 2025302 h 2052788"/>
                <a:gd name="connsiteX11" fmla="*/ 1390032 w 2618657"/>
                <a:gd name="connsiteY11" fmla="*/ 2046409 h 2052788"/>
                <a:gd name="connsiteX12" fmla="*/ 1340208 w 2618657"/>
                <a:gd name="connsiteY12" fmla="*/ 2052735 h 2052788"/>
                <a:gd name="connsiteX13" fmla="*/ 1018644 w 2618657"/>
                <a:gd name="connsiteY13" fmla="*/ 2023778 h 2052788"/>
                <a:gd name="connsiteX14" fmla="*/ 392280 w 2618657"/>
                <a:gd name="connsiteY14" fmla="*/ 1750982 h 2052788"/>
                <a:gd name="connsiteX15" fmla="*/ 174348 w 2618657"/>
                <a:gd name="connsiteY15" fmla="*/ 1542194 h 2052788"/>
                <a:gd name="connsiteX16" fmla="*/ 39982 w 2618657"/>
                <a:gd name="connsiteY16" fmla="*/ 1256444 h 2052788"/>
                <a:gd name="connsiteX17" fmla="*/ 25116 w 2618657"/>
                <a:gd name="connsiteY17" fmla="*/ 849179 h 2052788"/>
                <a:gd name="connsiteX0" fmla="*/ 25116 w 2618657"/>
                <a:gd name="connsiteY0" fmla="*/ 847119 h 2050728"/>
                <a:gd name="connsiteX1" fmla="*/ 155298 w 2618657"/>
                <a:gd name="connsiteY1" fmla="*/ 542676 h 2050728"/>
                <a:gd name="connsiteX2" fmla="*/ 505520 w 2618657"/>
                <a:gd name="connsiteY2" fmla="*/ 238052 h 2050728"/>
                <a:gd name="connsiteX3" fmla="*/ 538583 w 2618657"/>
                <a:gd name="connsiteY3" fmla="*/ 194442 h 2050728"/>
                <a:gd name="connsiteX4" fmla="*/ 1367172 w 2618657"/>
                <a:gd name="connsiteY4" fmla="*/ 5489 h 2050728"/>
                <a:gd name="connsiteX5" fmla="*/ 1642468 w 2618657"/>
                <a:gd name="connsiteY5" fmla="*/ 436249 h 2050728"/>
                <a:gd name="connsiteX6" fmla="*/ 2027278 w 2618657"/>
                <a:gd name="connsiteY6" fmla="*/ 909705 h 2050728"/>
                <a:gd name="connsiteX7" fmla="*/ 2228954 w 2618657"/>
                <a:gd name="connsiteY7" fmla="*/ 1058295 h 2050728"/>
                <a:gd name="connsiteX8" fmla="*/ 2614232 w 2618657"/>
                <a:gd name="connsiteY8" fmla="*/ 1452401 h 2050728"/>
                <a:gd name="connsiteX9" fmla="*/ 2228445 w 2618657"/>
                <a:gd name="connsiteY9" fmla="*/ 1850776 h 2050728"/>
                <a:gd name="connsiteX10" fmla="*/ 1709016 w 2618657"/>
                <a:gd name="connsiteY10" fmla="*/ 2023242 h 2050728"/>
                <a:gd name="connsiteX11" fmla="*/ 1390032 w 2618657"/>
                <a:gd name="connsiteY11" fmla="*/ 2044349 h 2050728"/>
                <a:gd name="connsiteX12" fmla="*/ 1340208 w 2618657"/>
                <a:gd name="connsiteY12" fmla="*/ 2050675 h 2050728"/>
                <a:gd name="connsiteX13" fmla="*/ 1018644 w 2618657"/>
                <a:gd name="connsiteY13" fmla="*/ 2021718 h 2050728"/>
                <a:gd name="connsiteX14" fmla="*/ 392280 w 2618657"/>
                <a:gd name="connsiteY14" fmla="*/ 1748922 h 2050728"/>
                <a:gd name="connsiteX15" fmla="*/ 174348 w 2618657"/>
                <a:gd name="connsiteY15" fmla="*/ 1540134 h 2050728"/>
                <a:gd name="connsiteX16" fmla="*/ 39982 w 2618657"/>
                <a:gd name="connsiteY16" fmla="*/ 1254384 h 2050728"/>
                <a:gd name="connsiteX17" fmla="*/ 25116 w 2618657"/>
                <a:gd name="connsiteY17" fmla="*/ 847119 h 2050728"/>
                <a:gd name="connsiteX0" fmla="*/ 25116 w 2617189"/>
                <a:gd name="connsiteY0" fmla="*/ 847119 h 2050728"/>
                <a:gd name="connsiteX1" fmla="*/ 155298 w 2617189"/>
                <a:gd name="connsiteY1" fmla="*/ 542676 h 2050728"/>
                <a:gd name="connsiteX2" fmla="*/ 505520 w 2617189"/>
                <a:gd name="connsiteY2" fmla="*/ 238052 h 2050728"/>
                <a:gd name="connsiteX3" fmla="*/ 538583 w 2617189"/>
                <a:gd name="connsiteY3" fmla="*/ 194442 h 2050728"/>
                <a:gd name="connsiteX4" fmla="*/ 1367172 w 2617189"/>
                <a:gd name="connsiteY4" fmla="*/ 5489 h 2050728"/>
                <a:gd name="connsiteX5" fmla="*/ 1642468 w 2617189"/>
                <a:gd name="connsiteY5" fmla="*/ 436249 h 2050728"/>
                <a:gd name="connsiteX6" fmla="*/ 2027278 w 2617189"/>
                <a:gd name="connsiteY6" fmla="*/ 909705 h 2050728"/>
                <a:gd name="connsiteX7" fmla="*/ 2614232 w 2617189"/>
                <a:gd name="connsiteY7" fmla="*/ 1452401 h 2050728"/>
                <a:gd name="connsiteX8" fmla="*/ 2228445 w 2617189"/>
                <a:gd name="connsiteY8" fmla="*/ 1850776 h 2050728"/>
                <a:gd name="connsiteX9" fmla="*/ 1709016 w 2617189"/>
                <a:gd name="connsiteY9" fmla="*/ 2023242 h 2050728"/>
                <a:gd name="connsiteX10" fmla="*/ 1390032 w 2617189"/>
                <a:gd name="connsiteY10" fmla="*/ 2044349 h 2050728"/>
                <a:gd name="connsiteX11" fmla="*/ 1340208 w 2617189"/>
                <a:gd name="connsiteY11" fmla="*/ 2050675 h 2050728"/>
                <a:gd name="connsiteX12" fmla="*/ 1018644 w 2617189"/>
                <a:gd name="connsiteY12" fmla="*/ 2021718 h 2050728"/>
                <a:gd name="connsiteX13" fmla="*/ 392280 w 2617189"/>
                <a:gd name="connsiteY13" fmla="*/ 1748922 h 2050728"/>
                <a:gd name="connsiteX14" fmla="*/ 174348 w 2617189"/>
                <a:gd name="connsiteY14" fmla="*/ 1540134 h 2050728"/>
                <a:gd name="connsiteX15" fmla="*/ 39982 w 2617189"/>
                <a:gd name="connsiteY15" fmla="*/ 1254384 h 2050728"/>
                <a:gd name="connsiteX16" fmla="*/ 25116 w 2617189"/>
                <a:gd name="connsiteY16" fmla="*/ 847119 h 2050728"/>
                <a:gd name="connsiteX0" fmla="*/ 25116 w 2617189"/>
                <a:gd name="connsiteY0" fmla="*/ 847119 h 2050728"/>
                <a:gd name="connsiteX1" fmla="*/ 155298 w 2617189"/>
                <a:gd name="connsiteY1" fmla="*/ 542676 h 2050728"/>
                <a:gd name="connsiteX2" fmla="*/ 505520 w 2617189"/>
                <a:gd name="connsiteY2" fmla="*/ 238052 h 2050728"/>
                <a:gd name="connsiteX3" fmla="*/ 538583 w 2617189"/>
                <a:gd name="connsiteY3" fmla="*/ 194442 h 2050728"/>
                <a:gd name="connsiteX4" fmla="*/ 1367172 w 2617189"/>
                <a:gd name="connsiteY4" fmla="*/ 5489 h 2050728"/>
                <a:gd name="connsiteX5" fmla="*/ 1642468 w 2617189"/>
                <a:gd name="connsiteY5" fmla="*/ 436249 h 2050728"/>
                <a:gd name="connsiteX6" fmla="*/ 2287628 w 2617189"/>
                <a:gd name="connsiteY6" fmla="*/ 998605 h 2050728"/>
                <a:gd name="connsiteX7" fmla="*/ 2614232 w 2617189"/>
                <a:gd name="connsiteY7" fmla="*/ 1452401 h 2050728"/>
                <a:gd name="connsiteX8" fmla="*/ 2228445 w 2617189"/>
                <a:gd name="connsiteY8" fmla="*/ 1850776 h 2050728"/>
                <a:gd name="connsiteX9" fmla="*/ 1709016 w 2617189"/>
                <a:gd name="connsiteY9" fmla="*/ 2023242 h 2050728"/>
                <a:gd name="connsiteX10" fmla="*/ 1390032 w 2617189"/>
                <a:gd name="connsiteY10" fmla="*/ 2044349 h 2050728"/>
                <a:gd name="connsiteX11" fmla="*/ 1340208 w 2617189"/>
                <a:gd name="connsiteY11" fmla="*/ 2050675 h 2050728"/>
                <a:gd name="connsiteX12" fmla="*/ 1018644 w 2617189"/>
                <a:gd name="connsiteY12" fmla="*/ 2021718 h 2050728"/>
                <a:gd name="connsiteX13" fmla="*/ 392280 w 2617189"/>
                <a:gd name="connsiteY13" fmla="*/ 1748922 h 2050728"/>
                <a:gd name="connsiteX14" fmla="*/ 174348 w 2617189"/>
                <a:gd name="connsiteY14" fmla="*/ 1540134 h 2050728"/>
                <a:gd name="connsiteX15" fmla="*/ 39982 w 2617189"/>
                <a:gd name="connsiteY15" fmla="*/ 1254384 h 2050728"/>
                <a:gd name="connsiteX16" fmla="*/ 25116 w 2617189"/>
                <a:gd name="connsiteY16" fmla="*/ 847119 h 2050728"/>
                <a:gd name="connsiteX0" fmla="*/ 25116 w 2617189"/>
                <a:gd name="connsiteY0" fmla="*/ 846174 h 2049783"/>
                <a:gd name="connsiteX1" fmla="*/ 155298 w 2617189"/>
                <a:gd name="connsiteY1" fmla="*/ 541731 h 2049783"/>
                <a:gd name="connsiteX2" fmla="*/ 505520 w 2617189"/>
                <a:gd name="connsiteY2" fmla="*/ 237107 h 2049783"/>
                <a:gd name="connsiteX3" fmla="*/ 538583 w 2617189"/>
                <a:gd name="connsiteY3" fmla="*/ 193497 h 2049783"/>
                <a:gd name="connsiteX4" fmla="*/ 1367172 w 2617189"/>
                <a:gd name="connsiteY4" fmla="*/ 4544 h 2049783"/>
                <a:gd name="connsiteX5" fmla="*/ 1744068 w 2617189"/>
                <a:gd name="connsiteY5" fmla="*/ 409904 h 2049783"/>
                <a:gd name="connsiteX6" fmla="*/ 2287628 w 2617189"/>
                <a:gd name="connsiteY6" fmla="*/ 997660 h 2049783"/>
                <a:gd name="connsiteX7" fmla="*/ 2614232 w 2617189"/>
                <a:gd name="connsiteY7" fmla="*/ 1451456 h 2049783"/>
                <a:gd name="connsiteX8" fmla="*/ 2228445 w 2617189"/>
                <a:gd name="connsiteY8" fmla="*/ 1849831 h 2049783"/>
                <a:gd name="connsiteX9" fmla="*/ 1709016 w 2617189"/>
                <a:gd name="connsiteY9" fmla="*/ 2022297 h 2049783"/>
                <a:gd name="connsiteX10" fmla="*/ 1390032 w 2617189"/>
                <a:gd name="connsiteY10" fmla="*/ 2043404 h 2049783"/>
                <a:gd name="connsiteX11" fmla="*/ 1340208 w 2617189"/>
                <a:gd name="connsiteY11" fmla="*/ 2049730 h 2049783"/>
                <a:gd name="connsiteX12" fmla="*/ 1018644 w 2617189"/>
                <a:gd name="connsiteY12" fmla="*/ 2020773 h 2049783"/>
                <a:gd name="connsiteX13" fmla="*/ 392280 w 2617189"/>
                <a:gd name="connsiteY13" fmla="*/ 1747977 h 2049783"/>
                <a:gd name="connsiteX14" fmla="*/ 174348 w 2617189"/>
                <a:gd name="connsiteY14" fmla="*/ 1539189 h 2049783"/>
                <a:gd name="connsiteX15" fmla="*/ 39982 w 2617189"/>
                <a:gd name="connsiteY15" fmla="*/ 1253439 h 2049783"/>
                <a:gd name="connsiteX16" fmla="*/ 25116 w 2617189"/>
                <a:gd name="connsiteY16" fmla="*/ 846174 h 2049783"/>
                <a:gd name="connsiteX0" fmla="*/ 25116 w 2617189"/>
                <a:gd name="connsiteY0" fmla="*/ 877011 h 2080620"/>
                <a:gd name="connsiteX1" fmla="*/ 155298 w 2617189"/>
                <a:gd name="connsiteY1" fmla="*/ 572568 h 2080620"/>
                <a:gd name="connsiteX2" fmla="*/ 505520 w 2617189"/>
                <a:gd name="connsiteY2" fmla="*/ 267944 h 2080620"/>
                <a:gd name="connsiteX3" fmla="*/ 538583 w 2617189"/>
                <a:gd name="connsiteY3" fmla="*/ 224334 h 2080620"/>
                <a:gd name="connsiteX4" fmla="*/ 1367172 w 2617189"/>
                <a:gd name="connsiteY4" fmla="*/ 35381 h 2080620"/>
                <a:gd name="connsiteX5" fmla="*/ 2287628 w 2617189"/>
                <a:gd name="connsiteY5" fmla="*/ 1028497 h 2080620"/>
                <a:gd name="connsiteX6" fmla="*/ 2614232 w 2617189"/>
                <a:gd name="connsiteY6" fmla="*/ 1482293 h 2080620"/>
                <a:gd name="connsiteX7" fmla="*/ 2228445 w 2617189"/>
                <a:gd name="connsiteY7" fmla="*/ 1880668 h 2080620"/>
                <a:gd name="connsiteX8" fmla="*/ 1709016 w 2617189"/>
                <a:gd name="connsiteY8" fmla="*/ 2053134 h 2080620"/>
                <a:gd name="connsiteX9" fmla="*/ 1390032 w 2617189"/>
                <a:gd name="connsiteY9" fmla="*/ 2074241 h 2080620"/>
                <a:gd name="connsiteX10" fmla="*/ 1340208 w 2617189"/>
                <a:gd name="connsiteY10" fmla="*/ 2080567 h 2080620"/>
                <a:gd name="connsiteX11" fmla="*/ 1018644 w 2617189"/>
                <a:gd name="connsiteY11" fmla="*/ 2051610 h 2080620"/>
                <a:gd name="connsiteX12" fmla="*/ 392280 w 2617189"/>
                <a:gd name="connsiteY12" fmla="*/ 1778814 h 2080620"/>
                <a:gd name="connsiteX13" fmla="*/ 174348 w 2617189"/>
                <a:gd name="connsiteY13" fmla="*/ 1570026 h 2080620"/>
                <a:gd name="connsiteX14" fmla="*/ 39982 w 2617189"/>
                <a:gd name="connsiteY14" fmla="*/ 1284276 h 2080620"/>
                <a:gd name="connsiteX15" fmla="*/ 25116 w 2617189"/>
                <a:gd name="connsiteY15" fmla="*/ 877011 h 2080620"/>
                <a:gd name="connsiteX0" fmla="*/ 25116 w 2617189"/>
                <a:gd name="connsiteY0" fmla="*/ 863095 h 2066704"/>
                <a:gd name="connsiteX1" fmla="*/ 155298 w 2617189"/>
                <a:gd name="connsiteY1" fmla="*/ 558652 h 2066704"/>
                <a:gd name="connsiteX2" fmla="*/ 505520 w 2617189"/>
                <a:gd name="connsiteY2" fmla="*/ 254028 h 2066704"/>
                <a:gd name="connsiteX3" fmla="*/ 538583 w 2617189"/>
                <a:gd name="connsiteY3" fmla="*/ 210418 h 2066704"/>
                <a:gd name="connsiteX4" fmla="*/ 1367172 w 2617189"/>
                <a:gd name="connsiteY4" fmla="*/ 21465 h 2066704"/>
                <a:gd name="connsiteX5" fmla="*/ 2160628 w 2617189"/>
                <a:gd name="connsiteY5" fmla="*/ 779631 h 2066704"/>
                <a:gd name="connsiteX6" fmla="*/ 2614232 w 2617189"/>
                <a:gd name="connsiteY6" fmla="*/ 1468377 h 2066704"/>
                <a:gd name="connsiteX7" fmla="*/ 2228445 w 2617189"/>
                <a:gd name="connsiteY7" fmla="*/ 1866752 h 2066704"/>
                <a:gd name="connsiteX8" fmla="*/ 1709016 w 2617189"/>
                <a:gd name="connsiteY8" fmla="*/ 2039218 h 2066704"/>
                <a:gd name="connsiteX9" fmla="*/ 1390032 w 2617189"/>
                <a:gd name="connsiteY9" fmla="*/ 2060325 h 2066704"/>
                <a:gd name="connsiteX10" fmla="*/ 1340208 w 2617189"/>
                <a:gd name="connsiteY10" fmla="*/ 2066651 h 2066704"/>
                <a:gd name="connsiteX11" fmla="*/ 1018644 w 2617189"/>
                <a:gd name="connsiteY11" fmla="*/ 2037694 h 2066704"/>
                <a:gd name="connsiteX12" fmla="*/ 392280 w 2617189"/>
                <a:gd name="connsiteY12" fmla="*/ 1764898 h 2066704"/>
                <a:gd name="connsiteX13" fmla="*/ 174348 w 2617189"/>
                <a:gd name="connsiteY13" fmla="*/ 1556110 h 2066704"/>
                <a:gd name="connsiteX14" fmla="*/ 39982 w 2617189"/>
                <a:gd name="connsiteY14" fmla="*/ 1270360 h 2066704"/>
                <a:gd name="connsiteX15" fmla="*/ 25116 w 2617189"/>
                <a:gd name="connsiteY15" fmla="*/ 863095 h 2066704"/>
                <a:gd name="connsiteX0" fmla="*/ 25116 w 2617189"/>
                <a:gd name="connsiteY0" fmla="*/ 863095 h 2067160"/>
                <a:gd name="connsiteX1" fmla="*/ 155298 w 2617189"/>
                <a:gd name="connsiteY1" fmla="*/ 558652 h 2067160"/>
                <a:gd name="connsiteX2" fmla="*/ 505520 w 2617189"/>
                <a:gd name="connsiteY2" fmla="*/ 254028 h 2067160"/>
                <a:gd name="connsiteX3" fmla="*/ 538583 w 2617189"/>
                <a:gd name="connsiteY3" fmla="*/ 210418 h 2067160"/>
                <a:gd name="connsiteX4" fmla="*/ 1367172 w 2617189"/>
                <a:gd name="connsiteY4" fmla="*/ 21465 h 2067160"/>
                <a:gd name="connsiteX5" fmla="*/ 2160628 w 2617189"/>
                <a:gd name="connsiteY5" fmla="*/ 779631 h 2067160"/>
                <a:gd name="connsiteX6" fmla="*/ 2614232 w 2617189"/>
                <a:gd name="connsiteY6" fmla="*/ 1468377 h 2067160"/>
                <a:gd name="connsiteX7" fmla="*/ 2228445 w 2617189"/>
                <a:gd name="connsiteY7" fmla="*/ 1866752 h 2067160"/>
                <a:gd name="connsiteX8" fmla="*/ 1709016 w 2617189"/>
                <a:gd name="connsiteY8" fmla="*/ 2039218 h 2067160"/>
                <a:gd name="connsiteX9" fmla="*/ 1340208 w 2617189"/>
                <a:gd name="connsiteY9" fmla="*/ 2066651 h 2067160"/>
                <a:gd name="connsiteX10" fmla="*/ 1018644 w 2617189"/>
                <a:gd name="connsiteY10" fmla="*/ 2037694 h 2067160"/>
                <a:gd name="connsiteX11" fmla="*/ 392280 w 2617189"/>
                <a:gd name="connsiteY11" fmla="*/ 1764898 h 2067160"/>
                <a:gd name="connsiteX12" fmla="*/ 174348 w 2617189"/>
                <a:gd name="connsiteY12" fmla="*/ 1556110 h 2067160"/>
                <a:gd name="connsiteX13" fmla="*/ 39982 w 2617189"/>
                <a:gd name="connsiteY13" fmla="*/ 1270360 h 2067160"/>
                <a:gd name="connsiteX14" fmla="*/ 25116 w 2617189"/>
                <a:gd name="connsiteY14" fmla="*/ 863095 h 2067160"/>
                <a:gd name="connsiteX0" fmla="*/ 25116 w 2617189"/>
                <a:gd name="connsiteY0" fmla="*/ 863095 h 2092053"/>
                <a:gd name="connsiteX1" fmla="*/ 155298 w 2617189"/>
                <a:gd name="connsiteY1" fmla="*/ 558652 h 2092053"/>
                <a:gd name="connsiteX2" fmla="*/ 505520 w 2617189"/>
                <a:gd name="connsiteY2" fmla="*/ 254028 h 2092053"/>
                <a:gd name="connsiteX3" fmla="*/ 538583 w 2617189"/>
                <a:gd name="connsiteY3" fmla="*/ 210418 h 2092053"/>
                <a:gd name="connsiteX4" fmla="*/ 1367172 w 2617189"/>
                <a:gd name="connsiteY4" fmla="*/ 21465 h 2092053"/>
                <a:gd name="connsiteX5" fmla="*/ 2160628 w 2617189"/>
                <a:gd name="connsiteY5" fmla="*/ 779631 h 2092053"/>
                <a:gd name="connsiteX6" fmla="*/ 2614232 w 2617189"/>
                <a:gd name="connsiteY6" fmla="*/ 1468377 h 2092053"/>
                <a:gd name="connsiteX7" fmla="*/ 2228445 w 2617189"/>
                <a:gd name="connsiteY7" fmla="*/ 1866752 h 2092053"/>
                <a:gd name="connsiteX8" fmla="*/ 1709016 w 2617189"/>
                <a:gd name="connsiteY8" fmla="*/ 2039218 h 2092053"/>
                <a:gd name="connsiteX9" fmla="*/ 1352908 w 2617189"/>
                <a:gd name="connsiteY9" fmla="*/ 2092051 h 2092053"/>
                <a:gd name="connsiteX10" fmla="*/ 1018644 w 2617189"/>
                <a:gd name="connsiteY10" fmla="*/ 2037694 h 2092053"/>
                <a:gd name="connsiteX11" fmla="*/ 392280 w 2617189"/>
                <a:gd name="connsiteY11" fmla="*/ 1764898 h 2092053"/>
                <a:gd name="connsiteX12" fmla="*/ 174348 w 2617189"/>
                <a:gd name="connsiteY12" fmla="*/ 1556110 h 2092053"/>
                <a:gd name="connsiteX13" fmla="*/ 39982 w 2617189"/>
                <a:gd name="connsiteY13" fmla="*/ 1270360 h 2092053"/>
                <a:gd name="connsiteX14" fmla="*/ 25116 w 2617189"/>
                <a:gd name="connsiteY14" fmla="*/ 863095 h 2092053"/>
                <a:gd name="connsiteX0" fmla="*/ 25116 w 2617189"/>
                <a:gd name="connsiteY0" fmla="*/ 841794 h 2070752"/>
                <a:gd name="connsiteX1" fmla="*/ 155298 w 2617189"/>
                <a:gd name="connsiteY1" fmla="*/ 537351 h 2070752"/>
                <a:gd name="connsiteX2" fmla="*/ 505520 w 2617189"/>
                <a:gd name="connsiteY2" fmla="*/ 232727 h 2070752"/>
                <a:gd name="connsiteX3" fmla="*/ 538583 w 2617189"/>
                <a:gd name="connsiteY3" fmla="*/ 189117 h 2070752"/>
                <a:gd name="connsiteX4" fmla="*/ 1367172 w 2617189"/>
                <a:gd name="connsiteY4" fmla="*/ 164 h 2070752"/>
                <a:gd name="connsiteX5" fmla="*/ 2160628 w 2617189"/>
                <a:gd name="connsiteY5" fmla="*/ 758330 h 2070752"/>
                <a:gd name="connsiteX6" fmla="*/ 2614232 w 2617189"/>
                <a:gd name="connsiteY6" fmla="*/ 1447076 h 2070752"/>
                <a:gd name="connsiteX7" fmla="*/ 2228445 w 2617189"/>
                <a:gd name="connsiteY7" fmla="*/ 1845451 h 2070752"/>
                <a:gd name="connsiteX8" fmla="*/ 1709016 w 2617189"/>
                <a:gd name="connsiteY8" fmla="*/ 2017917 h 2070752"/>
                <a:gd name="connsiteX9" fmla="*/ 1352908 w 2617189"/>
                <a:gd name="connsiteY9" fmla="*/ 2070750 h 2070752"/>
                <a:gd name="connsiteX10" fmla="*/ 1018644 w 2617189"/>
                <a:gd name="connsiteY10" fmla="*/ 2016393 h 2070752"/>
                <a:gd name="connsiteX11" fmla="*/ 392280 w 2617189"/>
                <a:gd name="connsiteY11" fmla="*/ 1743597 h 2070752"/>
                <a:gd name="connsiteX12" fmla="*/ 174348 w 2617189"/>
                <a:gd name="connsiteY12" fmla="*/ 1534809 h 2070752"/>
                <a:gd name="connsiteX13" fmla="*/ 39982 w 2617189"/>
                <a:gd name="connsiteY13" fmla="*/ 1249059 h 2070752"/>
                <a:gd name="connsiteX14" fmla="*/ 25116 w 2617189"/>
                <a:gd name="connsiteY14" fmla="*/ 841794 h 2070752"/>
                <a:gd name="connsiteX0" fmla="*/ 25116 w 2617189"/>
                <a:gd name="connsiteY0" fmla="*/ 861138 h 2090096"/>
                <a:gd name="connsiteX1" fmla="*/ 155298 w 2617189"/>
                <a:gd name="connsiteY1" fmla="*/ 556695 h 2090096"/>
                <a:gd name="connsiteX2" fmla="*/ 505520 w 2617189"/>
                <a:gd name="connsiteY2" fmla="*/ 252071 h 2090096"/>
                <a:gd name="connsiteX3" fmla="*/ 1367172 w 2617189"/>
                <a:gd name="connsiteY3" fmla="*/ 19508 h 2090096"/>
                <a:gd name="connsiteX4" fmla="*/ 2160628 w 2617189"/>
                <a:gd name="connsiteY4" fmla="*/ 777674 h 2090096"/>
                <a:gd name="connsiteX5" fmla="*/ 2614232 w 2617189"/>
                <a:gd name="connsiteY5" fmla="*/ 1466420 h 2090096"/>
                <a:gd name="connsiteX6" fmla="*/ 2228445 w 2617189"/>
                <a:gd name="connsiteY6" fmla="*/ 1864795 h 2090096"/>
                <a:gd name="connsiteX7" fmla="*/ 1709016 w 2617189"/>
                <a:gd name="connsiteY7" fmla="*/ 2037261 h 2090096"/>
                <a:gd name="connsiteX8" fmla="*/ 1352908 w 2617189"/>
                <a:gd name="connsiteY8" fmla="*/ 2090094 h 2090096"/>
                <a:gd name="connsiteX9" fmla="*/ 1018644 w 2617189"/>
                <a:gd name="connsiteY9" fmla="*/ 2035737 h 2090096"/>
                <a:gd name="connsiteX10" fmla="*/ 392280 w 2617189"/>
                <a:gd name="connsiteY10" fmla="*/ 1762941 h 2090096"/>
                <a:gd name="connsiteX11" fmla="*/ 174348 w 2617189"/>
                <a:gd name="connsiteY11" fmla="*/ 1554153 h 2090096"/>
                <a:gd name="connsiteX12" fmla="*/ 39982 w 2617189"/>
                <a:gd name="connsiteY12" fmla="*/ 1268403 h 2090096"/>
                <a:gd name="connsiteX13" fmla="*/ 25116 w 2617189"/>
                <a:gd name="connsiteY13" fmla="*/ 861138 h 2090096"/>
                <a:gd name="connsiteX0" fmla="*/ 25116 w 2617189"/>
                <a:gd name="connsiteY0" fmla="*/ 845171 h 2074129"/>
                <a:gd name="connsiteX1" fmla="*/ 155298 w 2617189"/>
                <a:gd name="connsiteY1" fmla="*/ 540728 h 2074129"/>
                <a:gd name="connsiteX2" fmla="*/ 505520 w 2617189"/>
                <a:gd name="connsiteY2" fmla="*/ 236104 h 2074129"/>
                <a:gd name="connsiteX3" fmla="*/ 1367172 w 2617189"/>
                <a:gd name="connsiteY3" fmla="*/ 3541 h 2074129"/>
                <a:gd name="connsiteX4" fmla="*/ 2160628 w 2617189"/>
                <a:gd name="connsiteY4" fmla="*/ 761707 h 2074129"/>
                <a:gd name="connsiteX5" fmla="*/ 2614232 w 2617189"/>
                <a:gd name="connsiteY5" fmla="*/ 1450453 h 2074129"/>
                <a:gd name="connsiteX6" fmla="*/ 2228445 w 2617189"/>
                <a:gd name="connsiteY6" fmla="*/ 1848828 h 2074129"/>
                <a:gd name="connsiteX7" fmla="*/ 1709016 w 2617189"/>
                <a:gd name="connsiteY7" fmla="*/ 2021294 h 2074129"/>
                <a:gd name="connsiteX8" fmla="*/ 1352908 w 2617189"/>
                <a:gd name="connsiteY8" fmla="*/ 2074127 h 2074129"/>
                <a:gd name="connsiteX9" fmla="*/ 1018644 w 2617189"/>
                <a:gd name="connsiteY9" fmla="*/ 2019770 h 2074129"/>
                <a:gd name="connsiteX10" fmla="*/ 392280 w 2617189"/>
                <a:gd name="connsiteY10" fmla="*/ 1746974 h 2074129"/>
                <a:gd name="connsiteX11" fmla="*/ 174348 w 2617189"/>
                <a:gd name="connsiteY11" fmla="*/ 1538186 h 2074129"/>
                <a:gd name="connsiteX12" fmla="*/ 39982 w 2617189"/>
                <a:gd name="connsiteY12" fmla="*/ 1252436 h 2074129"/>
                <a:gd name="connsiteX13" fmla="*/ 25116 w 2617189"/>
                <a:gd name="connsiteY13" fmla="*/ 845171 h 2074129"/>
                <a:gd name="connsiteX0" fmla="*/ 25116 w 2617189"/>
                <a:gd name="connsiteY0" fmla="*/ 845171 h 2074128"/>
                <a:gd name="connsiteX1" fmla="*/ 155298 w 2617189"/>
                <a:gd name="connsiteY1" fmla="*/ 540728 h 2074128"/>
                <a:gd name="connsiteX2" fmla="*/ 505520 w 2617189"/>
                <a:gd name="connsiteY2" fmla="*/ 236104 h 2074128"/>
                <a:gd name="connsiteX3" fmla="*/ 1367172 w 2617189"/>
                <a:gd name="connsiteY3" fmla="*/ 3541 h 2074128"/>
                <a:gd name="connsiteX4" fmla="*/ 2160628 w 2617189"/>
                <a:gd name="connsiteY4" fmla="*/ 761707 h 2074128"/>
                <a:gd name="connsiteX5" fmla="*/ 2614232 w 2617189"/>
                <a:gd name="connsiteY5" fmla="*/ 1450453 h 2074128"/>
                <a:gd name="connsiteX6" fmla="*/ 2228445 w 2617189"/>
                <a:gd name="connsiteY6" fmla="*/ 1848828 h 2074128"/>
                <a:gd name="connsiteX7" fmla="*/ 1810616 w 2617189"/>
                <a:gd name="connsiteY7" fmla="*/ 2014944 h 2074128"/>
                <a:gd name="connsiteX8" fmla="*/ 1352908 w 2617189"/>
                <a:gd name="connsiteY8" fmla="*/ 2074127 h 2074128"/>
                <a:gd name="connsiteX9" fmla="*/ 1018644 w 2617189"/>
                <a:gd name="connsiteY9" fmla="*/ 2019770 h 2074128"/>
                <a:gd name="connsiteX10" fmla="*/ 392280 w 2617189"/>
                <a:gd name="connsiteY10" fmla="*/ 1746974 h 2074128"/>
                <a:gd name="connsiteX11" fmla="*/ 174348 w 2617189"/>
                <a:gd name="connsiteY11" fmla="*/ 1538186 h 2074128"/>
                <a:gd name="connsiteX12" fmla="*/ 39982 w 2617189"/>
                <a:gd name="connsiteY12" fmla="*/ 1252436 h 2074128"/>
                <a:gd name="connsiteX13" fmla="*/ 25116 w 2617189"/>
                <a:gd name="connsiteY13" fmla="*/ 845171 h 2074128"/>
                <a:gd name="connsiteX0" fmla="*/ 25116 w 2617189"/>
                <a:gd name="connsiteY0" fmla="*/ 845171 h 2074128"/>
                <a:gd name="connsiteX1" fmla="*/ 155298 w 2617189"/>
                <a:gd name="connsiteY1" fmla="*/ 540728 h 2074128"/>
                <a:gd name="connsiteX2" fmla="*/ 505520 w 2617189"/>
                <a:gd name="connsiteY2" fmla="*/ 236104 h 2074128"/>
                <a:gd name="connsiteX3" fmla="*/ 1367172 w 2617189"/>
                <a:gd name="connsiteY3" fmla="*/ 3541 h 2074128"/>
                <a:gd name="connsiteX4" fmla="*/ 2160628 w 2617189"/>
                <a:gd name="connsiteY4" fmla="*/ 761707 h 2074128"/>
                <a:gd name="connsiteX5" fmla="*/ 2614232 w 2617189"/>
                <a:gd name="connsiteY5" fmla="*/ 1450453 h 2074128"/>
                <a:gd name="connsiteX6" fmla="*/ 2228445 w 2617189"/>
                <a:gd name="connsiteY6" fmla="*/ 1848828 h 2074128"/>
                <a:gd name="connsiteX7" fmla="*/ 1810616 w 2617189"/>
                <a:gd name="connsiteY7" fmla="*/ 2014944 h 2074128"/>
                <a:gd name="connsiteX8" fmla="*/ 1352908 w 2617189"/>
                <a:gd name="connsiteY8" fmla="*/ 2074127 h 2074128"/>
                <a:gd name="connsiteX9" fmla="*/ 904344 w 2617189"/>
                <a:gd name="connsiteY9" fmla="*/ 1994370 h 2074128"/>
                <a:gd name="connsiteX10" fmla="*/ 392280 w 2617189"/>
                <a:gd name="connsiteY10" fmla="*/ 1746974 h 2074128"/>
                <a:gd name="connsiteX11" fmla="*/ 174348 w 2617189"/>
                <a:gd name="connsiteY11" fmla="*/ 1538186 h 2074128"/>
                <a:gd name="connsiteX12" fmla="*/ 39982 w 2617189"/>
                <a:gd name="connsiteY12" fmla="*/ 1252436 h 2074128"/>
                <a:gd name="connsiteX13" fmla="*/ 25116 w 2617189"/>
                <a:gd name="connsiteY13" fmla="*/ 845171 h 2074128"/>
                <a:gd name="connsiteX0" fmla="*/ 25116 w 2614232"/>
                <a:gd name="connsiteY0" fmla="*/ 845171 h 2074128"/>
                <a:gd name="connsiteX1" fmla="*/ 155298 w 2614232"/>
                <a:gd name="connsiteY1" fmla="*/ 540728 h 2074128"/>
                <a:gd name="connsiteX2" fmla="*/ 505520 w 2614232"/>
                <a:gd name="connsiteY2" fmla="*/ 236104 h 2074128"/>
                <a:gd name="connsiteX3" fmla="*/ 1367172 w 2614232"/>
                <a:gd name="connsiteY3" fmla="*/ 3541 h 2074128"/>
                <a:gd name="connsiteX4" fmla="*/ 2160628 w 2614232"/>
                <a:gd name="connsiteY4" fmla="*/ 761707 h 2074128"/>
                <a:gd name="connsiteX5" fmla="*/ 2614232 w 2614232"/>
                <a:gd name="connsiteY5" fmla="*/ 1450453 h 2074128"/>
                <a:gd name="connsiteX6" fmla="*/ 2228445 w 2614232"/>
                <a:gd name="connsiteY6" fmla="*/ 1848828 h 2074128"/>
                <a:gd name="connsiteX7" fmla="*/ 1810616 w 2614232"/>
                <a:gd name="connsiteY7" fmla="*/ 2014944 h 2074128"/>
                <a:gd name="connsiteX8" fmla="*/ 1352908 w 2614232"/>
                <a:gd name="connsiteY8" fmla="*/ 2074127 h 2074128"/>
                <a:gd name="connsiteX9" fmla="*/ 904344 w 2614232"/>
                <a:gd name="connsiteY9" fmla="*/ 1994370 h 2074128"/>
                <a:gd name="connsiteX10" fmla="*/ 392280 w 2614232"/>
                <a:gd name="connsiteY10" fmla="*/ 1746974 h 2074128"/>
                <a:gd name="connsiteX11" fmla="*/ 174348 w 2614232"/>
                <a:gd name="connsiteY11" fmla="*/ 1538186 h 2074128"/>
                <a:gd name="connsiteX12" fmla="*/ 39982 w 2614232"/>
                <a:gd name="connsiteY12" fmla="*/ 1252436 h 2074128"/>
                <a:gd name="connsiteX13" fmla="*/ 25116 w 2614232"/>
                <a:gd name="connsiteY13" fmla="*/ 845171 h 2074128"/>
                <a:gd name="connsiteX0" fmla="*/ 25116 w 2614232"/>
                <a:gd name="connsiteY0" fmla="*/ 845171 h 2074128"/>
                <a:gd name="connsiteX1" fmla="*/ 155298 w 2614232"/>
                <a:gd name="connsiteY1" fmla="*/ 540728 h 2074128"/>
                <a:gd name="connsiteX2" fmla="*/ 505520 w 2614232"/>
                <a:gd name="connsiteY2" fmla="*/ 236104 h 2074128"/>
                <a:gd name="connsiteX3" fmla="*/ 1367172 w 2614232"/>
                <a:gd name="connsiteY3" fmla="*/ 3541 h 2074128"/>
                <a:gd name="connsiteX4" fmla="*/ 2160628 w 2614232"/>
                <a:gd name="connsiteY4" fmla="*/ 761707 h 2074128"/>
                <a:gd name="connsiteX5" fmla="*/ 2614232 w 2614232"/>
                <a:gd name="connsiteY5" fmla="*/ 1450453 h 2074128"/>
                <a:gd name="connsiteX6" fmla="*/ 2228445 w 2614232"/>
                <a:gd name="connsiteY6" fmla="*/ 1848828 h 2074128"/>
                <a:gd name="connsiteX7" fmla="*/ 1810616 w 2614232"/>
                <a:gd name="connsiteY7" fmla="*/ 2014944 h 2074128"/>
                <a:gd name="connsiteX8" fmla="*/ 1352908 w 2614232"/>
                <a:gd name="connsiteY8" fmla="*/ 2074127 h 2074128"/>
                <a:gd name="connsiteX9" fmla="*/ 904344 w 2614232"/>
                <a:gd name="connsiteY9" fmla="*/ 1994370 h 2074128"/>
                <a:gd name="connsiteX10" fmla="*/ 392280 w 2614232"/>
                <a:gd name="connsiteY10" fmla="*/ 1746974 h 2074128"/>
                <a:gd name="connsiteX11" fmla="*/ 174348 w 2614232"/>
                <a:gd name="connsiteY11" fmla="*/ 1538186 h 2074128"/>
                <a:gd name="connsiteX12" fmla="*/ 39982 w 2614232"/>
                <a:gd name="connsiteY12" fmla="*/ 1252436 h 2074128"/>
                <a:gd name="connsiteX13" fmla="*/ 25116 w 2614232"/>
                <a:gd name="connsiteY13" fmla="*/ 845171 h 2074128"/>
                <a:gd name="connsiteX0" fmla="*/ 25116 w 2614232"/>
                <a:gd name="connsiteY0" fmla="*/ 845171 h 2074128"/>
                <a:gd name="connsiteX1" fmla="*/ 155298 w 2614232"/>
                <a:gd name="connsiteY1" fmla="*/ 540728 h 2074128"/>
                <a:gd name="connsiteX2" fmla="*/ 505520 w 2614232"/>
                <a:gd name="connsiteY2" fmla="*/ 236104 h 2074128"/>
                <a:gd name="connsiteX3" fmla="*/ 1367172 w 2614232"/>
                <a:gd name="connsiteY3" fmla="*/ 3541 h 2074128"/>
                <a:gd name="connsiteX4" fmla="*/ 2160628 w 2614232"/>
                <a:gd name="connsiteY4" fmla="*/ 761707 h 2074128"/>
                <a:gd name="connsiteX5" fmla="*/ 2614232 w 2614232"/>
                <a:gd name="connsiteY5" fmla="*/ 1450453 h 2074128"/>
                <a:gd name="connsiteX6" fmla="*/ 2228445 w 2614232"/>
                <a:gd name="connsiteY6" fmla="*/ 1848828 h 2074128"/>
                <a:gd name="connsiteX7" fmla="*/ 1810616 w 2614232"/>
                <a:gd name="connsiteY7" fmla="*/ 2014944 h 2074128"/>
                <a:gd name="connsiteX8" fmla="*/ 1352908 w 2614232"/>
                <a:gd name="connsiteY8" fmla="*/ 2074127 h 2074128"/>
                <a:gd name="connsiteX9" fmla="*/ 904344 w 2614232"/>
                <a:gd name="connsiteY9" fmla="*/ 1994370 h 2074128"/>
                <a:gd name="connsiteX10" fmla="*/ 392280 w 2614232"/>
                <a:gd name="connsiteY10" fmla="*/ 1746974 h 2074128"/>
                <a:gd name="connsiteX11" fmla="*/ 174348 w 2614232"/>
                <a:gd name="connsiteY11" fmla="*/ 1538186 h 2074128"/>
                <a:gd name="connsiteX12" fmla="*/ 39982 w 2614232"/>
                <a:gd name="connsiteY12" fmla="*/ 1252436 h 2074128"/>
                <a:gd name="connsiteX13" fmla="*/ 25116 w 2614232"/>
                <a:gd name="connsiteY13" fmla="*/ 845171 h 2074128"/>
                <a:gd name="connsiteX0" fmla="*/ 25116 w 2614232"/>
                <a:gd name="connsiteY0" fmla="*/ 845171 h 2074128"/>
                <a:gd name="connsiteX1" fmla="*/ 155298 w 2614232"/>
                <a:gd name="connsiteY1" fmla="*/ 540728 h 2074128"/>
                <a:gd name="connsiteX2" fmla="*/ 505520 w 2614232"/>
                <a:gd name="connsiteY2" fmla="*/ 236104 h 2074128"/>
                <a:gd name="connsiteX3" fmla="*/ 1367172 w 2614232"/>
                <a:gd name="connsiteY3" fmla="*/ 3541 h 2074128"/>
                <a:gd name="connsiteX4" fmla="*/ 2160628 w 2614232"/>
                <a:gd name="connsiteY4" fmla="*/ 761707 h 2074128"/>
                <a:gd name="connsiteX5" fmla="*/ 2614232 w 2614232"/>
                <a:gd name="connsiteY5" fmla="*/ 1450453 h 2074128"/>
                <a:gd name="connsiteX6" fmla="*/ 2222095 w 2614232"/>
                <a:gd name="connsiteY6" fmla="*/ 1848828 h 2074128"/>
                <a:gd name="connsiteX7" fmla="*/ 1810616 w 2614232"/>
                <a:gd name="connsiteY7" fmla="*/ 2014944 h 2074128"/>
                <a:gd name="connsiteX8" fmla="*/ 1352908 w 2614232"/>
                <a:gd name="connsiteY8" fmla="*/ 2074127 h 2074128"/>
                <a:gd name="connsiteX9" fmla="*/ 904344 w 2614232"/>
                <a:gd name="connsiteY9" fmla="*/ 1994370 h 2074128"/>
                <a:gd name="connsiteX10" fmla="*/ 392280 w 2614232"/>
                <a:gd name="connsiteY10" fmla="*/ 1746974 h 2074128"/>
                <a:gd name="connsiteX11" fmla="*/ 174348 w 2614232"/>
                <a:gd name="connsiteY11" fmla="*/ 1538186 h 2074128"/>
                <a:gd name="connsiteX12" fmla="*/ 39982 w 2614232"/>
                <a:gd name="connsiteY12" fmla="*/ 1252436 h 2074128"/>
                <a:gd name="connsiteX13" fmla="*/ 25116 w 2614232"/>
                <a:gd name="connsiteY13" fmla="*/ 845171 h 2074128"/>
                <a:gd name="connsiteX0" fmla="*/ 25116 w 2614232"/>
                <a:gd name="connsiteY0" fmla="*/ 845171 h 2074128"/>
                <a:gd name="connsiteX1" fmla="*/ 155298 w 2614232"/>
                <a:gd name="connsiteY1" fmla="*/ 540728 h 2074128"/>
                <a:gd name="connsiteX2" fmla="*/ 505520 w 2614232"/>
                <a:gd name="connsiteY2" fmla="*/ 236104 h 2074128"/>
                <a:gd name="connsiteX3" fmla="*/ 1367172 w 2614232"/>
                <a:gd name="connsiteY3" fmla="*/ 3541 h 2074128"/>
                <a:gd name="connsiteX4" fmla="*/ 2160628 w 2614232"/>
                <a:gd name="connsiteY4" fmla="*/ 761707 h 2074128"/>
                <a:gd name="connsiteX5" fmla="*/ 2614232 w 2614232"/>
                <a:gd name="connsiteY5" fmla="*/ 1450453 h 2074128"/>
                <a:gd name="connsiteX6" fmla="*/ 2222095 w 2614232"/>
                <a:gd name="connsiteY6" fmla="*/ 1848828 h 2074128"/>
                <a:gd name="connsiteX7" fmla="*/ 1810616 w 2614232"/>
                <a:gd name="connsiteY7" fmla="*/ 2014944 h 2074128"/>
                <a:gd name="connsiteX8" fmla="*/ 1352908 w 2614232"/>
                <a:gd name="connsiteY8" fmla="*/ 2074127 h 2074128"/>
                <a:gd name="connsiteX9" fmla="*/ 904344 w 2614232"/>
                <a:gd name="connsiteY9" fmla="*/ 1994370 h 2074128"/>
                <a:gd name="connsiteX10" fmla="*/ 392280 w 2614232"/>
                <a:gd name="connsiteY10" fmla="*/ 1746974 h 2074128"/>
                <a:gd name="connsiteX11" fmla="*/ 174348 w 2614232"/>
                <a:gd name="connsiteY11" fmla="*/ 1538186 h 2074128"/>
                <a:gd name="connsiteX12" fmla="*/ 39982 w 2614232"/>
                <a:gd name="connsiteY12" fmla="*/ 1252436 h 2074128"/>
                <a:gd name="connsiteX13" fmla="*/ 25116 w 2614232"/>
                <a:gd name="connsiteY13" fmla="*/ 845171 h 2074128"/>
                <a:gd name="connsiteX0" fmla="*/ 25830 w 2614946"/>
                <a:gd name="connsiteY0" fmla="*/ 845171 h 2074128"/>
                <a:gd name="connsiteX1" fmla="*/ 168712 w 2614946"/>
                <a:gd name="connsiteY1" fmla="*/ 547078 h 2074128"/>
                <a:gd name="connsiteX2" fmla="*/ 506234 w 2614946"/>
                <a:gd name="connsiteY2" fmla="*/ 236104 h 2074128"/>
                <a:gd name="connsiteX3" fmla="*/ 1367886 w 2614946"/>
                <a:gd name="connsiteY3" fmla="*/ 3541 h 2074128"/>
                <a:gd name="connsiteX4" fmla="*/ 2161342 w 2614946"/>
                <a:gd name="connsiteY4" fmla="*/ 761707 h 2074128"/>
                <a:gd name="connsiteX5" fmla="*/ 2614946 w 2614946"/>
                <a:gd name="connsiteY5" fmla="*/ 1450453 h 2074128"/>
                <a:gd name="connsiteX6" fmla="*/ 2222809 w 2614946"/>
                <a:gd name="connsiteY6" fmla="*/ 1848828 h 2074128"/>
                <a:gd name="connsiteX7" fmla="*/ 1811330 w 2614946"/>
                <a:gd name="connsiteY7" fmla="*/ 2014944 h 2074128"/>
                <a:gd name="connsiteX8" fmla="*/ 1353622 w 2614946"/>
                <a:gd name="connsiteY8" fmla="*/ 2074127 h 2074128"/>
                <a:gd name="connsiteX9" fmla="*/ 905058 w 2614946"/>
                <a:gd name="connsiteY9" fmla="*/ 1994370 h 2074128"/>
                <a:gd name="connsiteX10" fmla="*/ 392994 w 2614946"/>
                <a:gd name="connsiteY10" fmla="*/ 1746974 h 2074128"/>
                <a:gd name="connsiteX11" fmla="*/ 175062 w 2614946"/>
                <a:gd name="connsiteY11" fmla="*/ 1538186 h 2074128"/>
                <a:gd name="connsiteX12" fmla="*/ 40696 w 2614946"/>
                <a:gd name="connsiteY12" fmla="*/ 1252436 h 2074128"/>
                <a:gd name="connsiteX13" fmla="*/ 25830 w 2614946"/>
                <a:gd name="connsiteY13" fmla="*/ 845171 h 207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14946" h="2074128">
                  <a:moveTo>
                    <a:pt x="25830" y="845171"/>
                  </a:moveTo>
                  <a:cubicBezTo>
                    <a:pt x="47166" y="727611"/>
                    <a:pt x="77631" y="683586"/>
                    <a:pt x="168712" y="547078"/>
                  </a:cubicBezTo>
                  <a:cubicBezTo>
                    <a:pt x="255129" y="441333"/>
                    <a:pt x="304255" y="370085"/>
                    <a:pt x="506234" y="236104"/>
                  </a:cubicBezTo>
                  <a:cubicBezTo>
                    <a:pt x="708213" y="146573"/>
                    <a:pt x="1028535" y="-26910"/>
                    <a:pt x="1367886" y="3541"/>
                  </a:cubicBezTo>
                  <a:cubicBezTo>
                    <a:pt x="1707237" y="33992"/>
                    <a:pt x="1953499" y="520555"/>
                    <a:pt x="2161342" y="761707"/>
                  </a:cubicBezTo>
                  <a:cubicBezTo>
                    <a:pt x="2369185" y="1002859"/>
                    <a:pt x="2581418" y="1293608"/>
                    <a:pt x="2614946" y="1450453"/>
                  </a:cubicBezTo>
                  <a:cubicBezTo>
                    <a:pt x="2591324" y="1556498"/>
                    <a:pt x="2382822" y="1756736"/>
                    <a:pt x="2222809" y="1848828"/>
                  </a:cubicBezTo>
                  <a:cubicBezTo>
                    <a:pt x="2062796" y="1940920"/>
                    <a:pt x="1959370" y="1981627"/>
                    <a:pt x="1811330" y="2014944"/>
                  </a:cubicBezTo>
                  <a:cubicBezTo>
                    <a:pt x="1663290" y="2048261"/>
                    <a:pt x="1468684" y="2074381"/>
                    <a:pt x="1353622" y="2074127"/>
                  </a:cubicBezTo>
                  <a:lnTo>
                    <a:pt x="905058" y="1994370"/>
                  </a:lnTo>
                  <a:cubicBezTo>
                    <a:pt x="742576" y="1948942"/>
                    <a:pt x="545394" y="1881086"/>
                    <a:pt x="392994" y="1746974"/>
                  </a:cubicBezTo>
                  <a:cubicBezTo>
                    <a:pt x="254818" y="1661630"/>
                    <a:pt x="239070" y="1617434"/>
                    <a:pt x="175062" y="1538186"/>
                  </a:cubicBezTo>
                  <a:cubicBezTo>
                    <a:pt x="111054" y="1458938"/>
                    <a:pt x="72341" y="1361800"/>
                    <a:pt x="40696" y="1252436"/>
                  </a:cubicBezTo>
                  <a:cubicBezTo>
                    <a:pt x="-26001" y="1129864"/>
                    <a:pt x="4494" y="962731"/>
                    <a:pt x="25830" y="84517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35000">
                  <a:srgbClr val="FFFF3F"/>
                </a:gs>
                <a:gs pos="89000">
                  <a:srgbClr val="FFFFC7"/>
                </a:gs>
                <a:gs pos="89000">
                  <a:srgbClr val="FFFF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1" name="Ellipse 130"/>
            <p:cNvSpPr/>
            <p:nvPr/>
          </p:nvSpPr>
          <p:spPr>
            <a:xfrm>
              <a:off x="307135" y="4581128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2" name="ZoneTexte 131"/>
            <p:cNvSpPr txBox="1"/>
            <p:nvPr/>
          </p:nvSpPr>
          <p:spPr>
            <a:xfrm>
              <a:off x="415127" y="4365104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fr-FR" sz="1000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fr-FR" dirty="0" smtClean="0">
                  <a:latin typeface="Times New Roman" pitchFamily="18" charset="0"/>
                  <a:cs typeface="Times New Roman" pitchFamily="18" charset="0"/>
                </a:rPr>
                <a:t>Cr</a:t>
              </a:r>
              <a:r>
                <a:rPr lang="fr-FR" baseline="300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fr-FR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Ellipse 35"/>
            <p:cNvSpPr/>
            <p:nvPr/>
          </p:nvSpPr>
          <p:spPr>
            <a:xfrm>
              <a:off x="-1712324" y="5214341"/>
              <a:ext cx="936128" cy="737323"/>
            </a:xfrm>
            <a:custGeom>
              <a:avLst/>
              <a:gdLst>
                <a:gd name="connsiteX0" fmla="*/ 0 w 1107478"/>
                <a:gd name="connsiteY0" fmla="*/ 432050 h 864100"/>
                <a:gd name="connsiteX1" fmla="*/ 553739 w 1107478"/>
                <a:gd name="connsiteY1" fmla="*/ 0 h 864100"/>
                <a:gd name="connsiteX2" fmla="*/ 1107478 w 1107478"/>
                <a:gd name="connsiteY2" fmla="*/ 432050 h 864100"/>
                <a:gd name="connsiteX3" fmla="*/ 553739 w 1107478"/>
                <a:gd name="connsiteY3" fmla="*/ 864100 h 864100"/>
                <a:gd name="connsiteX4" fmla="*/ 0 w 1107478"/>
                <a:gd name="connsiteY4" fmla="*/ 432050 h 864100"/>
                <a:gd name="connsiteX0" fmla="*/ 0 w 1043978"/>
                <a:gd name="connsiteY0" fmla="*/ 432050 h 864100"/>
                <a:gd name="connsiteX1" fmla="*/ 553739 w 1043978"/>
                <a:gd name="connsiteY1" fmla="*/ 0 h 864100"/>
                <a:gd name="connsiteX2" fmla="*/ 1043978 w 1043978"/>
                <a:gd name="connsiteY2" fmla="*/ 432050 h 864100"/>
                <a:gd name="connsiteX3" fmla="*/ 553739 w 1043978"/>
                <a:gd name="connsiteY3" fmla="*/ 864100 h 864100"/>
                <a:gd name="connsiteX4" fmla="*/ 0 w 1043978"/>
                <a:gd name="connsiteY4" fmla="*/ 432050 h 864100"/>
                <a:gd name="connsiteX0" fmla="*/ 0 w 1043978"/>
                <a:gd name="connsiteY0" fmla="*/ 349500 h 781550"/>
                <a:gd name="connsiteX1" fmla="*/ 553739 w 1043978"/>
                <a:gd name="connsiteY1" fmla="*/ 0 h 781550"/>
                <a:gd name="connsiteX2" fmla="*/ 1043978 w 1043978"/>
                <a:gd name="connsiteY2" fmla="*/ 349500 h 781550"/>
                <a:gd name="connsiteX3" fmla="*/ 553739 w 1043978"/>
                <a:gd name="connsiteY3" fmla="*/ 781550 h 781550"/>
                <a:gd name="connsiteX4" fmla="*/ 0 w 1043978"/>
                <a:gd name="connsiteY4" fmla="*/ 349500 h 781550"/>
                <a:gd name="connsiteX0" fmla="*/ 0 w 1094778"/>
                <a:gd name="connsiteY0" fmla="*/ 570800 h 793343"/>
                <a:gd name="connsiteX1" fmla="*/ 604539 w 1094778"/>
                <a:gd name="connsiteY1" fmla="*/ 5400 h 793343"/>
                <a:gd name="connsiteX2" fmla="*/ 1094778 w 1094778"/>
                <a:gd name="connsiteY2" fmla="*/ 354900 h 793343"/>
                <a:gd name="connsiteX3" fmla="*/ 604539 w 1094778"/>
                <a:gd name="connsiteY3" fmla="*/ 786950 h 793343"/>
                <a:gd name="connsiteX4" fmla="*/ 0 w 1094778"/>
                <a:gd name="connsiteY4" fmla="*/ 570800 h 793343"/>
                <a:gd name="connsiteX0" fmla="*/ 0 w 999528"/>
                <a:gd name="connsiteY0" fmla="*/ 564194 h 792554"/>
                <a:gd name="connsiteX1" fmla="*/ 509289 w 999528"/>
                <a:gd name="connsiteY1" fmla="*/ 5144 h 792554"/>
                <a:gd name="connsiteX2" fmla="*/ 999528 w 999528"/>
                <a:gd name="connsiteY2" fmla="*/ 354644 h 792554"/>
                <a:gd name="connsiteX3" fmla="*/ 509289 w 999528"/>
                <a:gd name="connsiteY3" fmla="*/ 786694 h 792554"/>
                <a:gd name="connsiteX4" fmla="*/ 0 w 999528"/>
                <a:gd name="connsiteY4" fmla="*/ 564194 h 792554"/>
                <a:gd name="connsiteX0" fmla="*/ 0 w 961428"/>
                <a:gd name="connsiteY0" fmla="*/ 544397 h 790424"/>
                <a:gd name="connsiteX1" fmla="*/ 471189 w 961428"/>
                <a:gd name="connsiteY1" fmla="*/ 4397 h 790424"/>
                <a:gd name="connsiteX2" fmla="*/ 961428 w 961428"/>
                <a:gd name="connsiteY2" fmla="*/ 353897 h 790424"/>
                <a:gd name="connsiteX3" fmla="*/ 471189 w 961428"/>
                <a:gd name="connsiteY3" fmla="*/ 785947 h 790424"/>
                <a:gd name="connsiteX4" fmla="*/ 0 w 961428"/>
                <a:gd name="connsiteY4" fmla="*/ 544397 h 790424"/>
                <a:gd name="connsiteX0" fmla="*/ 23 w 961451"/>
                <a:gd name="connsiteY0" fmla="*/ 544397 h 728871"/>
                <a:gd name="connsiteX1" fmla="*/ 471212 w 961451"/>
                <a:gd name="connsiteY1" fmla="*/ 4397 h 728871"/>
                <a:gd name="connsiteX2" fmla="*/ 961451 w 961451"/>
                <a:gd name="connsiteY2" fmla="*/ 353897 h 728871"/>
                <a:gd name="connsiteX3" fmla="*/ 490262 w 961451"/>
                <a:gd name="connsiteY3" fmla="*/ 722447 h 728871"/>
                <a:gd name="connsiteX4" fmla="*/ 23 w 961451"/>
                <a:gd name="connsiteY4" fmla="*/ 544397 h 728871"/>
                <a:gd name="connsiteX0" fmla="*/ 23 w 961451"/>
                <a:gd name="connsiteY0" fmla="*/ 577412 h 734226"/>
                <a:gd name="connsiteX1" fmla="*/ 471212 w 961451"/>
                <a:gd name="connsiteY1" fmla="*/ 5662 h 734226"/>
                <a:gd name="connsiteX2" fmla="*/ 961451 w 961451"/>
                <a:gd name="connsiteY2" fmla="*/ 355162 h 734226"/>
                <a:gd name="connsiteX3" fmla="*/ 490262 w 961451"/>
                <a:gd name="connsiteY3" fmla="*/ 723712 h 734226"/>
                <a:gd name="connsiteX4" fmla="*/ 23 w 961451"/>
                <a:gd name="connsiteY4" fmla="*/ 577412 h 734226"/>
                <a:gd name="connsiteX0" fmla="*/ 23 w 967801"/>
                <a:gd name="connsiteY0" fmla="*/ 550992 h 729797"/>
                <a:gd name="connsiteX1" fmla="*/ 477562 w 967801"/>
                <a:gd name="connsiteY1" fmla="*/ 4642 h 729797"/>
                <a:gd name="connsiteX2" fmla="*/ 967801 w 967801"/>
                <a:gd name="connsiteY2" fmla="*/ 354142 h 729797"/>
                <a:gd name="connsiteX3" fmla="*/ 496612 w 967801"/>
                <a:gd name="connsiteY3" fmla="*/ 722692 h 729797"/>
                <a:gd name="connsiteX4" fmla="*/ 23 w 967801"/>
                <a:gd name="connsiteY4" fmla="*/ 550992 h 729797"/>
                <a:gd name="connsiteX0" fmla="*/ 22 w 979218"/>
                <a:gd name="connsiteY0" fmla="*/ 563475 h 742280"/>
                <a:gd name="connsiteX1" fmla="*/ 477561 w 979218"/>
                <a:gd name="connsiteY1" fmla="*/ 17125 h 742280"/>
                <a:gd name="connsiteX2" fmla="*/ 783055 w 979218"/>
                <a:gd name="connsiteY2" fmla="*/ 158057 h 742280"/>
                <a:gd name="connsiteX3" fmla="*/ 967800 w 979218"/>
                <a:gd name="connsiteY3" fmla="*/ 366625 h 742280"/>
                <a:gd name="connsiteX4" fmla="*/ 496611 w 979218"/>
                <a:gd name="connsiteY4" fmla="*/ 735175 h 742280"/>
                <a:gd name="connsiteX5" fmla="*/ 22 w 979218"/>
                <a:gd name="connsiteY5" fmla="*/ 563475 h 742280"/>
                <a:gd name="connsiteX0" fmla="*/ 46781 w 1025977"/>
                <a:gd name="connsiteY0" fmla="*/ 563475 h 760634"/>
                <a:gd name="connsiteX1" fmla="*/ 524320 w 1025977"/>
                <a:gd name="connsiteY1" fmla="*/ 17125 h 760634"/>
                <a:gd name="connsiteX2" fmla="*/ 829814 w 1025977"/>
                <a:gd name="connsiteY2" fmla="*/ 158057 h 760634"/>
                <a:gd name="connsiteX3" fmla="*/ 1014559 w 1025977"/>
                <a:gd name="connsiteY3" fmla="*/ 366625 h 760634"/>
                <a:gd name="connsiteX4" fmla="*/ 543370 w 1025977"/>
                <a:gd name="connsiteY4" fmla="*/ 735175 h 760634"/>
                <a:gd name="connsiteX5" fmla="*/ 74163 w 1025977"/>
                <a:gd name="connsiteY5" fmla="*/ 710507 h 760634"/>
                <a:gd name="connsiteX6" fmla="*/ 46781 w 1025977"/>
                <a:gd name="connsiteY6" fmla="*/ 563475 h 760634"/>
                <a:gd name="connsiteX0" fmla="*/ 89703 w 992699"/>
                <a:gd name="connsiteY0" fmla="*/ 382461 h 751070"/>
                <a:gd name="connsiteX1" fmla="*/ 491042 w 992699"/>
                <a:gd name="connsiteY1" fmla="*/ 7561 h 751070"/>
                <a:gd name="connsiteX2" fmla="*/ 796536 w 992699"/>
                <a:gd name="connsiteY2" fmla="*/ 148493 h 751070"/>
                <a:gd name="connsiteX3" fmla="*/ 981281 w 992699"/>
                <a:gd name="connsiteY3" fmla="*/ 357061 h 751070"/>
                <a:gd name="connsiteX4" fmla="*/ 510092 w 992699"/>
                <a:gd name="connsiteY4" fmla="*/ 725611 h 751070"/>
                <a:gd name="connsiteX5" fmla="*/ 40885 w 992699"/>
                <a:gd name="connsiteY5" fmla="*/ 700943 h 751070"/>
                <a:gd name="connsiteX6" fmla="*/ 89703 w 992699"/>
                <a:gd name="connsiteY6" fmla="*/ 382461 h 751070"/>
                <a:gd name="connsiteX0" fmla="*/ 41481 w 944477"/>
                <a:gd name="connsiteY0" fmla="*/ 382461 h 739268"/>
                <a:gd name="connsiteX1" fmla="*/ 442820 w 944477"/>
                <a:gd name="connsiteY1" fmla="*/ 7561 h 739268"/>
                <a:gd name="connsiteX2" fmla="*/ 748314 w 944477"/>
                <a:gd name="connsiteY2" fmla="*/ 148493 h 739268"/>
                <a:gd name="connsiteX3" fmla="*/ 933059 w 944477"/>
                <a:gd name="connsiteY3" fmla="*/ 357061 h 739268"/>
                <a:gd name="connsiteX4" fmla="*/ 461870 w 944477"/>
                <a:gd name="connsiteY4" fmla="*/ 725611 h 739268"/>
                <a:gd name="connsiteX5" fmla="*/ 68863 w 944477"/>
                <a:gd name="connsiteY5" fmla="*/ 650143 h 739268"/>
                <a:gd name="connsiteX6" fmla="*/ 41481 w 944477"/>
                <a:gd name="connsiteY6" fmla="*/ 382461 h 739268"/>
                <a:gd name="connsiteX0" fmla="*/ 33132 w 936128"/>
                <a:gd name="connsiteY0" fmla="*/ 382461 h 737323"/>
                <a:gd name="connsiteX1" fmla="*/ 434471 w 936128"/>
                <a:gd name="connsiteY1" fmla="*/ 7561 h 737323"/>
                <a:gd name="connsiteX2" fmla="*/ 739965 w 936128"/>
                <a:gd name="connsiteY2" fmla="*/ 148493 h 737323"/>
                <a:gd name="connsiteX3" fmla="*/ 924710 w 936128"/>
                <a:gd name="connsiteY3" fmla="*/ 357061 h 737323"/>
                <a:gd name="connsiteX4" fmla="*/ 453521 w 936128"/>
                <a:gd name="connsiteY4" fmla="*/ 725611 h 737323"/>
                <a:gd name="connsiteX5" fmla="*/ 79564 w 936128"/>
                <a:gd name="connsiteY5" fmla="*/ 637443 h 737323"/>
                <a:gd name="connsiteX6" fmla="*/ 33132 w 936128"/>
                <a:gd name="connsiteY6" fmla="*/ 382461 h 73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6128" h="737323">
                  <a:moveTo>
                    <a:pt x="33132" y="382461"/>
                  </a:moveTo>
                  <a:cubicBezTo>
                    <a:pt x="92283" y="277481"/>
                    <a:pt x="316666" y="46556"/>
                    <a:pt x="434471" y="7561"/>
                  </a:cubicBezTo>
                  <a:cubicBezTo>
                    <a:pt x="552276" y="-31434"/>
                    <a:pt x="658259" y="90243"/>
                    <a:pt x="739965" y="148493"/>
                  </a:cubicBezTo>
                  <a:cubicBezTo>
                    <a:pt x="821672" y="206743"/>
                    <a:pt x="979859" y="253466"/>
                    <a:pt x="924710" y="357061"/>
                  </a:cubicBezTo>
                  <a:cubicBezTo>
                    <a:pt x="869561" y="460656"/>
                    <a:pt x="594379" y="678881"/>
                    <a:pt x="453521" y="725611"/>
                  </a:cubicBezTo>
                  <a:cubicBezTo>
                    <a:pt x="312663" y="772341"/>
                    <a:pt x="162329" y="666060"/>
                    <a:pt x="79564" y="637443"/>
                  </a:cubicBezTo>
                  <a:cubicBezTo>
                    <a:pt x="-3201" y="608826"/>
                    <a:pt x="-26019" y="487441"/>
                    <a:pt x="33132" y="38246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50000"/>
                  </a:srgbClr>
                </a:gs>
                <a:gs pos="31000">
                  <a:srgbClr val="F64F2E">
                    <a:alpha val="50000"/>
                  </a:srgbClr>
                </a:gs>
                <a:gs pos="98000">
                  <a:srgbClr val="FFFF00">
                    <a:tint val="23500"/>
                    <a:satMod val="160000"/>
                    <a:alpha val="5000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4" name="Groupe 133"/>
          <p:cNvGrpSpPr/>
          <p:nvPr/>
        </p:nvGrpSpPr>
        <p:grpSpPr>
          <a:xfrm>
            <a:off x="8384157" y="4364240"/>
            <a:ext cx="3388916" cy="2089096"/>
            <a:chOff x="5791596" y="4364240"/>
            <a:chExt cx="3388916" cy="2089096"/>
          </a:xfrm>
        </p:grpSpPr>
        <p:grpSp>
          <p:nvGrpSpPr>
            <p:cNvPr id="135" name="Groupe 134"/>
            <p:cNvGrpSpPr/>
            <p:nvPr/>
          </p:nvGrpSpPr>
          <p:grpSpPr>
            <a:xfrm>
              <a:off x="5791596" y="4365104"/>
              <a:ext cx="2791918" cy="2088232"/>
              <a:chOff x="5791596" y="4365104"/>
              <a:chExt cx="2791918" cy="2088232"/>
            </a:xfrm>
          </p:grpSpPr>
          <p:sp>
            <p:nvSpPr>
              <p:cNvPr id="138" name="Ellipse 137"/>
              <p:cNvSpPr/>
              <p:nvPr/>
            </p:nvSpPr>
            <p:spPr>
              <a:xfrm>
                <a:off x="5791596" y="4365104"/>
                <a:ext cx="2791918" cy="208823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9" name="Ellipse 26"/>
              <p:cNvSpPr/>
              <p:nvPr/>
            </p:nvSpPr>
            <p:spPr>
              <a:xfrm>
                <a:off x="5811427" y="4376938"/>
                <a:ext cx="2647873" cy="2069636"/>
              </a:xfrm>
              <a:custGeom>
                <a:avLst/>
                <a:gdLst>
                  <a:gd name="connsiteX0" fmla="*/ 0 w 2750152"/>
                  <a:gd name="connsiteY0" fmla="*/ 1008000 h 2016000"/>
                  <a:gd name="connsiteX1" fmla="*/ 1375076 w 2750152"/>
                  <a:gd name="connsiteY1" fmla="*/ 0 h 2016000"/>
                  <a:gd name="connsiteX2" fmla="*/ 2750152 w 2750152"/>
                  <a:gd name="connsiteY2" fmla="*/ 1008000 h 2016000"/>
                  <a:gd name="connsiteX3" fmla="*/ 1375076 w 2750152"/>
                  <a:gd name="connsiteY3" fmla="*/ 2016000 h 2016000"/>
                  <a:gd name="connsiteX4" fmla="*/ 0 w 2750152"/>
                  <a:gd name="connsiteY4" fmla="*/ 1008000 h 2016000"/>
                  <a:gd name="connsiteX0" fmla="*/ 0 w 2771033"/>
                  <a:gd name="connsiteY0" fmla="*/ 1008126 h 2016126"/>
                  <a:gd name="connsiteX1" fmla="*/ 1375076 w 2771033"/>
                  <a:gd name="connsiteY1" fmla="*/ 126 h 2016126"/>
                  <a:gd name="connsiteX2" fmla="*/ 1607192 w 2771033"/>
                  <a:gd name="connsiteY2" fmla="*/ 938886 h 2016126"/>
                  <a:gd name="connsiteX3" fmla="*/ 2750152 w 2771033"/>
                  <a:gd name="connsiteY3" fmla="*/ 1008126 h 2016126"/>
                  <a:gd name="connsiteX4" fmla="*/ 1375076 w 2771033"/>
                  <a:gd name="connsiteY4" fmla="*/ 2016126 h 2016126"/>
                  <a:gd name="connsiteX5" fmla="*/ 0 w 2771033"/>
                  <a:gd name="connsiteY5" fmla="*/ 1008126 h 2016126"/>
                  <a:gd name="connsiteX0" fmla="*/ 0 w 2780495"/>
                  <a:gd name="connsiteY0" fmla="*/ 1008124 h 2016124"/>
                  <a:gd name="connsiteX1" fmla="*/ 1375076 w 2780495"/>
                  <a:gd name="connsiteY1" fmla="*/ 124 h 2016124"/>
                  <a:gd name="connsiteX2" fmla="*/ 1607192 w 2780495"/>
                  <a:gd name="connsiteY2" fmla="*/ 938884 h 2016124"/>
                  <a:gd name="connsiteX3" fmla="*/ 2119256 w 2780495"/>
                  <a:gd name="connsiteY3" fmla="*/ 1249780 h 2016124"/>
                  <a:gd name="connsiteX4" fmla="*/ 2750152 w 2780495"/>
                  <a:gd name="connsiteY4" fmla="*/ 1008124 h 2016124"/>
                  <a:gd name="connsiteX5" fmla="*/ 1375076 w 2780495"/>
                  <a:gd name="connsiteY5" fmla="*/ 2016124 h 2016124"/>
                  <a:gd name="connsiteX6" fmla="*/ 0 w 2780495"/>
                  <a:gd name="connsiteY6" fmla="*/ 1008124 h 2016124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607192 w 2780495"/>
                  <a:gd name="connsiteY3" fmla="*/ 943358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204856 w 2780495"/>
                  <a:gd name="connsiteY3" fmla="*/ 1181102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698632 w 2780495"/>
                  <a:gd name="connsiteY3" fmla="*/ 797054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698632 w 2780495"/>
                  <a:gd name="connsiteY3" fmla="*/ 797054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424312 w 2780495"/>
                  <a:gd name="connsiteY3" fmla="*/ 1034798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424312 w 2780495"/>
                  <a:gd name="connsiteY3" fmla="*/ 1034798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0495"/>
                  <a:gd name="connsiteY0" fmla="*/ 1012598 h 2020598"/>
                  <a:gd name="connsiteX1" fmla="*/ 1375076 w 2780495"/>
                  <a:gd name="connsiteY1" fmla="*/ 4598 h 2020598"/>
                  <a:gd name="connsiteX2" fmla="*/ 1113416 w 2780495"/>
                  <a:gd name="connsiteY2" fmla="*/ 650750 h 2020598"/>
                  <a:gd name="connsiteX3" fmla="*/ 1424312 w 2780495"/>
                  <a:gd name="connsiteY3" fmla="*/ 1034798 h 2020598"/>
                  <a:gd name="connsiteX4" fmla="*/ 2119256 w 2780495"/>
                  <a:gd name="connsiteY4" fmla="*/ 1254254 h 2020598"/>
                  <a:gd name="connsiteX5" fmla="*/ 2750152 w 2780495"/>
                  <a:gd name="connsiteY5" fmla="*/ 1012598 h 2020598"/>
                  <a:gd name="connsiteX6" fmla="*/ 1375076 w 2780495"/>
                  <a:gd name="connsiteY6" fmla="*/ 2020598 h 2020598"/>
                  <a:gd name="connsiteX7" fmla="*/ 0 w 2780495"/>
                  <a:gd name="connsiteY7" fmla="*/ 1012598 h 2020598"/>
                  <a:gd name="connsiteX0" fmla="*/ 0 w 2787826"/>
                  <a:gd name="connsiteY0" fmla="*/ 1012598 h 2020598"/>
                  <a:gd name="connsiteX1" fmla="*/ 1375076 w 2787826"/>
                  <a:gd name="connsiteY1" fmla="*/ 4598 h 2020598"/>
                  <a:gd name="connsiteX2" fmla="*/ 1113416 w 2787826"/>
                  <a:gd name="connsiteY2" fmla="*/ 650750 h 2020598"/>
                  <a:gd name="connsiteX3" fmla="*/ 1424312 w 2787826"/>
                  <a:gd name="connsiteY3" fmla="*/ 1034798 h 2020598"/>
                  <a:gd name="connsiteX4" fmla="*/ 2265560 w 2787826"/>
                  <a:gd name="connsiteY4" fmla="*/ 1144526 h 2020598"/>
                  <a:gd name="connsiteX5" fmla="*/ 2750152 w 2787826"/>
                  <a:gd name="connsiteY5" fmla="*/ 1012598 h 2020598"/>
                  <a:gd name="connsiteX6" fmla="*/ 1375076 w 2787826"/>
                  <a:gd name="connsiteY6" fmla="*/ 2020598 h 2020598"/>
                  <a:gd name="connsiteX7" fmla="*/ 0 w 2787826"/>
                  <a:gd name="connsiteY7" fmla="*/ 1012598 h 2020598"/>
                  <a:gd name="connsiteX0" fmla="*/ 0 w 2787826"/>
                  <a:gd name="connsiteY0" fmla="*/ 1016985 h 2024985"/>
                  <a:gd name="connsiteX1" fmla="*/ 1375076 w 2787826"/>
                  <a:gd name="connsiteY1" fmla="*/ 8985 h 2024985"/>
                  <a:gd name="connsiteX2" fmla="*/ 1296296 w 2787826"/>
                  <a:gd name="connsiteY2" fmla="*/ 545409 h 2024985"/>
                  <a:gd name="connsiteX3" fmla="*/ 1424312 w 2787826"/>
                  <a:gd name="connsiteY3" fmla="*/ 1039185 h 2024985"/>
                  <a:gd name="connsiteX4" fmla="*/ 2265560 w 2787826"/>
                  <a:gd name="connsiteY4" fmla="*/ 1148913 h 2024985"/>
                  <a:gd name="connsiteX5" fmla="*/ 2750152 w 2787826"/>
                  <a:gd name="connsiteY5" fmla="*/ 1016985 h 2024985"/>
                  <a:gd name="connsiteX6" fmla="*/ 1375076 w 2787826"/>
                  <a:gd name="connsiteY6" fmla="*/ 2024985 h 2024985"/>
                  <a:gd name="connsiteX7" fmla="*/ 0 w 2787826"/>
                  <a:gd name="connsiteY7" fmla="*/ 1016985 h 2024985"/>
                  <a:gd name="connsiteX0" fmla="*/ 0 w 2669752"/>
                  <a:gd name="connsiteY0" fmla="*/ 1016985 h 2032847"/>
                  <a:gd name="connsiteX1" fmla="*/ 1375076 w 2669752"/>
                  <a:gd name="connsiteY1" fmla="*/ 8985 h 2032847"/>
                  <a:gd name="connsiteX2" fmla="*/ 1296296 w 2669752"/>
                  <a:gd name="connsiteY2" fmla="*/ 545409 h 2032847"/>
                  <a:gd name="connsiteX3" fmla="*/ 1424312 w 2669752"/>
                  <a:gd name="connsiteY3" fmla="*/ 1039185 h 2032847"/>
                  <a:gd name="connsiteX4" fmla="*/ 2265560 w 2669752"/>
                  <a:gd name="connsiteY4" fmla="*/ 1148913 h 2032847"/>
                  <a:gd name="connsiteX5" fmla="*/ 2622136 w 2669752"/>
                  <a:gd name="connsiteY5" fmla="*/ 1455897 h 2032847"/>
                  <a:gd name="connsiteX6" fmla="*/ 1375076 w 2669752"/>
                  <a:gd name="connsiteY6" fmla="*/ 2024985 h 2032847"/>
                  <a:gd name="connsiteX7" fmla="*/ 0 w 2669752"/>
                  <a:gd name="connsiteY7" fmla="*/ 1016985 h 2032847"/>
                  <a:gd name="connsiteX0" fmla="*/ 0 w 2663532"/>
                  <a:gd name="connsiteY0" fmla="*/ 1016985 h 2032847"/>
                  <a:gd name="connsiteX1" fmla="*/ 1375076 w 2663532"/>
                  <a:gd name="connsiteY1" fmla="*/ 8985 h 2032847"/>
                  <a:gd name="connsiteX2" fmla="*/ 1296296 w 2663532"/>
                  <a:gd name="connsiteY2" fmla="*/ 545409 h 2032847"/>
                  <a:gd name="connsiteX3" fmla="*/ 1424312 w 2663532"/>
                  <a:gd name="connsiteY3" fmla="*/ 1039185 h 2032847"/>
                  <a:gd name="connsiteX4" fmla="*/ 2192408 w 2663532"/>
                  <a:gd name="connsiteY4" fmla="*/ 1258641 h 2032847"/>
                  <a:gd name="connsiteX5" fmla="*/ 2622136 w 2663532"/>
                  <a:gd name="connsiteY5" fmla="*/ 1455897 h 2032847"/>
                  <a:gd name="connsiteX6" fmla="*/ 1375076 w 2663532"/>
                  <a:gd name="connsiteY6" fmla="*/ 2024985 h 2032847"/>
                  <a:gd name="connsiteX7" fmla="*/ 0 w 2663532"/>
                  <a:gd name="connsiteY7" fmla="*/ 1016985 h 2032847"/>
                  <a:gd name="connsiteX0" fmla="*/ 0 w 2663532"/>
                  <a:gd name="connsiteY0" fmla="*/ 1016985 h 2032847"/>
                  <a:gd name="connsiteX1" fmla="*/ 1375076 w 2663532"/>
                  <a:gd name="connsiteY1" fmla="*/ 8985 h 2032847"/>
                  <a:gd name="connsiteX2" fmla="*/ 1296296 w 2663532"/>
                  <a:gd name="connsiteY2" fmla="*/ 545409 h 2032847"/>
                  <a:gd name="connsiteX3" fmla="*/ 1698632 w 2663532"/>
                  <a:gd name="connsiteY3" fmla="*/ 1167201 h 2032847"/>
                  <a:gd name="connsiteX4" fmla="*/ 2192408 w 2663532"/>
                  <a:gd name="connsiteY4" fmla="*/ 1258641 h 2032847"/>
                  <a:gd name="connsiteX5" fmla="*/ 2622136 w 2663532"/>
                  <a:gd name="connsiteY5" fmla="*/ 1455897 h 2032847"/>
                  <a:gd name="connsiteX6" fmla="*/ 1375076 w 2663532"/>
                  <a:gd name="connsiteY6" fmla="*/ 2024985 h 2032847"/>
                  <a:gd name="connsiteX7" fmla="*/ 0 w 2663532"/>
                  <a:gd name="connsiteY7" fmla="*/ 1016985 h 2032847"/>
                  <a:gd name="connsiteX0" fmla="*/ 0 w 2663532"/>
                  <a:gd name="connsiteY0" fmla="*/ 1020102 h 2035964"/>
                  <a:gd name="connsiteX1" fmla="*/ 1375076 w 2663532"/>
                  <a:gd name="connsiteY1" fmla="*/ 12102 h 2035964"/>
                  <a:gd name="connsiteX2" fmla="*/ 1332872 w 2663532"/>
                  <a:gd name="connsiteY2" fmla="*/ 493662 h 2035964"/>
                  <a:gd name="connsiteX3" fmla="*/ 1698632 w 2663532"/>
                  <a:gd name="connsiteY3" fmla="*/ 1170318 h 2035964"/>
                  <a:gd name="connsiteX4" fmla="*/ 2192408 w 2663532"/>
                  <a:gd name="connsiteY4" fmla="*/ 1261758 h 2035964"/>
                  <a:gd name="connsiteX5" fmla="*/ 2622136 w 2663532"/>
                  <a:gd name="connsiteY5" fmla="*/ 1459014 h 2035964"/>
                  <a:gd name="connsiteX6" fmla="*/ 1375076 w 2663532"/>
                  <a:gd name="connsiteY6" fmla="*/ 2028102 h 2035964"/>
                  <a:gd name="connsiteX7" fmla="*/ 0 w 2663532"/>
                  <a:gd name="connsiteY7" fmla="*/ 1020102 h 2035964"/>
                  <a:gd name="connsiteX0" fmla="*/ 25577 w 2689109"/>
                  <a:gd name="connsiteY0" fmla="*/ 1023234 h 2039096"/>
                  <a:gd name="connsiteX1" fmla="*/ 572064 w 2689109"/>
                  <a:gd name="connsiteY1" fmla="*/ 204187 h 2039096"/>
                  <a:gd name="connsiteX2" fmla="*/ 1400653 w 2689109"/>
                  <a:gd name="connsiteY2" fmla="*/ 15234 h 2039096"/>
                  <a:gd name="connsiteX3" fmla="*/ 1358449 w 2689109"/>
                  <a:gd name="connsiteY3" fmla="*/ 496794 h 2039096"/>
                  <a:gd name="connsiteX4" fmla="*/ 1724209 w 2689109"/>
                  <a:gd name="connsiteY4" fmla="*/ 1173450 h 2039096"/>
                  <a:gd name="connsiteX5" fmla="*/ 2217985 w 2689109"/>
                  <a:gd name="connsiteY5" fmla="*/ 1264890 h 2039096"/>
                  <a:gd name="connsiteX6" fmla="*/ 2647713 w 2689109"/>
                  <a:gd name="connsiteY6" fmla="*/ 1462146 h 2039096"/>
                  <a:gd name="connsiteX7" fmla="*/ 1400653 w 2689109"/>
                  <a:gd name="connsiteY7" fmla="*/ 2031234 h 2039096"/>
                  <a:gd name="connsiteX8" fmla="*/ 25577 w 2689109"/>
                  <a:gd name="connsiteY8" fmla="*/ 1023234 h 2039096"/>
                  <a:gd name="connsiteX0" fmla="*/ 2062 w 2665594"/>
                  <a:gd name="connsiteY0" fmla="*/ 1023234 h 2040611"/>
                  <a:gd name="connsiteX1" fmla="*/ 548549 w 2665594"/>
                  <a:gd name="connsiteY1" fmla="*/ 204187 h 2040611"/>
                  <a:gd name="connsiteX2" fmla="*/ 1377138 w 2665594"/>
                  <a:gd name="connsiteY2" fmla="*/ 15234 h 2040611"/>
                  <a:gd name="connsiteX3" fmla="*/ 1334934 w 2665594"/>
                  <a:gd name="connsiteY3" fmla="*/ 496794 h 2040611"/>
                  <a:gd name="connsiteX4" fmla="*/ 1700694 w 2665594"/>
                  <a:gd name="connsiteY4" fmla="*/ 1173450 h 2040611"/>
                  <a:gd name="connsiteX5" fmla="*/ 2194470 w 2665594"/>
                  <a:gd name="connsiteY5" fmla="*/ 1264890 h 2040611"/>
                  <a:gd name="connsiteX6" fmla="*/ 2624198 w 2665594"/>
                  <a:gd name="connsiteY6" fmla="*/ 1462146 h 2040611"/>
                  <a:gd name="connsiteX7" fmla="*/ 1377138 w 2665594"/>
                  <a:gd name="connsiteY7" fmla="*/ 2031234 h 2040611"/>
                  <a:gd name="connsiteX8" fmla="*/ 402246 w 2665594"/>
                  <a:gd name="connsiteY8" fmla="*/ 1758667 h 2040611"/>
                  <a:gd name="connsiteX9" fmla="*/ 2062 w 2665594"/>
                  <a:gd name="connsiteY9" fmla="*/ 1023234 h 2040611"/>
                  <a:gd name="connsiteX0" fmla="*/ 2062 w 2627999"/>
                  <a:gd name="connsiteY0" fmla="*/ 1023234 h 2036949"/>
                  <a:gd name="connsiteX1" fmla="*/ 548549 w 2627999"/>
                  <a:gd name="connsiteY1" fmla="*/ 204187 h 2036949"/>
                  <a:gd name="connsiteX2" fmla="*/ 1377138 w 2627999"/>
                  <a:gd name="connsiteY2" fmla="*/ 15234 h 2036949"/>
                  <a:gd name="connsiteX3" fmla="*/ 1334934 w 2627999"/>
                  <a:gd name="connsiteY3" fmla="*/ 496794 h 2036949"/>
                  <a:gd name="connsiteX4" fmla="*/ 1700694 w 2627999"/>
                  <a:gd name="connsiteY4" fmla="*/ 1173450 h 2036949"/>
                  <a:gd name="connsiteX5" fmla="*/ 2194470 w 2627999"/>
                  <a:gd name="connsiteY5" fmla="*/ 1264890 h 2036949"/>
                  <a:gd name="connsiteX6" fmla="*/ 2624198 w 2627999"/>
                  <a:gd name="connsiteY6" fmla="*/ 1462146 h 2036949"/>
                  <a:gd name="connsiteX7" fmla="*/ 1993301 w 2627999"/>
                  <a:gd name="connsiteY7" fmla="*/ 1904971 h 2036949"/>
                  <a:gd name="connsiteX8" fmla="*/ 1377138 w 2627999"/>
                  <a:gd name="connsiteY8" fmla="*/ 2031234 h 2036949"/>
                  <a:gd name="connsiteX9" fmla="*/ 402246 w 2627999"/>
                  <a:gd name="connsiteY9" fmla="*/ 1758667 h 2036949"/>
                  <a:gd name="connsiteX10" fmla="*/ 2062 w 2627999"/>
                  <a:gd name="connsiteY10" fmla="*/ 1023234 h 2036949"/>
                  <a:gd name="connsiteX0" fmla="*/ 2062 w 2627999"/>
                  <a:gd name="connsiteY0" fmla="*/ 1023234 h 2086677"/>
                  <a:gd name="connsiteX1" fmla="*/ 548549 w 2627999"/>
                  <a:gd name="connsiteY1" fmla="*/ 204187 h 2086677"/>
                  <a:gd name="connsiteX2" fmla="*/ 1377138 w 2627999"/>
                  <a:gd name="connsiteY2" fmla="*/ 15234 h 2086677"/>
                  <a:gd name="connsiteX3" fmla="*/ 1334934 w 2627999"/>
                  <a:gd name="connsiteY3" fmla="*/ 496794 h 2086677"/>
                  <a:gd name="connsiteX4" fmla="*/ 1700694 w 2627999"/>
                  <a:gd name="connsiteY4" fmla="*/ 1173450 h 2086677"/>
                  <a:gd name="connsiteX5" fmla="*/ 2194470 w 2627999"/>
                  <a:gd name="connsiteY5" fmla="*/ 1264890 h 2086677"/>
                  <a:gd name="connsiteX6" fmla="*/ 2624198 w 2627999"/>
                  <a:gd name="connsiteY6" fmla="*/ 1462146 h 2086677"/>
                  <a:gd name="connsiteX7" fmla="*/ 1993301 w 2627999"/>
                  <a:gd name="connsiteY7" fmla="*/ 1904971 h 2086677"/>
                  <a:gd name="connsiteX8" fmla="*/ 1377138 w 2627999"/>
                  <a:gd name="connsiteY8" fmla="*/ 2031234 h 2086677"/>
                  <a:gd name="connsiteX9" fmla="*/ 1005750 w 2627999"/>
                  <a:gd name="connsiteY9" fmla="*/ 2069563 h 2086677"/>
                  <a:gd name="connsiteX10" fmla="*/ 402246 w 2627999"/>
                  <a:gd name="connsiteY10" fmla="*/ 1758667 h 2086677"/>
                  <a:gd name="connsiteX11" fmla="*/ 2062 w 2627999"/>
                  <a:gd name="connsiteY11" fmla="*/ 1023234 h 2086677"/>
                  <a:gd name="connsiteX0" fmla="*/ 2062 w 2627999"/>
                  <a:gd name="connsiteY0" fmla="*/ 1023234 h 2083750"/>
                  <a:gd name="connsiteX1" fmla="*/ 548549 w 2627999"/>
                  <a:gd name="connsiteY1" fmla="*/ 204187 h 2083750"/>
                  <a:gd name="connsiteX2" fmla="*/ 1377138 w 2627999"/>
                  <a:gd name="connsiteY2" fmla="*/ 15234 h 2083750"/>
                  <a:gd name="connsiteX3" fmla="*/ 1334934 w 2627999"/>
                  <a:gd name="connsiteY3" fmla="*/ 496794 h 2083750"/>
                  <a:gd name="connsiteX4" fmla="*/ 1700694 w 2627999"/>
                  <a:gd name="connsiteY4" fmla="*/ 1173450 h 2083750"/>
                  <a:gd name="connsiteX5" fmla="*/ 2194470 w 2627999"/>
                  <a:gd name="connsiteY5" fmla="*/ 1264890 h 2083750"/>
                  <a:gd name="connsiteX6" fmla="*/ 2624198 w 2627999"/>
                  <a:gd name="connsiteY6" fmla="*/ 1462146 h 2083750"/>
                  <a:gd name="connsiteX7" fmla="*/ 1993301 w 2627999"/>
                  <a:gd name="connsiteY7" fmla="*/ 1904971 h 2083750"/>
                  <a:gd name="connsiteX8" fmla="*/ 1718982 w 2627999"/>
                  <a:gd name="connsiteY8" fmla="*/ 2032987 h 2083750"/>
                  <a:gd name="connsiteX9" fmla="*/ 1377138 w 2627999"/>
                  <a:gd name="connsiteY9" fmla="*/ 2031234 h 2083750"/>
                  <a:gd name="connsiteX10" fmla="*/ 1005750 w 2627999"/>
                  <a:gd name="connsiteY10" fmla="*/ 2069563 h 2083750"/>
                  <a:gd name="connsiteX11" fmla="*/ 402246 w 2627999"/>
                  <a:gd name="connsiteY11" fmla="*/ 1758667 h 2083750"/>
                  <a:gd name="connsiteX12" fmla="*/ 2062 w 2627999"/>
                  <a:gd name="connsiteY12" fmla="*/ 1023234 h 2083750"/>
                  <a:gd name="connsiteX0" fmla="*/ 10465 w 2636402"/>
                  <a:gd name="connsiteY0" fmla="*/ 1018061 h 2078577"/>
                  <a:gd name="connsiteX1" fmla="*/ 154617 w 2636402"/>
                  <a:gd name="connsiteY1" fmla="*/ 528198 h 2078577"/>
                  <a:gd name="connsiteX2" fmla="*/ 556952 w 2636402"/>
                  <a:gd name="connsiteY2" fmla="*/ 199014 h 2078577"/>
                  <a:gd name="connsiteX3" fmla="*/ 1385541 w 2636402"/>
                  <a:gd name="connsiteY3" fmla="*/ 10061 h 2078577"/>
                  <a:gd name="connsiteX4" fmla="*/ 1343337 w 2636402"/>
                  <a:gd name="connsiteY4" fmla="*/ 491621 h 2078577"/>
                  <a:gd name="connsiteX5" fmla="*/ 1709097 w 2636402"/>
                  <a:gd name="connsiteY5" fmla="*/ 1168277 h 2078577"/>
                  <a:gd name="connsiteX6" fmla="*/ 2202873 w 2636402"/>
                  <a:gd name="connsiteY6" fmla="*/ 1259717 h 2078577"/>
                  <a:gd name="connsiteX7" fmla="*/ 2632601 w 2636402"/>
                  <a:gd name="connsiteY7" fmla="*/ 1456973 h 2078577"/>
                  <a:gd name="connsiteX8" fmla="*/ 2001704 w 2636402"/>
                  <a:gd name="connsiteY8" fmla="*/ 1899798 h 2078577"/>
                  <a:gd name="connsiteX9" fmla="*/ 1727385 w 2636402"/>
                  <a:gd name="connsiteY9" fmla="*/ 2027814 h 2078577"/>
                  <a:gd name="connsiteX10" fmla="*/ 1385541 w 2636402"/>
                  <a:gd name="connsiteY10" fmla="*/ 2026061 h 2078577"/>
                  <a:gd name="connsiteX11" fmla="*/ 1014153 w 2636402"/>
                  <a:gd name="connsiteY11" fmla="*/ 2064390 h 2078577"/>
                  <a:gd name="connsiteX12" fmla="*/ 410649 w 2636402"/>
                  <a:gd name="connsiteY12" fmla="*/ 1753494 h 2078577"/>
                  <a:gd name="connsiteX13" fmla="*/ 10465 w 2636402"/>
                  <a:gd name="connsiteY13" fmla="*/ 1018061 h 2078577"/>
                  <a:gd name="connsiteX0" fmla="*/ 25121 w 2651058"/>
                  <a:gd name="connsiteY0" fmla="*/ 1018061 h 2078577"/>
                  <a:gd name="connsiteX1" fmla="*/ 169273 w 2651058"/>
                  <a:gd name="connsiteY1" fmla="*/ 528198 h 2078577"/>
                  <a:gd name="connsiteX2" fmla="*/ 571608 w 2651058"/>
                  <a:gd name="connsiteY2" fmla="*/ 199014 h 2078577"/>
                  <a:gd name="connsiteX3" fmla="*/ 1400197 w 2651058"/>
                  <a:gd name="connsiteY3" fmla="*/ 10061 h 2078577"/>
                  <a:gd name="connsiteX4" fmla="*/ 1357993 w 2651058"/>
                  <a:gd name="connsiteY4" fmla="*/ 491621 h 2078577"/>
                  <a:gd name="connsiteX5" fmla="*/ 1723753 w 2651058"/>
                  <a:gd name="connsiteY5" fmla="*/ 1168277 h 2078577"/>
                  <a:gd name="connsiteX6" fmla="*/ 2217529 w 2651058"/>
                  <a:gd name="connsiteY6" fmla="*/ 1259717 h 2078577"/>
                  <a:gd name="connsiteX7" fmla="*/ 2647257 w 2651058"/>
                  <a:gd name="connsiteY7" fmla="*/ 1456973 h 2078577"/>
                  <a:gd name="connsiteX8" fmla="*/ 2016360 w 2651058"/>
                  <a:gd name="connsiteY8" fmla="*/ 1899798 h 2078577"/>
                  <a:gd name="connsiteX9" fmla="*/ 1742041 w 2651058"/>
                  <a:gd name="connsiteY9" fmla="*/ 2027814 h 2078577"/>
                  <a:gd name="connsiteX10" fmla="*/ 1400197 w 2651058"/>
                  <a:gd name="connsiteY10" fmla="*/ 2026061 h 2078577"/>
                  <a:gd name="connsiteX11" fmla="*/ 1028809 w 2651058"/>
                  <a:gd name="connsiteY11" fmla="*/ 2064390 h 2078577"/>
                  <a:gd name="connsiteX12" fmla="*/ 425305 w 2651058"/>
                  <a:gd name="connsiteY12" fmla="*/ 1753494 h 2078577"/>
                  <a:gd name="connsiteX13" fmla="*/ 41257 w 2651058"/>
                  <a:gd name="connsiteY13" fmla="*/ 1278006 h 2078577"/>
                  <a:gd name="connsiteX14" fmla="*/ 25121 w 2651058"/>
                  <a:gd name="connsiteY14" fmla="*/ 1018061 h 2078577"/>
                  <a:gd name="connsiteX0" fmla="*/ 25121 w 2651058"/>
                  <a:gd name="connsiteY0" fmla="*/ 1018061 h 2058740"/>
                  <a:gd name="connsiteX1" fmla="*/ 169273 w 2651058"/>
                  <a:gd name="connsiteY1" fmla="*/ 528198 h 2058740"/>
                  <a:gd name="connsiteX2" fmla="*/ 571608 w 2651058"/>
                  <a:gd name="connsiteY2" fmla="*/ 199014 h 2058740"/>
                  <a:gd name="connsiteX3" fmla="*/ 1400197 w 2651058"/>
                  <a:gd name="connsiteY3" fmla="*/ 10061 h 2058740"/>
                  <a:gd name="connsiteX4" fmla="*/ 1357993 w 2651058"/>
                  <a:gd name="connsiteY4" fmla="*/ 491621 h 2058740"/>
                  <a:gd name="connsiteX5" fmla="*/ 1723753 w 2651058"/>
                  <a:gd name="connsiteY5" fmla="*/ 1168277 h 2058740"/>
                  <a:gd name="connsiteX6" fmla="*/ 2217529 w 2651058"/>
                  <a:gd name="connsiteY6" fmla="*/ 1259717 h 2058740"/>
                  <a:gd name="connsiteX7" fmla="*/ 2647257 w 2651058"/>
                  <a:gd name="connsiteY7" fmla="*/ 1456973 h 2058740"/>
                  <a:gd name="connsiteX8" fmla="*/ 2016360 w 2651058"/>
                  <a:gd name="connsiteY8" fmla="*/ 1899798 h 2058740"/>
                  <a:gd name="connsiteX9" fmla="*/ 1742041 w 2651058"/>
                  <a:gd name="connsiteY9" fmla="*/ 2027814 h 2058740"/>
                  <a:gd name="connsiteX10" fmla="*/ 1400197 w 2651058"/>
                  <a:gd name="connsiteY10" fmla="*/ 2026061 h 2058740"/>
                  <a:gd name="connsiteX11" fmla="*/ 1044049 w 2651058"/>
                  <a:gd name="connsiteY11" fmla="*/ 2041530 h 2058740"/>
                  <a:gd name="connsiteX12" fmla="*/ 425305 w 2651058"/>
                  <a:gd name="connsiteY12" fmla="*/ 1753494 h 2058740"/>
                  <a:gd name="connsiteX13" fmla="*/ 41257 w 2651058"/>
                  <a:gd name="connsiteY13" fmla="*/ 1278006 h 2058740"/>
                  <a:gd name="connsiteX14" fmla="*/ 25121 w 2651058"/>
                  <a:gd name="connsiteY14" fmla="*/ 1018061 h 2058740"/>
                  <a:gd name="connsiteX0" fmla="*/ 25121 w 2651058"/>
                  <a:gd name="connsiteY0" fmla="*/ 1018061 h 2041530"/>
                  <a:gd name="connsiteX1" fmla="*/ 169273 w 2651058"/>
                  <a:gd name="connsiteY1" fmla="*/ 528198 h 2041530"/>
                  <a:gd name="connsiteX2" fmla="*/ 571608 w 2651058"/>
                  <a:gd name="connsiteY2" fmla="*/ 199014 h 2041530"/>
                  <a:gd name="connsiteX3" fmla="*/ 1400197 w 2651058"/>
                  <a:gd name="connsiteY3" fmla="*/ 10061 h 2041530"/>
                  <a:gd name="connsiteX4" fmla="*/ 1357993 w 2651058"/>
                  <a:gd name="connsiteY4" fmla="*/ 491621 h 2041530"/>
                  <a:gd name="connsiteX5" fmla="*/ 1723753 w 2651058"/>
                  <a:gd name="connsiteY5" fmla="*/ 1168277 h 2041530"/>
                  <a:gd name="connsiteX6" fmla="*/ 2217529 w 2651058"/>
                  <a:gd name="connsiteY6" fmla="*/ 1259717 h 2041530"/>
                  <a:gd name="connsiteX7" fmla="*/ 2647257 w 2651058"/>
                  <a:gd name="connsiteY7" fmla="*/ 1456973 h 2041530"/>
                  <a:gd name="connsiteX8" fmla="*/ 2016360 w 2651058"/>
                  <a:gd name="connsiteY8" fmla="*/ 1899798 h 2041530"/>
                  <a:gd name="connsiteX9" fmla="*/ 1742041 w 2651058"/>
                  <a:gd name="connsiteY9" fmla="*/ 2027814 h 2041530"/>
                  <a:gd name="connsiteX10" fmla="*/ 1400197 w 2651058"/>
                  <a:gd name="connsiteY10" fmla="*/ 2026061 h 2041530"/>
                  <a:gd name="connsiteX11" fmla="*/ 1044049 w 2651058"/>
                  <a:gd name="connsiteY11" fmla="*/ 2041530 h 2041530"/>
                  <a:gd name="connsiteX12" fmla="*/ 425305 w 2651058"/>
                  <a:gd name="connsiteY12" fmla="*/ 1753494 h 2041530"/>
                  <a:gd name="connsiteX13" fmla="*/ 41257 w 2651058"/>
                  <a:gd name="connsiteY13" fmla="*/ 1278006 h 2041530"/>
                  <a:gd name="connsiteX14" fmla="*/ 25121 w 2651058"/>
                  <a:gd name="connsiteY14" fmla="*/ 1018061 h 2041530"/>
                  <a:gd name="connsiteX0" fmla="*/ 25121 w 2651058"/>
                  <a:gd name="connsiteY0" fmla="*/ 1018061 h 2036785"/>
                  <a:gd name="connsiteX1" fmla="*/ 169273 w 2651058"/>
                  <a:gd name="connsiteY1" fmla="*/ 528198 h 2036785"/>
                  <a:gd name="connsiteX2" fmla="*/ 571608 w 2651058"/>
                  <a:gd name="connsiteY2" fmla="*/ 199014 h 2036785"/>
                  <a:gd name="connsiteX3" fmla="*/ 1400197 w 2651058"/>
                  <a:gd name="connsiteY3" fmla="*/ 10061 h 2036785"/>
                  <a:gd name="connsiteX4" fmla="*/ 1357993 w 2651058"/>
                  <a:gd name="connsiteY4" fmla="*/ 491621 h 2036785"/>
                  <a:gd name="connsiteX5" fmla="*/ 1723753 w 2651058"/>
                  <a:gd name="connsiteY5" fmla="*/ 1168277 h 2036785"/>
                  <a:gd name="connsiteX6" fmla="*/ 2217529 w 2651058"/>
                  <a:gd name="connsiteY6" fmla="*/ 1259717 h 2036785"/>
                  <a:gd name="connsiteX7" fmla="*/ 2647257 w 2651058"/>
                  <a:gd name="connsiteY7" fmla="*/ 1456973 h 2036785"/>
                  <a:gd name="connsiteX8" fmla="*/ 2016360 w 2651058"/>
                  <a:gd name="connsiteY8" fmla="*/ 1899798 h 2036785"/>
                  <a:gd name="connsiteX9" fmla="*/ 1742041 w 2651058"/>
                  <a:gd name="connsiteY9" fmla="*/ 2027814 h 2036785"/>
                  <a:gd name="connsiteX10" fmla="*/ 1400197 w 2651058"/>
                  <a:gd name="connsiteY10" fmla="*/ 2026061 h 2036785"/>
                  <a:gd name="connsiteX11" fmla="*/ 1051669 w 2651058"/>
                  <a:gd name="connsiteY11" fmla="*/ 2026290 h 2036785"/>
                  <a:gd name="connsiteX12" fmla="*/ 425305 w 2651058"/>
                  <a:gd name="connsiteY12" fmla="*/ 1753494 h 2036785"/>
                  <a:gd name="connsiteX13" fmla="*/ 41257 w 2651058"/>
                  <a:gd name="connsiteY13" fmla="*/ 1278006 h 2036785"/>
                  <a:gd name="connsiteX14" fmla="*/ 25121 w 2651058"/>
                  <a:gd name="connsiteY14" fmla="*/ 1018061 h 2036785"/>
                  <a:gd name="connsiteX0" fmla="*/ 25121 w 2651058"/>
                  <a:gd name="connsiteY0" fmla="*/ 1018061 h 2055252"/>
                  <a:gd name="connsiteX1" fmla="*/ 169273 w 2651058"/>
                  <a:gd name="connsiteY1" fmla="*/ 528198 h 2055252"/>
                  <a:gd name="connsiteX2" fmla="*/ 571608 w 2651058"/>
                  <a:gd name="connsiteY2" fmla="*/ 199014 h 2055252"/>
                  <a:gd name="connsiteX3" fmla="*/ 1400197 w 2651058"/>
                  <a:gd name="connsiteY3" fmla="*/ 10061 h 2055252"/>
                  <a:gd name="connsiteX4" fmla="*/ 1357993 w 2651058"/>
                  <a:gd name="connsiteY4" fmla="*/ 491621 h 2055252"/>
                  <a:gd name="connsiteX5" fmla="*/ 1723753 w 2651058"/>
                  <a:gd name="connsiteY5" fmla="*/ 1168277 h 2055252"/>
                  <a:gd name="connsiteX6" fmla="*/ 2217529 w 2651058"/>
                  <a:gd name="connsiteY6" fmla="*/ 1259717 h 2055252"/>
                  <a:gd name="connsiteX7" fmla="*/ 2647257 w 2651058"/>
                  <a:gd name="connsiteY7" fmla="*/ 1456973 h 2055252"/>
                  <a:gd name="connsiteX8" fmla="*/ 2016360 w 2651058"/>
                  <a:gd name="connsiteY8" fmla="*/ 1899798 h 2055252"/>
                  <a:gd name="connsiteX9" fmla="*/ 1742041 w 2651058"/>
                  <a:gd name="connsiteY9" fmla="*/ 2027814 h 2055252"/>
                  <a:gd name="connsiteX10" fmla="*/ 1400197 w 2651058"/>
                  <a:gd name="connsiteY10" fmla="*/ 2026061 h 2055252"/>
                  <a:gd name="connsiteX11" fmla="*/ 1373233 w 2651058"/>
                  <a:gd name="connsiteY11" fmla="*/ 2055247 h 2055252"/>
                  <a:gd name="connsiteX12" fmla="*/ 1051669 w 2651058"/>
                  <a:gd name="connsiteY12" fmla="*/ 2026290 h 2055252"/>
                  <a:gd name="connsiteX13" fmla="*/ 425305 w 2651058"/>
                  <a:gd name="connsiteY13" fmla="*/ 1753494 h 2055252"/>
                  <a:gd name="connsiteX14" fmla="*/ 41257 w 2651058"/>
                  <a:gd name="connsiteY14" fmla="*/ 1278006 h 2055252"/>
                  <a:gd name="connsiteX15" fmla="*/ 25121 w 2651058"/>
                  <a:gd name="connsiteY15" fmla="*/ 1018061 h 2055252"/>
                  <a:gd name="connsiteX0" fmla="*/ 25121 w 2651058"/>
                  <a:gd name="connsiteY0" fmla="*/ 1018061 h 2055300"/>
                  <a:gd name="connsiteX1" fmla="*/ 169273 w 2651058"/>
                  <a:gd name="connsiteY1" fmla="*/ 528198 h 2055300"/>
                  <a:gd name="connsiteX2" fmla="*/ 571608 w 2651058"/>
                  <a:gd name="connsiteY2" fmla="*/ 199014 h 2055300"/>
                  <a:gd name="connsiteX3" fmla="*/ 1400197 w 2651058"/>
                  <a:gd name="connsiteY3" fmla="*/ 10061 h 2055300"/>
                  <a:gd name="connsiteX4" fmla="*/ 1357993 w 2651058"/>
                  <a:gd name="connsiteY4" fmla="*/ 491621 h 2055300"/>
                  <a:gd name="connsiteX5" fmla="*/ 1723753 w 2651058"/>
                  <a:gd name="connsiteY5" fmla="*/ 1168277 h 2055300"/>
                  <a:gd name="connsiteX6" fmla="*/ 2217529 w 2651058"/>
                  <a:gd name="connsiteY6" fmla="*/ 1259717 h 2055300"/>
                  <a:gd name="connsiteX7" fmla="*/ 2647257 w 2651058"/>
                  <a:gd name="connsiteY7" fmla="*/ 1456973 h 2055300"/>
                  <a:gd name="connsiteX8" fmla="*/ 2016360 w 2651058"/>
                  <a:gd name="connsiteY8" fmla="*/ 1899798 h 2055300"/>
                  <a:gd name="connsiteX9" fmla="*/ 1742041 w 2651058"/>
                  <a:gd name="connsiteY9" fmla="*/ 2027814 h 2055300"/>
                  <a:gd name="connsiteX10" fmla="*/ 1423057 w 2651058"/>
                  <a:gd name="connsiteY10" fmla="*/ 2048921 h 2055300"/>
                  <a:gd name="connsiteX11" fmla="*/ 1373233 w 2651058"/>
                  <a:gd name="connsiteY11" fmla="*/ 2055247 h 2055300"/>
                  <a:gd name="connsiteX12" fmla="*/ 1051669 w 2651058"/>
                  <a:gd name="connsiteY12" fmla="*/ 2026290 h 2055300"/>
                  <a:gd name="connsiteX13" fmla="*/ 425305 w 2651058"/>
                  <a:gd name="connsiteY13" fmla="*/ 1753494 h 2055300"/>
                  <a:gd name="connsiteX14" fmla="*/ 41257 w 2651058"/>
                  <a:gd name="connsiteY14" fmla="*/ 1278006 h 2055300"/>
                  <a:gd name="connsiteX15" fmla="*/ 25121 w 2651058"/>
                  <a:gd name="connsiteY15" fmla="*/ 1018061 h 2055300"/>
                  <a:gd name="connsiteX0" fmla="*/ 25121 w 2651058"/>
                  <a:gd name="connsiteY0" fmla="*/ 1018061 h 2055300"/>
                  <a:gd name="connsiteX1" fmla="*/ 169273 w 2651058"/>
                  <a:gd name="connsiteY1" fmla="*/ 528198 h 2055300"/>
                  <a:gd name="connsiteX2" fmla="*/ 571608 w 2651058"/>
                  <a:gd name="connsiteY2" fmla="*/ 199014 h 2055300"/>
                  <a:gd name="connsiteX3" fmla="*/ 1400197 w 2651058"/>
                  <a:gd name="connsiteY3" fmla="*/ 10061 h 2055300"/>
                  <a:gd name="connsiteX4" fmla="*/ 1357993 w 2651058"/>
                  <a:gd name="connsiteY4" fmla="*/ 491621 h 2055300"/>
                  <a:gd name="connsiteX5" fmla="*/ 1723753 w 2651058"/>
                  <a:gd name="connsiteY5" fmla="*/ 1168277 h 2055300"/>
                  <a:gd name="connsiteX6" fmla="*/ 2217529 w 2651058"/>
                  <a:gd name="connsiteY6" fmla="*/ 1259717 h 2055300"/>
                  <a:gd name="connsiteX7" fmla="*/ 2647257 w 2651058"/>
                  <a:gd name="connsiteY7" fmla="*/ 1456973 h 2055300"/>
                  <a:gd name="connsiteX8" fmla="*/ 2229720 w 2651058"/>
                  <a:gd name="connsiteY8" fmla="*/ 1823598 h 2055300"/>
                  <a:gd name="connsiteX9" fmla="*/ 1742041 w 2651058"/>
                  <a:gd name="connsiteY9" fmla="*/ 2027814 h 2055300"/>
                  <a:gd name="connsiteX10" fmla="*/ 1423057 w 2651058"/>
                  <a:gd name="connsiteY10" fmla="*/ 2048921 h 2055300"/>
                  <a:gd name="connsiteX11" fmla="*/ 1373233 w 2651058"/>
                  <a:gd name="connsiteY11" fmla="*/ 2055247 h 2055300"/>
                  <a:gd name="connsiteX12" fmla="*/ 1051669 w 2651058"/>
                  <a:gd name="connsiteY12" fmla="*/ 2026290 h 2055300"/>
                  <a:gd name="connsiteX13" fmla="*/ 425305 w 2651058"/>
                  <a:gd name="connsiteY13" fmla="*/ 1753494 h 2055300"/>
                  <a:gd name="connsiteX14" fmla="*/ 41257 w 2651058"/>
                  <a:gd name="connsiteY14" fmla="*/ 1278006 h 2055300"/>
                  <a:gd name="connsiteX15" fmla="*/ 25121 w 2651058"/>
                  <a:gd name="connsiteY15" fmla="*/ 1018061 h 2055300"/>
                  <a:gd name="connsiteX0" fmla="*/ 29556 w 2647873"/>
                  <a:gd name="connsiteY0" fmla="*/ 858041 h 2055300"/>
                  <a:gd name="connsiteX1" fmla="*/ 166088 w 2647873"/>
                  <a:gd name="connsiteY1" fmla="*/ 528198 h 2055300"/>
                  <a:gd name="connsiteX2" fmla="*/ 568423 w 2647873"/>
                  <a:gd name="connsiteY2" fmla="*/ 199014 h 2055300"/>
                  <a:gd name="connsiteX3" fmla="*/ 1397012 w 2647873"/>
                  <a:gd name="connsiteY3" fmla="*/ 10061 h 2055300"/>
                  <a:gd name="connsiteX4" fmla="*/ 1354808 w 2647873"/>
                  <a:gd name="connsiteY4" fmla="*/ 491621 h 2055300"/>
                  <a:gd name="connsiteX5" fmla="*/ 1720568 w 2647873"/>
                  <a:gd name="connsiteY5" fmla="*/ 1168277 h 2055300"/>
                  <a:gd name="connsiteX6" fmla="*/ 2214344 w 2647873"/>
                  <a:gd name="connsiteY6" fmla="*/ 1259717 h 2055300"/>
                  <a:gd name="connsiteX7" fmla="*/ 2644072 w 2647873"/>
                  <a:gd name="connsiteY7" fmla="*/ 1456973 h 2055300"/>
                  <a:gd name="connsiteX8" fmla="*/ 2226535 w 2647873"/>
                  <a:gd name="connsiteY8" fmla="*/ 1823598 h 2055300"/>
                  <a:gd name="connsiteX9" fmla="*/ 1738856 w 2647873"/>
                  <a:gd name="connsiteY9" fmla="*/ 2027814 h 2055300"/>
                  <a:gd name="connsiteX10" fmla="*/ 1419872 w 2647873"/>
                  <a:gd name="connsiteY10" fmla="*/ 2048921 h 2055300"/>
                  <a:gd name="connsiteX11" fmla="*/ 1370048 w 2647873"/>
                  <a:gd name="connsiteY11" fmla="*/ 2055247 h 2055300"/>
                  <a:gd name="connsiteX12" fmla="*/ 1048484 w 2647873"/>
                  <a:gd name="connsiteY12" fmla="*/ 2026290 h 2055300"/>
                  <a:gd name="connsiteX13" fmla="*/ 422120 w 2647873"/>
                  <a:gd name="connsiteY13" fmla="*/ 1753494 h 2055300"/>
                  <a:gd name="connsiteX14" fmla="*/ 38072 w 2647873"/>
                  <a:gd name="connsiteY14" fmla="*/ 1278006 h 2055300"/>
                  <a:gd name="connsiteX15" fmla="*/ 29556 w 2647873"/>
                  <a:gd name="connsiteY15" fmla="*/ 858041 h 2055300"/>
                  <a:gd name="connsiteX0" fmla="*/ 29556 w 2647873"/>
                  <a:gd name="connsiteY0" fmla="*/ 858041 h 2055300"/>
                  <a:gd name="connsiteX1" fmla="*/ 166088 w 2647873"/>
                  <a:gd name="connsiteY1" fmla="*/ 528198 h 2055300"/>
                  <a:gd name="connsiteX2" fmla="*/ 568423 w 2647873"/>
                  <a:gd name="connsiteY2" fmla="*/ 199014 h 2055300"/>
                  <a:gd name="connsiteX3" fmla="*/ 1397012 w 2647873"/>
                  <a:gd name="connsiteY3" fmla="*/ 10061 h 2055300"/>
                  <a:gd name="connsiteX4" fmla="*/ 1354808 w 2647873"/>
                  <a:gd name="connsiteY4" fmla="*/ 491621 h 2055300"/>
                  <a:gd name="connsiteX5" fmla="*/ 1720568 w 2647873"/>
                  <a:gd name="connsiteY5" fmla="*/ 1168277 h 2055300"/>
                  <a:gd name="connsiteX6" fmla="*/ 2214344 w 2647873"/>
                  <a:gd name="connsiteY6" fmla="*/ 1259717 h 2055300"/>
                  <a:gd name="connsiteX7" fmla="*/ 2644072 w 2647873"/>
                  <a:gd name="connsiteY7" fmla="*/ 1456973 h 2055300"/>
                  <a:gd name="connsiteX8" fmla="*/ 2226535 w 2647873"/>
                  <a:gd name="connsiteY8" fmla="*/ 1823598 h 2055300"/>
                  <a:gd name="connsiteX9" fmla="*/ 1738856 w 2647873"/>
                  <a:gd name="connsiteY9" fmla="*/ 2027814 h 2055300"/>
                  <a:gd name="connsiteX10" fmla="*/ 1419872 w 2647873"/>
                  <a:gd name="connsiteY10" fmla="*/ 2048921 h 2055300"/>
                  <a:gd name="connsiteX11" fmla="*/ 1370048 w 2647873"/>
                  <a:gd name="connsiteY11" fmla="*/ 2055247 h 2055300"/>
                  <a:gd name="connsiteX12" fmla="*/ 1048484 w 2647873"/>
                  <a:gd name="connsiteY12" fmla="*/ 2026290 h 2055300"/>
                  <a:gd name="connsiteX13" fmla="*/ 422120 w 2647873"/>
                  <a:gd name="connsiteY13" fmla="*/ 1753494 h 2055300"/>
                  <a:gd name="connsiteX14" fmla="*/ 204188 w 2647873"/>
                  <a:gd name="connsiteY14" fmla="*/ 1544706 h 2055300"/>
                  <a:gd name="connsiteX15" fmla="*/ 38072 w 2647873"/>
                  <a:gd name="connsiteY15" fmla="*/ 1278006 h 2055300"/>
                  <a:gd name="connsiteX16" fmla="*/ 29556 w 2647873"/>
                  <a:gd name="connsiteY16" fmla="*/ 858041 h 2055300"/>
                  <a:gd name="connsiteX0" fmla="*/ 29556 w 2647873"/>
                  <a:gd name="connsiteY0" fmla="*/ 876712 h 2073971"/>
                  <a:gd name="connsiteX1" fmla="*/ 166088 w 2647873"/>
                  <a:gd name="connsiteY1" fmla="*/ 546869 h 2073971"/>
                  <a:gd name="connsiteX2" fmla="*/ 765273 w 2647873"/>
                  <a:gd name="connsiteY2" fmla="*/ 116085 h 2073971"/>
                  <a:gd name="connsiteX3" fmla="*/ 1397012 w 2647873"/>
                  <a:gd name="connsiteY3" fmla="*/ 28732 h 2073971"/>
                  <a:gd name="connsiteX4" fmla="*/ 1354808 w 2647873"/>
                  <a:gd name="connsiteY4" fmla="*/ 510292 h 2073971"/>
                  <a:gd name="connsiteX5" fmla="*/ 1720568 w 2647873"/>
                  <a:gd name="connsiteY5" fmla="*/ 1186948 h 2073971"/>
                  <a:gd name="connsiteX6" fmla="*/ 2214344 w 2647873"/>
                  <a:gd name="connsiteY6" fmla="*/ 1278388 h 2073971"/>
                  <a:gd name="connsiteX7" fmla="*/ 2644072 w 2647873"/>
                  <a:gd name="connsiteY7" fmla="*/ 1475644 h 2073971"/>
                  <a:gd name="connsiteX8" fmla="*/ 2226535 w 2647873"/>
                  <a:gd name="connsiteY8" fmla="*/ 1842269 h 2073971"/>
                  <a:gd name="connsiteX9" fmla="*/ 1738856 w 2647873"/>
                  <a:gd name="connsiteY9" fmla="*/ 2046485 h 2073971"/>
                  <a:gd name="connsiteX10" fmla="*/ 1419872 w 2647873"/>
                  <a:gd name="connsiteY10" fmla="*/ 2067592 h 2073971"/>
                  <a:gd name="connsiteX11" fmla="*/ 1370048 w 2647873"/>
                  <a:gd name="connsiteY11" fmla="*/ 2073918 h 2073971"/>
                  <a:gd name="connsiteX12" fmla="*/ 1048484 w 2647873"/>
                  <a:gd name="connsiteY12" fmla="*/ 2044961 h 2073971"/>
                  <a:gd name="connsiteX13" fmla="*/ 422120 w 2647873"/>
                  <a:gd name="connsiteY13" fmla="*/ 1772165 h 2073971"/>
                  <a:gd name="connsiteX14" fmla="*/ 204188 w 2647873"/>
                  <a:gd name="connsiteY14" fmla="*/ 1563377 h 2073971"/>
                  <a:gd name="connsiteX15" fmla="*/ 38072 w 2647873"/>
                  <a:gd name="connsiteY15" fmla="*/ 1296677 h 2073971"/>
                  <a:gd name="connsiteX16" fmla="*/ 29556 w 2647873"/>
                  <a:gd name="connsiteY16" fmla="*/ 876712 h 2073971"/>
                  <a:gd name="connsiteX0" fmla="*/ 29556 w 2647873"/>
                  <a:gd name="connsiteY0" fmla="*/ 872377 h 2069636"/>
                  <a:gd name="connsiteX1" fmla="*/ 166088 w 2647873"/>
                  <a:gd name="connsiteY1" fmla="*/ 542534 h 2069636"/>
                  <a:gd name="connsiteX2" fmla="*/ 765273 w 2647873"/>
                  <a:gd name="connsiteY2" fmla="*/ 111750 h 2069636"/>
                  <a:gd name="connsiteX3" fmla="*/ 1397012 w 2647873"/>
                  <a:gd name="connsiteY3" fmla="*/ 24397 h 2069636"/>
                  <a:gd name="connsiteX4" fmla="*/ 1354808 w 2647873"/>
                  <a:gd name="connsiteY4" fmla="*/ 505957 h 2069636"/>
                  <a:gd name="connsiteX5" fmla="*/ 1720568 w 2647873"/>
                  <a:gd name="connsiteY5" fmla="*/ 1182613 h 2069636"/>
                  <a:gd name="connsiteX6" fmla="*/ 2214344 w 2647873"/>
                  <a:gd name="connsiteY6" fmla="*/ 1274053 h 2069636"/>
                  <a:gd name="connsiteX7" fmla="*/ 2644072 w 2647873"/>
                  <a:gd name="connsiteY7" fmla="*/ 1471309 h 2069636"/>
                  <a:gd name="connsiteX8" fmla="*/ 2226535 w 2647873"/>
                  <a:gd name="connsiteY8" fmla="*/ 1837934 h 2069636"/>
                  <a:gd name="connsiteX9" fmla="*/ 1738856 w 2647873"/>
                  <a:gd name="connsiteY9" fmla="*/ 2042150 h 2069636"/>
                  <a:gd name="connsiteX10" fmla="*/ 1419872 w 2647873"/>
                  <a:gd name="connsiteY10" fmla="*/ 2063257 h 2069636"/>
                  <a:gd name="connsiteX11" fmla="*/ 1370048 w 2647873"/>
                  <a:gd name="connsiteY11" fmla="*/ 2069583 h 2069636"/>
                  <a:gd name="connsiteX12" fmla="*/ 1048484 w 2647873"/>
                  <a:gd name="connsiteY12" fmla="*/ 2040626 h 2069636"/>
                  <a:gd name="connsiteX13" fmla="*/ 422120 w 2647873"/>
                  <a:gd name="connsiteY13" fmla="*/ 1767830 h 2069636"/>
                  <a:gd name="connsiteX14" fmla="*/ 204188 w 2647873"/>
                  <a:gd name="connsiteY14" fmla="*/ 1559042 h 2069636"/>
                  <a:gd name="connsiteX15" fmla="*/ 38072 w 2647873"/>
                  <a:gd name="connsiteY15" fmla="*/ 1292342 h 2069636"/>
                  <a:gd name="connsiteX16" fmla="*/ 29556 w 2647873"/>
                  <a:gd name="connsiteY16" fmla="*/ 872377 h 2069636"/>
                  <a:gd name="connsiteX0" fmla="*/ 29556 w 2647873"/>
                  <a:gd name="connsiteY0" fmla="*/ 872377 h 2069636"/>
                  <a:gd name="connsiteX1" fmla="*/ 166088 w 2647873"/>
                  <a:gd name="connsiteY1" fmla="*/ 542534 h 2069636"/>
                  <a:gd name="connsiteX2" fmla="*/ 765273 w 2647873"/>
                  <a:gd name="connsiteY2" fmla="*/ 111750 h 2069636"/>
                  <a:gd name="connsiteX3" fmla="*/ 1397012 w 2647873"/>
                  <a:gd name="connsiteY3" fmla="*/ 24397 h 2069636"/>
                  <a:gd name="connsiteX4" fmla="*/ 1354808 w 2647873"/>
                  <a:gd name="connsiteY4" fmla="*/ 505957 h 2069636"/>
                  <a:gd name="connsiteX5" fmla="*/ 1720568 w 2647873"/>
                  <a:gd name="connsiteY5" fmla="*/ 1182613 h 2069636"/>
                  <a:gd name="connsiteX6" fmla="*/ 2214344 w 2647873"/>
                  <a:gd name="connsiteY6" fmla="*/ 1274053 h 2069636"/>
                  <a:gd name="connsiteX7" fmla="*/ 2644072 w 2647873"/>
                  <a:gd name="connsiteY7" fmla="*/ 1471309 h 2069636"/>
                  <a:gd name="connsiteX8" fmla="*/ 2226535 w 2647873"/>
                  <a:gd name="connsiteY8" fmla="*/ 1837934 h 2069636"/>
                  <a:gd name="connsiteX9" fmla="*/ 1738856 w 2647873"/>
                  <a:gd name="connsiteY9" fmla="*/ 2042150 h 2069636"/>
                  <a:gd name="connsiteX10" fmla="*/ 1419872 w 2647873"/>
                  <a:gd name="connsiteY10" fmla="*/ 2063257 h 2069636"/>
                  <a:gd name="connsiteX11" fmla="*/ 1370048 w 2647873"/>
                  <a:gd name="connsiteY11" fmla="*/ 2069583 h 2069636"/>
                  <a:gd name="connsiteX12" fmla="*/ 1048484 w 2647873"/>
                  <a:gd name="connsiteY12" fmla="*/ 2040626 h 2069636"/>
                  <a:gd name="connsiteX13" fmla="*/ 422120 w 2647873"/>
                  <a:gd name="connsiteY13" fmla="*/ 1767830 h 2069636"/>
                  <a:gd name="connsiteX14" fmla="*/ 204188 w 2647873"/>
                  <a:gd name="connsiteY14" fmla="*/ 1559042 h 2069636"/>
                  <a:gd name="connsiteX15" fmla="*/ 38072 w 2647873"/>
                  <a:gd name="connsiteY15" fmla="*/ 1292342 h 2069636"/>
                  <a:gd name="connsiteX16" fmla="*/ 29556 w 2647873"/>
                  <a:gd name="connsiteY16" fmla="*/ 872377 h 206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47873" h="2069636">
                    <a:moveTo>
                      <a:pt x="29556" y="872377"/>
                    </a:moveTo>
                    <a:cubicBezTo>
                      <a:pt x="50892" y="747409"/>
                      <a:pt x="75007" y="679042"/>
                      <a:pt x="166088" y="542534"/>
                    </a:cubicBezTo>
                    <a:cubicBezTo>
                      <a:pt x="257169" y="406026"/>
                      <a:pt x="553515" y="178548"/>
                      <a:pt x="765273" y="111750"/>
                    </a:cubicBezTo>
                    <a:cubicBezTo>
                      <a:pt x="983381" y="38602"/>
                      <a:pt x="1298756" y="-41304"/>
                      <a:pt x="1397012" y="24397"/>
                    </a:cubicBezTo>
                    <a:cubicBezTo>
                      <a:pt x="1495268" y="90098"/>
                      <a:pt x="1316122" y="349497"/>
                      <a:pt x="1354808" y="505957"/>
                    </a:cubicBezTo>
                    <a:cubicBezTo>
                      <a:pt x="1393494" y="662417"/>
                      <a:pt x="1473680" y="938773"/>
                      <a:pt x="1720568" y="1182613"/>
                    </a:cubicBezTo>
                    <a:cubicBezTo>
                      <a:pt x="2022320" y="1316725"/>
                      <a:pt x="2023851" y="1262513"/>
                      <a:pt x="2214344" y="1274053"/>
                    </a:cubicBezTo>
                    <a:cubicBezTo>
                      <a:pt x="2404837" y="1285593"/>
                      <a:pt x="2683696" y="1376821"/>
                      <a:pt x="2644072" y="1471309"/>
                    </a:cubicBezTo>
                    <a:cubicBezTo>
                      <a:pt x="2604448" y="1565797"/>
                      <a:pt x="2386548" y="1745842"/>
                      <a:pt x="2226535" y="1837934"/>
                    </a:cubicBezTo>
                    <a:cubicBezTo>
                      <a:pt x="2066522" y="1930026"/>
                      <a:pt x="1841550" y="2021106"/>
                      <a:pt x="1738856" y="2042150"/>
                    </a:cubicBezTo>
                    <a:cubicBezTo>
                      <a:pt x="1636162" y="2063194"/>
                      <a:pt x="1481340" y="2058685"/>
                      <a:pt x="1419872" y="2063257"/>
                    </a:cubicBezTo>
                    <a:cubicBezTo>
                      <a:pt x="1358404" y="2067829"/>
                      <a:pt x="1381576" y="2070014"/>
                      <a:pt x="1370048" y="2069583"/>
                    </a:cubicBezTo>
                    <a:lnTo>
                      <a:pt x="1048484" y="2040626"/>
                    </a:lnTo>
                    <a:cubicBezTo>
                      <a:pt x="886002" y="1995198"/>
                      <a:pt x="574520" y="1901942"/>
                      <a:pt x="422120" y="1767830"/>
                    </a:cubicBezTo>
                    <a:cubicBezTo>
                      <a:pt x="283944" y="1682486"/>
                      <a:pt x="268196" y="1638290"/>
                      <a:pt x="204188" y="1559042"/>
                    </a:cubicBezTo>
                    <a:cubicBezTo>
                      <a:pt x="140180" y="1479794"/>
                      <a:pt x="69717" y="1401706"/>
                      <a:pt x="38072" y="1292342"/>
                    </a:cubicBezTo>
                    <a:cubicBezTo>
                      <a:pt x="-28625" y="1169770"/>
                      <a:pt x="8220" y="997345"/>
                      <a:pt x="29556" y="87237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C000"/>
                  </a:gs>
                  <a:gs pos="35000">
                    <a:srgbClr val="FFFF3F"/>
                  </a:gs>
                  <a:gs pos="89000">
                    <a:srgbClr val="FFFFC7"/>
                  </a:gs>
                  <a:gs pos="89000">
                    <a:srgbClr val="FFFF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0" name="Ellipse 27"/>
              <p:cNvSpPr/>
              <p:nvPr/>
            </p:nvSpPr>
            <p:spPr>
              <a:xfrm>
                <a:off x="6853272" y="4819028"/>
                <a:ext cx="1378329" cy="907646"/>
              </a:xfrm>
              <a:custGeom>
                <a:avLst/>
                <a:gdLst>
                  <a:gd name="connsiteX0" fmla="*/ 0 w 1107478"/>
                  <a:gd name="connsiteY0" fmla="*/ 432050 h 864100"/>
                  <a:gd name="connsiteX1" fmla="*/ 553739 w 1107478"/>
                  <a:gd name="connsiteY1" fmla="*/ 0 h 864100"/>
                  <a:gd name="connsiteX2" fmla="*/ 1107478 w 1107478"/>
                  <a:gd name="connsiteY2" fmla="*/ 432050 h 864100"/>
                  <a:gd name="connsiteX3" fmla="*/ 553739 w 1107478"/>
                  <a:gd name="connsiteY3" fmla="*/ 864100 h 864100"/>
                  <a:gd name="connsiteX4" fmla="*/ 0 w 1107478"/>
                  <a:gd name="connsiteY4" fmla="*/ 432050 h 864100"/>
                  <a:gd name="connsiteX0" fmla="*/ 0 w 1374851"/>
                  <a:gd name="connsiteY0" fmla="*/ 475492 h 907542"/>
                  <a:gd name="connsiteX1" fmla="*/ 553739 w 1374851"/>
                  <a:gd name="connsiteY1" fmla="*/ 43442 h 907542"/>
                  <a:gd name="connsiteX2" fmla="*/ 1355379 w 1374851"/>
                  <a:gd name="connsiteY2" fmla="*/ 63868 h 907542"/>
                  <a:gd name="connsiteX3" fmla="*/ 1107478 w 1374851"/>
                  <a:gd name="connsiteY3" fmla="*/ 475492 h 907542"/>
                  <a:gd name="connsiteX4" fmla="*/ 553739 w 1374851"/>
                  <a:gd name="connsiteY4" fmla="*/ 907542 h 907542"/>
                  <a:gd name="connsiteX5" fmla="*/ 0 w 1374851"/>
                  <a:gd name="connsiteY5" fmla="*/ 475492 h 907542"/>
                  <a:gd name="connsiteX0" fmla="*/ 0 w 1378329"/>
                  <a:gd name="connsiteY0" fmla="*/ 475492 h 907646"/>
                  <a:gd name="connsiteX1" fmla="*/ 553739 w 1378329"/>
                  <a:gd name="connsiteY1" fmla="*/ 43442 h 907646"/>
                  <a:gd name="connsiteX2" fmla="*/ 1355379 w 1378329"/>
                  <a:gd name="connsiteY2" fmla="*/ 63868 h 907646"/>
                  <a:gd name="connsiteX3" fmla="*/ 1158278 w 1378329"/>
                  <a:gd name="connsiteY3" fmla="*/ 513592 h 907646"/>
                  <a:gd name="connsiteX4" fmla="*/ 553739 w 1378329"/>
                  <a:gd name="connsiteY4" fmla="*/ 907542 h 907646"/>
                  <a:gd name="connsiteX5" fmla="*/ 0 w 1378329"/>
                  <a:gd name="connsiteY5" fmla="*/ 475492 h 90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8329" h="907646">
                    <a:moveTo>
                      <a:pt x="0" y="475492"/>
                    </a:moveTo>
                    <a:cubicBezTo>
                      <a:pt x="0" y="236877"/>
                      <a:pt x="327843" y="112046"/>
                      <a:pt x="553739" y="43442"/>
                    </a:cubicBezTo>
                    <a:cubicBezTo>
                      <a:pt x="779635" y="-25162"/>
                      <a:pt x="1263089" y="-8140"/>
                      <a:pt x="1355379" y="63868"/>
                    </a:cubicBezTo>
                    <a:cubicBezTo>
                      <a:pt x="1447669" y="135876"/>
                      <a:pt x="1237021" y="397364"/>
                      <a:pt x="1158278" y="513592"/>
                    </a:cubicBezTo>
                    <a:cubicBezTo>
                      <a:pt x="1079535" y="629820"/>
                      <a:pt x="746785" y="913892"/>
                      <a:pt x="553739" y="907542"/>
                    </a:cubicBezTo>
                    <a:cubicBezTo>
                      <a:pt x="360693" y="901192"/>
                      <a:pt x="0" y="714107"/>
                      <a:pt x="0" y="4754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00">
                      <a:alpha val="50000"/>
                    </a:srgbClr>
                  </a:gs>
                  <a:gs pos="31000">
                    <a:srgbClr val="F64F2E">
                      <a:alpha val="50000"/>
                    </a:srgbClr>
                  </a:gs>
                  <a:gs pos="98000">
                    <a:srgbClr val="FFFF00">
                      <a:tint val="23500"/>
                      <a:satMod val="160000"/>
                      <a:alpha val="5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36" name="Ellipse 135"/>
            <p:cNvSpPr/>
            <p:nvPr/>
          </p:nvSpPr>
          <p:spPr>
            <a:xfrm>
              <a:off x="8511507" y="4581128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7" name="ZoneTexte 136"/>
            <p:cNvSpPr txBox="1"/>
            <p:nvPr/>
          </p:nvSpPr>
          <p:spPr>
            <a:xfrm>
              <a:off x="8601507" y="4364240"/>
              <a:ext cx="579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fr-FR" sz="1000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fr-FR" dirty="0" smtClean="0">
                  <a:latin typeface="Times New Roman" pitchFamily="18" charset="0"/>
                  <a:cs typeface="Times New Roman" pitchFamily="18" charset="0"/>
                </a:rPr>
                <a:t>Cr</a:t>
              </a:r>
              <a:r>
                <a:rPr lang="fr-FR" baseline="30000" dirty="0" smtClean="0">
                  <a:latin typeface="Times New Roman" pitchFamily="18" charset="0"/>
                  <a:cs typeface="Times New Roman" pitchFamily="18" charset="0"/>
                </a:rPr>
                <a:t>3+</a:t>
              </a:r>
              <a:endParaRPr lang="fr-FR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1" name="Groupe 140"/>
          <p:cNvGrpSpPr/>
          <p:nvPr/>
        </p:nvGrpSpPr>
        <p:grpSpPr>
          <a:xfrm>
            <a:off x="4263308" y="4365104"/>
            <a:ext cx="3498250" cy="2088232"/>
            <a:chOff x="1670747" y="4365104"/>
            <a:chExt cx="3498250" cy="2088232"/>
          </a:xfrm>
        </p:grpSpPr>
        <p:grpSp>
          <p:nvGrpSpPr>
            <p:cNvPr id="142" name="Groupe 141"/>
            <p:cNvGrpSpPr/>
            <p:nvPr/>
          </p:nvGrpSpPr>
          <p:grpSpPr>
            <a:xfrm>
              <a:off x="1670747" y="4365104"/>
              <a:ext cx="2791919" cy="2088232"/>
              <a:chOff x="539552" y="4365104"/>
              <a:chExt cx="2791919" cy="2088232"/>
            </a:xfrm>
          </p:grpSpPr>
          <p:sp>
            <p:nvSpPr>
              <p:cNvPr id="146" name="Ellipse 145"/>
              <p:cNvSpPr/>
              <p:nvPr/>
            </p:nvSpPr>
            <p:spPr>
              <a:xfrm>
                <a:off x="539552" y="4365104"/>
                <a:ext cx="2791918" cy="208823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7" name="Ellipse 146"/>
              <p:cNvSpPr/>
              <p:nvPr/>
            </p:nvSpPr>
            <p:spPr>
              <a:xfrm>
                <a:off x="581319" y="4401336"/>
                <a:ext cx="2750152" cy="2016000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/>
                  </a:gs>
                  <a:gs pos="35000">
                    <a:srgbClr val="FFFF3F"/>
                  </a:gs>
                  <a:gs pos="89000">
                    <a:srgbClr val="FFFFC7"/>
                  </a:gs>
                  <a:gs pos="89000">
                    <a:srgbClr val="FFFF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3" name="Ellipse 142"/>
            <p:cNvSpPr/>
            <p:nvPr/>
          </p:nvSpPr>
          <p:spPr>
            <a:xfrm>
              <a:off x="2512967" y="4977170"/>
              <a:ext cx="1107478" cy="864100"/>
            </a:xfrm>
            <a:prstGeom prst="ellipse">
              <a:avLst/>
            </a:prstGeom>
            <a:gradFill>
              <a:gsLst>
                <a:gs pos="0">
                  <a:srgbClr val="FF0000">
                    <a:alpha val="50000"/>
                  </a:srgbClr>
                </a:gs>
                <a:gs pos="31000">
                  <a:srgbClr val="F64F2E">
                    <a:alpha val="50000"/>
                  </a:srgbClr>
                </a:gs>
                <a:gs pos="98000">
                  <a:srgbClr val="FFFF00">
                    <a:tint val="23500"/>
                    <a:satMod val="160000"/>
                    <a:alpha val="5000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4" name="Ellipse 143"/>
            <p:cNvSpPr/>
            <p:nvPr/>
          </p:nvSpPr>
          <p:spPr>
            <a:xfrm>
              <a:off x="4499992" y="458199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5" name="ZoneTexte 144"/>
            <p:cNvSpPr txBox="1"/>
            <p:nvPr/>
          </p:nvSpPr>
          <p:spPr>
            <a:xfrm>
              <a:off x="4589992" y="4509120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 sz="1000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fr-FR" dirty="0" smtClean="0">
                  <a:latin typeface="Times New Roman" pitchFamily="18" charset="0"/>
                  <a:cs typeface="Times New Roman" pitchFamily="18" charset="0"/>
                </a:rPr>
                <a:t>Cr</a:t>
              </a:r>
              <a:r>
                <a:rPr lang="fr-FR" baseline="30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fr-FR" baseline="300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fr-FR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8" name="ZoneTexte 147"/>
          <p:cNvSpPr txBox="1"/>
          <p:nvPr/>
        </p:nvSpPr>
        <p:spPr>
          <a:xfrm>
            <a:off x="2988097" y="44624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ZoneTexte 148"/>
          <p:cNvSpPr txBox="1"/>
          <p:nvPr/>
        </p:nvSpPr>
        <p:spPr>
          <a:xfrm>
            <a:off x="215443" y="410901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0" name="ZoneTexte 149"/>
          <p:cNvSpPr txBox="1"/>
          <p:nvPr/>
        </p:nvSpPr>
        <p:spPr>
          <a:xfrm>
            <a:off x="4212233" y="410901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1" name="ZoneTexte 150"/>
          <p:cNvSpPr txBox="1"/>
          <p:nvPr/>
        </p:nvSpPr>
        <p:spPr>
          <a:xfrm>
            <a:off x="8280339" y="410901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9007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34</Words>
  <Application>Microsoft Office PowerPoint</Application>
  <PresentationFormat>Personnalisé</PresentationFormat>
  <Paragraphs>18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23</cp:revision>
  <dcterms:created xsi:type="dcterms:W3CDTF">2017-03-28T04:28:27Z</dcterms:created>
  <dcterms:modified xsi:type="dcterms:W3CDTF">2017-11-06T16:27:19Z</dcterms:modified>
</cp:coreProperties>
</file>