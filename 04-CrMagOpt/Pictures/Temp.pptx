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80513" cy="7021513"/>
  <p:notesSz cx="6858000" cy="9144000"/>
  <p:defaultTextStyle>
    <a:defPPr>
      <a:defRPr lang="fr-FR"/>
    </a:defPPr>
    <a:lvl1pPr marL="0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8798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97596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46394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95192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43989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92787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441585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90383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-1104" y="-78"/>
      </p:cViewPr>
      <p:guideLst>
        <p:guide orient="horz" pos="2212"/>
        <p:guide pos="28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8544" y="2181224"/>
            <a:ext cx="7803437" cy="150507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7081" y="3978858"/>
            <a:ext cx="6426359" cy="179438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87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975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463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951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439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927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41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903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767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7686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5201" y="4511973"/>
            <a:ext cx="7803437" cy="1394550"/>
          </a:xfrm>
        </p:spPr>
        <p:txBody>
          <a:bodyPr anchor="t"/>
          <a:lstStyle>
            <a:lvl1pPr algn="l">
              <a:defRPr sz="31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5201" y="2976020"/>
            <a:ext cx="7803437" cy="1535956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879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9759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46394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95192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43989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92787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41585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9038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8352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9027" y="1638357"/>
            <a:ext cx="4054727" cy="4633874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66763" y="1638357"/>
            <a:ext cx="4054727" cy="4633874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1300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9029" y="1571717"/>
            <a:ext cx="4056321" cy="65501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8798" indent="0">
              <a:buNone/>
              <a:defRPr sz="1500" b="1"/>
            </a:lvl2pPr>
            <a:lvl3pPr marL="697596" indent="0">
              <a:buNone/>
              <a:defRPr sz="1400" b="1"/>
            </a:lvl3pPr>
            <a:lvl4pPr marL="1046394" indent="0">
              <a:buNone/>
              <a:defRPr sz="1200" b="1"/>
            </a:lvl4pPr>
            <a:lvl5pPr marL="1395192" indent="0">
              <a:buNone/>
              <a:defRPr sz="1200" b="1"/>
            </a:lvl5pPr>
            <a:lvl6pPr marL="1743989" indent="0">
              <a:buNone/>
              <a:defRPr sz="1200" b="1"/>
            </a:lvl6pPr>
            <a:lvl7pPr marL="2092787" indent="0">
              <a:buNone/>
              <a:defRPr sz="1200" b="1"/>
            </a:lvl7pPr>
            <a:lvl8pPr marL="2441585" indent="0">
              <a:buNone/>
              <a:defRPr sz="1200" b="1"/>
            </a:lvl8pPr>
            <a:lvl9pPr marL="2790383" indent="0">
              <a:buNone/>
              <a:defRPr sz="12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9029" y="2226731"/>
            <a:ext cx="4056321" cy="4045497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63576" y="1571717"/>
            <a:ext cx="4057915" cy="65501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8798" indent="0">
              <a:buNone/>
              <a:defRPr sz="1500" b="1"/>
            </a:lvl2pPr>
            <a:lvl3pPr marL="697596" indent="0">
              <a:buNone/>
              <a:defRPr sz="1400" b="1"/>
            </a:lvl3pPr>
            <a:lvl4pPr marL="1046394" indent="0">
              <a:buNone/>
              <a:defRPr sz="1200" b="1"/>
            </a:lvl4pPr>
            <a:lvl5pPr marL="1395192" indent="0">
              <a:buNone/>
              <a:defRPr sz="1200" b="1"/>
            </a:lvl5pPr>
            <a:lvl6pPr marL="1743989" indent="0">
              <a:buNone/>
              <a:defRPr sz="1200" b="1"/>
            </a:lvl6pPr>
            <a:lvl7pPr marL="2092787" indent="0">
              <a:buNone/>
              <a:defRPr sz="1200" b="1"/>
            </a:lvl7pPr>
            <a:lvl8pPr marL="2441585" indent="0">
              <a:buNone/>
              <a:defRPr sz="1200" b="1"/>
            </a:lvl8pPr>
            <a:lvl9pPr marL="2790383" indent="0">
              <a:buNone/>
              <a:defRPr sz="12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63576" y="2226731"/>
            <a:ext cx="4057915" cy="4045497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0956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5805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7322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9028" y="279561"/>
            <a:ext cx="3020324" cy="1189756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89326" y="279564"/>
            <a:ext cx="5132162" cy="59926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9028" y="1469318"/>
            <a:ext cx="3020324" cy="4802911"/>
          </a:xfrm>
        </p:spPr>
        <p:txBody>
          <a:bodyPr/>
          <a:lstStyle>
            <a:lvl1pPr marL="0" indent="0">
              <a:buNone/>
              <a:defRPr sz="1100"/>
            </a:lvl1pPr>
            <a:lvl2pPr marL="348798" indent="0">
              <a:buNone/>
              <a:defRPr sz="900"/>
            </a:lvl2pPr>
            <a:lvl3pPr marL="697596" indent="0">
              <a:buNone/>
              <a:defRPr sz="800"/>
            </a:lvl3pPr>
            <a:lvl4pPr marL="1046394" indent="0">
              <a:buNone/>
              <a:defRPr sz="700"/>
            </a:lvl4pPr>
            <a:lvl5pPr marL="1395192" indent="0">
              <a:buNone/>
              <a:defRPr sz="700"/>
            </a:lvl5pPr>
            <a:lvl6pPr marL="1743989" indent="0">
              <a:buNone/>
              <a:defRPr sz="700"/>
            </a:lvl6pPr>
            <a:lvl7pPr marL="2092787" indent="0">
              <a:buNone/>
              <a:defRPr sz="700"/>
            </a:lvl7pPr>
            <a:lvl8pPr marL="2441585" indent="0">
              <a:buNone/>
              <a:defRPr sz="700"/>
            </a:lvl8pPr>
            <a:lvl9pPr marL="2790383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276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9445" y="4915059"/>
            <a:ext cx="5508308" cy="58025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9445" y="627385"/>
            <a:ext cx="5508308" cy="4212908"/>
          </a:xfrm>
        </p:spPr>
        <p:txBody>
          <a:bodyPr/>
          <a:lstStyle>
            <a:lvl1pPr marL="0" indent="0">
              <a:buNone/>
              <a:defRPr sz="2400"/>
            </a:lvl1pPr>
            <a:lvl2pPr marL="348798" indent="0">
              <a:buNone/>
              <a:defRPr sz="2100"/>
            </a:lvl2pPr>
            <a:lvl3pPr marL="697596" indent="0">
              <a:buNone/>
              <a:defRPr sz="1800"/>
            </a:lvl3pPr>
            <a:lvl4pPr marL="1046394" indent="0">
              <a:buNone/>
              <a:defRPr sz="1500"/>
            </a:lvl4pPr>
            <a:lvl5pPr marL="1395192" indent="0">
              <a:buNone/>
              <a:defRPr sz="1500"/>
            </a:lvl5pPr>
            <a:lvl6pPr marL="1743989" indent="0">
              <a:buNone/>
              <a:defRPr sz="1500"/>
            </a:lvl6pPr>
            <a:lvl7pPr marL="2092787" indent="0">
              <a:buNone/>
              <a:defRPr sz="1500"/>
            </a:lvl7pPr>
            <a:lvl8pPr marL="2441585" indent="0">
              <a:buNone/>
              <a:defRPr sz="1500"/>
            </a:lvl8pPr>
            <a:lvl9pPr marL="2790383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9445" y="5495314"/>
            <a:ext cx="5508308" cy="824052"/>
          </a:xfrm>
        </p:spPr>
        <p:txBody>
          <a:bodyPr/>
          <a:lstStyle>
            <a:lvl1pPr marL="0" indent="0">
              <a:buNone/>
              <a:defRPr sz="1100"/>
            </a:lvl1pPr>
            <a:lvl2pPr marL="348798" indent="0">
              <a:buNone/>
              <a:defRPr sz="900"/>
            </a:lvl2pPr>
            <a:lvl3pPr marL="697596" indent="0">
              <a:buNone/>
              <a:defRPr sz="800"/>
            </a:lvl3pPr>
            <a:lvl4pPr marL="1046394" indent="0">
              <a:buNone/>
              <a:defRPr sz="700"/>
            </a:lvl4pPr>
            <a:lvl5pPr marL="1395192" indent="0">
              <a:buNone/>
              <a:defRPr sz="700"/>
            </a:lvl5pPr>
            <a:lvl6pPr marL="1743989" indent="0">
              <a:buNone/>
              <a:defRPr sz="700"/>
            </a:lvl6pPr>
            <a:lvl7pPr marL="2092787" indent="0">
              <a:buNone/>
              <a:defRPr sz="700"/>
            </a:lvl7pPr>
            <a:lvl8pPr marL="2441585" indent="0">
              <a:buNone/>
              <a:defRPr sz="700"/>
            </a:lvl8pPr>
            <a:lvl9pPr marL="2790383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6553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5067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55874" y="281190"/>
            <a:ext cx="2065617" cy="599104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9028" y="281190"/>
            <a:ext cx="6043838" cy="599104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9319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9027" y="281191"/>
            <a:ext cx="8262462" cy="1170254"/>
          </a:xfrm>
          <a:prstGeom prst="rect">
            <a:avLst/>
          </a:prstGeom>
        </p:spPr>
        <p:txBody>
          <a:bodyPr vert="horz" lIns="69760" tIns="34880" rIns="69760" bIns="3488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9027" y="1638357"/>
            <a:ext cx="8262462" cy="4633874"/>
          </a:xfrm>
          <a:prstGeom prst="rect">
            <a:avLst/>
          </a:prstGeom>
        </p:spPr>
        <p:txBody>
          <a:bodyPr vert="horz" lIns="69760" tIns="34880" rIns="69760" bIns="3488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9027" y="6507903"/>
            <a:ext cx="2142120" cy="373831"/>
          </a:xfrm>
          <a:prstGeom prst="rect">
            <a:avLst/>
          </a:prstGeom>
        </p:spPr>
        <p:txBody>
          <a:bodyPr vert="horz" lIns="69760" tIns="34880" rIns="69760" bIns="3488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9A4EB-D32E-4313-A1B8-0D1FB85A52B7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36678" y="6507903"/>
            <a:ext cx="2907162" cy="373831"/>
          </a:xfrm>
          <a:prstGeom prst="rect">
            <a:avLst/>
          </a:prstGeom>
        </p:spPr>
        <p:txBody>
          <a:bodyPr vert="horz" lIns="69760" tIns="34880" rIns="69760" bIns="3488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79369" y="6507903"/>
            <a:ext cx="2142120" cy="373831"/>
          </a:xfrm>
          <a:prstGeom prst="rect">
            <a:avLst/>
          </a:prstGeom>
        </p:spPr>
        <p:txBody>
          <a:bodyPr vert="horz" lIns="69760" tIns="34880" rIns="69760" bIns="3488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1433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97596" rtl="0" eaLnBrk="1" latinLnBrk="0" hangingPunct="1"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598" indent="-261598" algn="l" defTabSz="697596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66797" indent="-217999" algn="l" defTabSz="697596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71995" indent="-174399" algn="l" defTabSz="69759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20793" indent="-174399" algn="l" defTabSz="697596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69590" indent="-174399" algn="l" defTabSz="697596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18388" indent="-174399" algn="l" defTabSz="69759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67186" indent="-174399" algn="l" defTabSz="69759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15984" indent="-174399" algn="l" defTabSz="69759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64782" indent="-174399" algn="l" defTabSz="69759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8798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97596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46394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95192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43989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92787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41585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90383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3792" y="-143966"/>
            <a:ext cx="5006642" cy="72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" name="ZoneTexte 22"/>
          <p:cNvSpPr txBox="1"/>
          <p:nvPr/>
        </p:nvSpPr>
        <p:spPr>
          <a:xfrm>
            <a:off x="-9722" y="-101525"/>
            <a:ext cx="423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1" name="Picture 7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58" r="5764"/>
          <a:stretch/>
        </p:blipFill>
        <p:spPr bwMode="auto">
          <a:xfrm>
            <a:off x="4525200" y="-144000"/>
            <a:ext cx="4570684" cy="726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ZoneTexte 23"/>
          <p:cNvSpPr txBox="1"/>
          <p:nvPr/>
        </p:nvSpPr>
        <p:spPr>
          <a:xfrm>
            <a:off x="4598790" y="-89644"/>
            <a:ext cx="4411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607814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4</Words>
  <Application>Microsoft Office PowerPoint</Application>
  <PresentationFormat>Personnalisé</PresentationFormat>
  <Paragraphs>2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Alban Lafuente</cp:lastModifiedBy>
  <cp:revision>4</cp:revision>
  <dcterms:created xsi:type="dcterms:W3CDTF">2017-03-22T14:58:21Z</dcterms:created>
  <dcterms:modified xsi:type="dcterms:W3CDTF">2017-06-26T17:30:41Z</dcterms:modified>
</cp:coreProperties>
</file>