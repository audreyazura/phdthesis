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290050" cy="7021513"/>
  <p:notesSz cx="6858000" cy="9144000"/>
  <p:defaultTextStyle>
    <a:defPPr>
      <a:defRPr lang="fr-FR"/>
    </a:defPPr>
    <a:lvl1pPr marL="0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8798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97596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46394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95192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43989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92787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41585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90383" algn="l" defTabSz="69759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374" y="-312"/>
      </p:cViewPr>
      <p:guideLst>
        <p:guide orient="horz" pos="2212"/>
        <p:guide pos="29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583F6F-F7F0-4D75-9E4D-E9BA3E1902CE}" type="datetimeFigureOut">
              <a:rPr lang="fr-FR" smtClean="0"/>
              <a:t>18/07/2017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85800"/>
            <a:ext cx="4533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FC0A7-280A-49A1-8C66-8E62F92236C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268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162050" y="685800"/>
            <a:ext cx="45339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0FC0A7-280A-49A1-8C66-8E62F92236C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155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96761" y="2181226"/>
            <a:ext cx="7896543" cy="150507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93513" y="3978858"/>
            <a:ext cx="6503034" cy="179438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87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97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463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951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439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927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41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90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18/07/2017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67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18/07/2017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7686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3854" y="4511973"/>
            <a:ext cx="7896543" cy="1394550"/>
          </a:xfrm>
        </p:spPr>
        <p:txBody>
          <a:bodyPr anchor="t"/>
          <a:lstStyle>
            <a:lvl1pPr algn="l">
              <a:defRPr sz="31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33854" y="2976020"/>
            <a:ext cx="7896543" cy="1535956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879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9759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46394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9519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43989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9278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4158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9038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18/07/2017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8352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64505" y="1638357"/>
            <a:ext cx="4103106" cy="463387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22444" y="1638357"/>
            <a:ext cx="4103106" cy="4633874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18/07/2017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130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64507" y="1571719"/>
            <a:ext cx="4104718" cy="65501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8798" indent="0">
              <a:buNone/>
              <a:defRPr sz="1500" b="1"/>
            </a:lvl2pPr>
            <a:lvl3pPr marL="697596" indent="0">
              <a:buNone/>
              <a:defRPr sz="1400" b="1"/>
            </a:lvl3pPr>
            <a:lvl4pPr marL="1046394" indent="0">
              <a:buNone/>
              <a:defRPr sz="1200" b="1"/>
            </a:lvl4pPr>
            <a:lvl5pPr marL="1395192" indent="0">
              <a:buNone/>
              <a:defRPr sz="1200" b="1"/>
            </a:lvl5pPr>
            <a:lvl6pPr marL="1743989" indent="0">
              <a:buNone/>
              <a:defRPr sz="1200" b="1"/>
            </a:lvl6pPr>
            <a:lvl7pPr marL="2092787" indent="0">
              <a:buNone/>
              <a:defRPr sz="1200" b="1"/>
            </a:lvl7pPr>
            <a:lvl8pPr marL="2441585" indent="0">
              <a:buNone/>
              <a:defRPr sz="1200" b="1"/>
            </a:lvl8pPr>
            <a:lvl9pPr marL="2790383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507" y="2226733"/>
            <a:ext cx="4104718" cy="404549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719220" y="1571719"/>
            <a:ext cx="4106332" cy="65501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8798" indent="0">
              <a:buNone/>
              <a:defRPr sz="1500" b="1"/>
            </a:lvl2pPr>
            <a:lvl3pPr marL="697596" indent="0">
              <a:buNone/>
              <a:defRPr sz="1400" b="1"/>
            </a:lvl3pPr>
            <a:lvl4pPr marL="1046394" indent="0">
              <a:buNone/>
              <a:defRPr sz="1200" b="1"/>
            </a:lvl4pPr>
            <a:lvl5pPr marL="1395192" indent="0">
              <a:buNone/>
              <a:defRPr sz="1200" b="1"/>
            </a:lvl5pPr>
            <a:lvl6pPr marL="1743989" indent="0">
              <a:buNone/>
              <a:defRPr sz="1200" b="1"/>
            </a:lvl6pPr>
            <a:lvl7pPr marL="2092787" indent="0">
              <a:buNone/>
              <a:defRPr sz="1200" b="1"/>
            </a:lvl7pPr>
            <a:lvl8pPr marL="2441585" indent="0">
              <a:buNone/>
              <a:defRPr sz="1200" b="1"/>
            </a:lvl8pPr>
            <a:lvl9pPr marL="2790383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719220" y="2226733"/>
            <a:ext cx="4106332" cy="4045497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18/07/2017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0956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18/07/2017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80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18/07/2017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732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4505" y="279561"/>
            <a:ext cx="3056361" cy="1189756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632153" y="279566"/>
            <a:ext cx="5193396" cy="59926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64505" y="1469320"/>
            <a:ext cx="3056361" cy="4802911"/>
          </a:xfrm>
        </p:spPr>
        <p:txBody>
          <a:bodyPr/>
          <a:lstStyle>
            <a:lvl1pPr marL="0" indent="0">
              <a:buNone/>
              <a:defRPr sz="1100"/>
            </a:lvl1pPr>
            <a:lvl2pPr marL="348798" indent="0">
              <a:buNone/>
              <a:defRPr sz="900"/>
            </a:lvl2pPr>
            <a:lvl3pPr marL="697596" indent="0">
              <a:buNone/>
              <a:defRPr sz="800"/>
            </a:lvl3pPr>
            <a:lvl4pPr marL="1046394" indent="0">
              <a:buNone/>
              <a:defRPr sz="700"/>
            </a:lvl4pPr>
            <a:lvl5pPr marL="1395192" indent="0">
              <a:buNone/>
              <a:defRPr sz="700"/>
            </a:lvl5pPr>
            <a:lvl6pPr marL="1743989" indent="0">
              <a:buNone/>
              <a:defRPr sz="700"/>
            </a:lvl6pPr>
            <a:lvl7pPr marL="2092787" indent="0">
              <a:buNone/>
              <a:defRPr sz="700"/>
            </a:lvl7pPr>
            <a:lvl8pPr marL="2441585" indent="0">
              <a:buNone/>
              <a:defRPr sz="700"/>
            </a:lvl8pPr>
            <a:lvl9pPr marL="2790383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18/07/2017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0276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0915" y="4915059"/>
            <a:ext cx="5574030" cy="5802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0915" y="627385"/>
            <a:ext cx="5574030" cy="4212908"/>
          </a:xfrm>
        </p:spPr>
        <p:txBody>
          <a:bodyPr/>
          <a:lstStyle>
            <a:lvl1pPr marL="0" indent="0">
              <a:buNone/>
              <a:defRPr sz="2400"/>
            </a:lvl1pPr>
            <a:lvl2pPr marL="348798" indent="0">
              <a:buNone/>
              <a:defRPr sz="2100"/>
            </a:lvl2pPr>
            <a:lvl3pPr marL="697596" indent="0">
              <a:buNone/>
              <a:defRPr sz="1800"/>
            </a:lvl3pPr>
            <a:lvl4pPr marL="1046394" indent="0">
              <a:buNone/>
              <a:defRPr sz="1500"/>
            </a:lvl4pPr>
            <a:lvl5pPr marL="1395192" indent="0">
              <a:buNone/>
              <a:defRPr sz="1500"/>
            </a:lvl5pPr>
            <a:lvl6pPr marL="1743989" indent="0">
              <a:buNone/>
              <a:defRPr sz="1500"/>
            </a:lvl6pPr>
            <a:lvl7pPr marL="2092787" indent="0">
              <a:buNone/>
              <a:defRPr sz="1500"/>
            </a:lvl7pPr>
            <a:lvl8pPr marL="2441585" indent="0">
              <a:buNone/>
              <a:defRPr sz="1500"/>
            </a:lvl8pPr>
            <a:lvl9pPr marL="2790383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0915" y="5495314"/>
            <a:ext cx="5574030" cy="824052"/>
          </a:xfrm>
        </p:spPr>
        <p:txBody>
          <a:bodyPr/>
          <a:lstStyle>
            <a:lvl1pPr marL="0" indent="0">
              <a:buNone/>
              <a:defRPr sz="1100"/>
            </a:lvl1pPr>
            <a:lvl2pPr marL="348798" indent="0">
              <a:buNone/>
              <a:defRPr sz="900"/>
            </a:lvl2pPr>
            <a:lvl3pPr marL="697596" indent="0">
              <a:buNone/>
              <a:defRPr sz="800"/>
            </a:lvl3pPr>
            <a:lvl4pPr marL="1046394" indent="0">
              <a:buNone/>
              <a:defRPr sz="700"/>
            </a:lvl4pPr>
            <a:lvl5pPr marL="1395192" indent="0">
              <a:buNone/>
              <a:defRPr sz="700"/>
            </a:lvl5pPr>
            <a:lvl6pPr marL="1743989" indent="0">
              <a:buNone/>
              <a:defRPr sz="700"/>
            </a:lvl6pPr>
            <a:lvl7pPr marL="2092787" indent="0">
              <a:buNone/>
              <a:defRPr sz="700"/>
            </a:lvl7pPr>
            <a:lvl8pPr marL="2441585" indent="0">
              <a:buNone/>
              <a:defRPr sz="700"/>
            </a:lvl8pPr>
            <a:lvl9pPr marL="2790383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18/07/2017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55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18/07/2017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06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35288" y="281190"/>
            <a:ext cx="2090263" cy="599104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64505" y="281190"/>
            <a:ext cx="6115950" cy="599104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A4EB-D32E-4313-A1B8-0D1FB85A52B7}" type="datetimeFigureOut">
              <a:rPr lang="fr-FR" smtClean="0"/>
              <a:t>18/07/2017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931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64504" y="281191"/>
            <a:ext cx="8361046" cy="1170254"/>
          </a:xfrm>
          <a:prstGeom prst="rect">
            <a:avLst/>
          </a:prstGeom>
        </p:spPr>
        <p:txBody>
          <a:bodyPr vert="horz" lIns="69760" tIns="34880" rIns="69760" bIns="3488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64504" y="1638357"/>
            <a:ext cx="8361046" cy="4633874"/>
          </a:xfrm>
          <a:prstGeom prst="rect">
            <a:avLst/>
          </a:prstGeom>
        </p:spPr>
        <p:txBody>
          <a:bodyPr vert="horz" lIns="69760" tIns="34880" rIns="69760" bIns="3488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64504" y="6507905"/>
            <a:ext cx="2167678" cy="373831"/>
          </a:xfrm>
          <a:prstGeom prst="rect">
            <a:avLst/>
          </a:prstGeom>
        </p:spPr>
        <p:txBody>
          <a:bodyPr vert="horz" lIns="69760" tIns="34880" rIns="69760" bIns="3488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9A4EB-D32E-4313-A1B8-0D1FB85A52B7}" type="datetimeFigureOut">
              <a:rPr lang="fr-FR" smtClean="0"/>
              <a:t>18/07/2017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74104" y="6507905"/>
            <a:ext cx="2941849" cy="373831"/>
          </a:xfrm>
          <a:prstGeom prst="rect">
            <a:avLst/>
          </a:prstGeom>
        </p:spPr>
        <p:txBody>
          <a:bodyPr vert="horz" lIns="69760" tIns="34880" rIns="69760" bIns="3488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657872" y="6507905"/>
            <a:ext cx="2167678" cy="373831"/>
          </a:xfrm>
          <a:prstGeom prst="rect">
            <a:avLst/>
          </a:prstGeom>
        </p:spPr>
        <p:txBody>
          <a:bodyPr vert="horz" lIns="69760" tIns="34880" rIns="69760" bIns="3488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3FA8B-EC30-42E2-8EFE-37468FD86E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143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97596" rtl="0" eaLnBrk="1" latinLnBrk="0" hangingPunct="1"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598" indent="-261598" algn="l" defTabSz="697596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66797" indent="-217999" algn="l" defTabSz="697596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71995" indent="-174399" algn="l" defTabSz="697596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20793" indent="-174399" algn="l" defTabSz="697596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9590" indent="-174399" algn="l" defTabSz="697596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18388" indent="-174399" algn="l" defTabSz="69759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67186" indent="-174399" algn="l" defTabSz="69759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15984" indent="-174399" algn="l" defTabSz="69759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64782" indent="-174399" algn="l" defTabSz="697596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8798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97596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46394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95192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43989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92787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41585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90383" algn="l" defTabSz="697596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800" y="-140400"/>
            <a:ext cx="4990289" cy="72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23"/>
          <a:stretch/>
        </p:blipFill>
        <p:spPr bwMode="auto">
          <a:xfrm>
            <a:off x="-143792" y="-143966"/>
            <a:ext cx="4660036" cy="72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ZoneTexte 12"/>
          <p:cNvSpPr txBox="1"/>
          <p:nvPr/>
        </p:nvSpPr>
        <p:spPr>
          <a:xfrm>
            <a:off x="-9722" y="-101525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4589692" y="-89644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0781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5</Words>
  <Application>Microsoft Office PowerPoint</Application>
  <PresentationFormat>Personnalisé</PresentationFormat>
  <Paragraphs>3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Alban Lafuente</cp:lastModifiedBy>
  <cp:revision>8</cp:revision>
  <dcterms:created xsi:type="dcterms:W3CDTF">2017-03-22T14:58:21Z</dcterms:created>
  <dcterms:modified xsi:type="dcterms:W3CDTF">2017-07-18T13:08:33Z</dcterms:modified>
</cp:coreProperties>
</file>