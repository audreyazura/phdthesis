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4222413" cy="9253538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726" y="-120"/>
      </p:cViewPr>
      <p:guideLst>
        <p:guide orient="horz" pos="2917"/>
        <p:guide pos="44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066685" y="2874602"/>
            <a:ext cx="12089051" cy="198351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33367" y="5243677"/>
            <a:ext cx="9955691" cy="23647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31/10/2017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0357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31/10/2017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922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23477" y="5946264"/>
            <a:ext cx="12089051" cy="183785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23477" y="3922052"/>
            <a:ext cx="12089051" cy="2024211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31/10/2017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77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711123" y="2159171"/>
            <a:ext cx="6281566" cy="61069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229730" y="2159171"/>
            <a:ext cx="6281566" cy="61069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31/10/2017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5069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11124" y="2071343"/>
            <a:ext cx="6284035" cy="8632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11124" y="2934583"/>
            <a:ext cx="6284035" cy="53314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7224801" y="2071343"/>
            <a:ext cx="6286505" cy="8632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7224801" y="2934583"/>
            <a:ext cx="6286505" cy="53314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31/10/2017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6356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31/10/2017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520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31/10/2017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261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1125" y="368436"/>
            <a:ext cx="4679076" cy="156796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560572" y="368434"/>
            <a:ext cx="7950723" cy="78976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11125" y="1936397"/>
            <a:ext cx="4679076" cy="632967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31/10/2017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0866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87704" y="6477485"/>
            <a:ext cx="8533449" cy="76470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787704" y="826826"/>
            <a:ext cx="8533449" cy="55521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787704" y="7242181"/>
            <a:ext cx="8533449" cy="108600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31/10/2017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2573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31/10/2017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7110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0311251" y="370579"/>
            <a:ext cx="3200044" cy="789549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711125" y="370579"/>
            <a:ext cx="9363088" cy="789549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31/10/2017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1113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11124" y="370575"/>
            <a:ext cx="12800170" cy="1542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11124" y="2159171"/>
            <a:ext cx="12800170" cy="6106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11124" y="8576661"/>
            <a:ext cx="3318563" cy="492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9894F-6662-4CC5-BBF7-E348DEE069B2}" type="datetimeFigureOut">
              <a:rPr lang="fr-FR" smtClean="0"/>
              <a:t>31/10/2017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859329" y="8576661"/>
            <a:ext cx="4503765" cy="492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192739" y="8576661"/>
            <a:ext cx="3318563" cy="492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2823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98" y="-15169"/>
            <a:ext cx="8839462" cy="57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6000" y="5169402"/>
            <a:ext cx="9360000" cy="4101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0" name="Groupe 109"/>
          <p:cNvGrpSpPr>
            <a:grpSpLocks noChangeAspect="1"/>
          </p:cNvGrpSpPr>
          <p:nvPr/>
        </p:nvGrpSpPr>
        <p:grpSpPr>
          <a:xfrm>
            <a:off x="8838561" y="200854"/>
            <a:ext cx="5588132" cy="8784000"/>
            <a:chOff x="3317185" y="361215"/>
            <a:chExt cx="3365951" cy="5290905"/>
          </a:xfrm>
        </p:grpSpPr>
        <p:sp>
          <p:nvSpPr>
            <p:cNvPr id="111" name="Line 2"/>
            <p:cNvSpPr>
              <a:spLocks noChangeShapeType="1"/>
            </p:cNvSpPr>
            <p:nvPr/>
          </p:nvSpPr>
          <p:spPr bwMode="auto">
            <a:xfrm>
              <a:off x="5885163" y="4354020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12" name="Line 4"/>
            <p:cNvSpPr>
              <a:spLocks noChangeShapeType="1"/>
            </p:cNvSpPr>
            <p:nvPr/>
          </p:nvSpPr>
          <p:spPr bwMode="auto">
            <a:xfrm>
              <a:off x="4841567" y="4354020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13" name="Rectangle 6"/>
            <p:cNvSpPr>
              <a:spLocks noChangeArrowheads="1"/>
            </p:cNvSpPr>
            <p:nvPr/>
          </p:nvSpPr>
          <p:spPr bwMode="auto">
            <a:xfrm>
              <a:off x="4219076" y="361215"/>
              <a:ext cx="432819" cy="274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5527" tIns="42764" rIns="85527" bIns="42764">
              <a:spAutoFit/>
            </a:bodyPr>
            <a:lstStyle/>
            <a:p>
              <a:pPr hangingPunct="1">
                <a:lnSpc>
                  <a:spcPct val="100000"/>
                </a:lnSpc>
                <a:tabLst>
                  <a:tab pos="426935" algn="l"/>
                </a:tabLst>
              </a:pPr>
              <a:r>
                <a:rPr lang="en-GB" sz="2400" dirty="0">
                  <a:solidFill>
                    <a:srgbClr val="000000"/>
                  </a:solidFill>
                  <a:latin typeface="Times New Roman" pitchFamily="16" charset="0"/>
                </a:rPr>
                <a:t>E</a:t>
              </a:r>
            </a:p>
          </p:txBody>
        </p:sp>
        <p:sp>
          <p:nvSpPr>
            <p:cNvPr id="114" name="Line 10"/>
            <p:cNvSpPr>
              <a:spLocks noChangeShapeType="1"/>
            </p:cNvSpPr>
            <p:nvPr/>
          </p:nvSpPr>
          <p:spPr bwMode="auto">
            <a:xfrm flipV="1">
              <a:off x="4212364" y="3504828"/>
              <a:ext cx="0" cy="2147292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15" name="Rectangle 11"/>
            <p:cNvSpPr>
              <a:spLocks noChangeArrowheads="1"/>
            </p:cNvSpPr>
            <p:nvPr/>
          </p:nvSpPr>
          <p:spPr bwMode="auto">
            <a:xfrm>
              <a:off x="5946949" y="2883828"/>
              <a:ext cx="734598" cy="274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spcBef>
                  <a:spcPts val="760"/>
                </a:spcBef>
                <a:tabLst>
                  <a:tab pos="426935" algn="l"/>
                  <a:tab pos="853868" algn="l"/>
                </a:tabLst>
              </a:pPr>
              <a:r>
                <a:rPr lang="en-GB" sz="2400" dirty="0">
                  <a:solidFill>
                    <a:srgbClr val="FF0000"/>
                  </a:solidFill>
                  <a:latin typeface="Symbol" charset="2"/>
                </a:rPr>
                <a:t>  s-</a:t>
              </a:r>
            </a:p>
          </p:txBody>
        </p:sp>
        <p:sp>
          <p:nvSpPr>
            <p:cNvPr id="116" name="AutoShape 12"/>
            <p:cNvSpPr>
              <a:spLocks/>
            </p:cNvSpPr>
            <p:nvPr/>
          </p:nvSpPr>
          <p:spPr bwMode="auto">
            <a:xfrm>
              <a:off x="6077083" y="3194793"/>
              <a:ext cx="484757" cy="125929"/>
            </a:xfrm>
            <a:custGeom>
              <a:avLst/>
              <a:gdLst>
                <a:gd name="G0" fmla="*/ 0 1604 1"/>
                <a:gd name="G1" fmla="*/ G0 1 62639"/>
                <a:gd name="G2" fmla="*/ 17013 454 1"/>
                <a:gd name="G3" fmla="*/ G2 1 27677"/>
                <a:gd name="G4" fmla="*/ 42863 1604 1"/>
                <a:gd name="G5" fmla="*/ G4 1 62639"/>
                <a:gd name="G6" fmla="*/ 11112 454 1"/>
                <a:gd name="G7" fmla="*/ G6 1 27677"/>
                <a:gd name="G8" fmla="*/ 48764 1604 1"/>
                <a:gd name="G9" fmla="*/ G8 1 62639"/>
                <a:gd name="G10" fmla="*/ 18152 454 1"/>
                <a:gd name="G11" fmla="*/ G10 1 27677"/>
                <a:gd name="G12" fmla="*/ 54666 1604 1"/>
                <a:gd name="G13" fmla="*/ G12 1 62639"/>
                <a:gd name="G14" fmla="*/ 20637 454 1"/>
                <a:gd name="G15" fmla="*/ G14 1 27677"/>
                <a:gd name="G16" fmla="*/ 60567 1604 1"/>
                <a:gd name="G17" fmla="*/ G16 1 62639"/>
                <a:gd name="G18" fmla="*/ 22915 454 1"/>
                <a:gd name="G19" fmla="*/ G18 1 27677"/>
                <a:gd name="G20" fmla="*/ 933 1604 1"/>
                <a:gd name="G21" fmla="*/ G20 1 62639"/>
                <a:gd name="G22" fmla="*/ 20637 454 1"/>
                <a:gd name="G23" fmla="*/ G22 1 27677"/>
                <a:gd name="G24" fmla="*/ 11597 1604 1"/>
                <a:gd name="G25" fmla="*/ G24 1 62639"/>
                <a:gd name="G26" fmla="*/ 27677 454 1"/>
                <a:gd name="G27" fmla="*/ G26 1 27677"/>
                <a:gd name="G28" fmla="*/ 17498 1604 1"/>
                <a:gd name="G29" fmla="*/ G28 1 62639"/>
                <a:gd name="G30" fmla="*/ 20637 454 1"/>
                <a:gd name="G31" fmla="*/ G30 1 27677"/>
                <a:gd name="G32" fmla="*/ 9112 1604 1"/>
                <a:gd name="G33" fmla="*/ G32 1 62639"/>
                <a:gd name="G34" fmla="*/ 21776 454 1"/>
                <a:gd name="G35" fmla="*/ G34 1 27677"/>
                <a:gd name="G36" fmla="*/ 42450 1604 1"/>
                <a:gd name="G37" fmla="*/ G36 1 62639"/>
                <a:gd name="G38" fmla="*/ 21776 454 1"/>
                <a:gd name="G39" fmla="*/ G38 1 27677"/>
                <a:gd name="G40" fmla="*/ 10251 1604 1"/>
                <a:gd name="G41" fmla="*/ G40 1 62639"/>
                <a:gd name="G42" fmla="*/ 21776 454 1"/>
                <a:gd name="G43" fmla="*/ G42 1 27677"/>
                <a:gd name="G44" fmla="*/ 62639 1604 1"/>
                <a:gd name="G45" fmla="*/ G44 1 62639"/>
                <a:gd name="G46" fmla="*/ 21776 454 1"/>
                <a:gd name="G47" fmla="*/ G46 1 27677"/>
                <a:gd name="G48" fmla="*/ 62639 1604 1"/>
                <a:gd name="G49" fmla="*/ G48 1 62639"/>
                <a:gd name="G50" fmla="*/ 21776 454 1"/>
                <a:gd name="G51" fmla="*/ G50 1 27677"/>
                <a:gd name="G52" fmla="*/ 62639 1604 1"/>
                <a:gd name="G53" fmla="*/ G52 1 62639"/>
                <a:gd name="G54" fmla="*/ 21776 454 1"/>
                <a:gd name="G55" fmla="*/ G54 1 27677"/>
                <a:gd name="G56" fmla="+- 1604 0 0"/>
                <a:gd name="G57" fmla="+- 454 0 0"/>
              </a:gdLst>
              <a:ahLst/>
              <a:cxnLst>
                <a:cxn ang="0">
                  <a:pos x="r" y="vc"/>
                </a:cxn>
                <a:cxn ang="5400000">
                  <a:pos x="hc" y="b"/>
                </a:cxn>
                <a:cxn ang="10800000">
                  <a:pos x="l" y="vc"/>
                </a:cxn>
                <a:cxn ang="16200000">
                  <a:pos x="hc" y="t"/>
                </a:cxn>
              </a:cxnLst>
              <a:rect l="0" t="0" r="0" b="0"/>
              <a:pathLst>
                <a:path>
                  <a:moveTo>
                    <a:pt x="0" y="82549"/>
                  </a:moveTo>
                  <a:cubicBezTo>
                    <a:pt x="11906" y="41274"/>
                    <a:pt x="23813" y="0"/>
                    <a:pt x="42863" y="11112"/>
                  </a:cubicBezTo>
                  <a:cubicBezTo>
                    <a:pt x="61913" y="22224"/>
                    <a:pt x="90487" y="147636"/>
                    <a:pt x="114300" y="149224"/>
                  </a:cubicBezTo>
                  <a:cubicBezTo>
                    <a:pt x="138113" y="150812"/>
                    <a:pt x="161926" y="19843"/>
                    <a:pt x="185738" y="20637"/>
                  </a:cubicBezTo>
                  <a:cubicBezTo>
                    <a:pt x="209550" y="21431"/>
                    <a:pt x="233363" y="153987"/>
                    <a:pt x="257175" y="153987"/>
                  </a:cubicBezTo>
                  <a:cubicBezTo>
                    <a:pt x="280987" y="153987"/>
                    <a:pt x="304007" y="19843"/>
                    <a:pt x="328613" y="20637"/>
                  </a:cubicBezTo>
                  <a:cubicBezTo>
                    <a:pt x="353219" y="21431"/>
                    <a:pt x="380207" y="158749"/>
                    <a:pt x="404813" y="158749"/>
                  </a:cubicBezTo>
                  <a:cubicBezTo>
                    <a:pt x="429419" y="158749"/>
                    <a:pt x="454819" y="32543"/>
                    <a:pt x="476250" y="20637"/>
                  </a:cubicBezTo>
                  <a:cubicBezTo>
                    <a:pt x="497681" y="8731"/>
                    <a:pt x="518319" y="76199"/>
                    <a:pt x="533400" y="87312"/>
                  </a:cubicBezTo>
                  <a:cubicBezTo>
                    <a:pt x="548481" y="98425"/>
                    <a:pt x="566738" y="87312"/>
                    <a:pt x="566738" y="87312"/>
                  </a:cubicBezTo>
                  <a:lnTo>
                    <a:pt x="600075" y="87312"/>
                  </a:lnTo>
                  <a:lnTo>
                    <a:pt x="652463" y="87312"/>
                  </a:lnTo>
                </a:path>
              </a:pathLst>
            </a:custGeom>
            <a:noFill/>
            <a:ln w="9360" cap="flat">
              <a:solidFill>
                <a:srgbClr val="FF00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6895" tIns="43448" rIns="86895" bIns="43448" anchor="ctr"/>
            <a:lstStyle/>
            <a:p>
              <a:endParaRPr lang="fr-FR"/>
            </a:p>
          </p:txBody>
        </p:sp>
        <p:sp>
          <p:nvSpPr>
            <p:cNvPr id="117" name="Line 34"/>
            <p:cNvSpPr>
              <a:spLocks noChangeShapeType="1"/>
            </p:cNvSpPr>
            <p:nvPr/>
          </p:nvSpPr>
          <p:spPr bwMode="auto">
            <a:xfrm flipV="1">
              <a:off x="4126874" y="2002252"/>
              <a:ext cx="186243" cy="2265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18" name="Line 35"/>
            <p:cNvSpPr>
              <a:spLocks noChangeShapeType="1"/>
            </p:cNvSpPr>
            <p:nvPr/>
          </p:nvSpPr>
          <p:spPr bwMode="auto">
            <a:xfrm flipV="1">
              <a:off x="4304356" y="1278449"/>
              <a:ext cx="506572" cy="735542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19" name="Line 38"/>
            <p:cNvSpPr>
              <a:spLocks noChangeShapeType="1"/>
            </p:cNvSpPr>
            <p:nvPr/>
          </p:nvSpPr>
          <p:spPr bwMode="auto">
            <a:xfrm flipV="1">
              <a:off x="4313118" y="1618450"/>
              <a:ext cx="497810" cy="383802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20" name="Line 39"/>
            <p:cNvSpPr>
              <a:spLocks noChangeShapeType="1"/>
            </p:cNvSpPr>
            <p:nvPr/>
          </p:nvSpPr>
          <p:spPr bwMode="auto">
            <a:xfrm>
              <a:off x="4304353" y="2007747"/>
              <a:ext cx="1053860" cy="6244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21" name="Rectangle 40"/>
            <p:cNvSpPr>
              <a:spLocks noChangeArrowheads="1"/>
            </p:cNvSpPr>
            <p:nvPr/>
          </p:nvSpPr>
          <p:spPr bwMode="auto">
            <a:xfrm>
              <a:off x="3645851" y="1865023"/>
              <a:ext cx="429430" cy="274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pPr hangingPunct="1">
                <a:lnSpc>
                  <a:spcPct val="100000"/>
                </a:lnSpc>
                <a:tabLst>
                  <a:tab pos="426935" algn="l"/>
                </a:tabLst>
              </a:pPr>
              <a:r>
                <a:rPr lang="en-GB" sz="2400" dirty="0" smtClean="0">
                  <a:solidFill>
                    <a:srgbClr val="000000"/>
                  </a:solidFill>
                </a:rPr>
                <a:t>I±1&gt;</a:t>
              </a:r>
              <a:endParaRPr lang="en-GB" sz="2400" dirty="0">
                <a:solidFill>
                  <a:srgbClr val="000000"/>
                </a:solidFill>
              </a:endParaRPr>
            </a:p>
          </p:txBody>
        </p:sp>
        <p:sp>
          <p:nvSpPr>
            <p:cNvPr id="122" name="Line 52"/>
            <p:cNvSpPr>
              <a:spLocks noChangeShapeType="1"/>
            </p:cNvSpPr>
            <p:nvPr/>
          </p:nvSpPr>
          <p:spPr bwMode="auto">
            <a:xfrm>
              <a:off x="5872894" y="1285367"/>
              <a:ext cx="162882" cy="0"/>
            </a:xfrm>
            <a:prstGeom prst="line">
              <a:avLst/>
            </a:prstGeom>
            <a:noFill/>
            <a:ln w="25560" cap="flat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23" name="Line 53"/>
            <p:cNvSpPr>
              <a:spLocks noChangeShapeType="1"/>
            </p:cNvSpPr>
            <p:nvPr/>
          </p:nvSpPr>
          <p:spPr bwMode="auto">
            <a:xfrm>
              <a:off x="5371198" y="2063304"/>
              <a:ext cx="159810" cy="1222"/>
            </a:xfrm>
            <a:prstGeom prst="line">
              <a:avLst/>
            </a:prstGeom>
            <a:noFill/>
            <a:ln w="25560" cap="flat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24" name="Line 54"/>
            <p:cNvSpPr>
              <a:spLocks noChangeShapeType="1"/>
            </p:cNvSpPr>
            <p:nvPr/>
          </p:nvSpPr>
          <p:spPr bwMode="auto">
            <a:xfrm>
              <a:off x="4880480" y="1618450"/>
              <a:ext cx="159810" cy="1222"/>
            </a:xfrm>
            <a:prstGeom prst="line">
              <a:avLst/>
            </a:prstGeom>
            <a:noFill/>
            <a:ln w="25560" cap="flat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25" name="Line 58"/>
            <p:cNvSpPr>
              <a:spLocks noChangeShapeType="1"/>
            </p:cNvSpPr>
            <p:nvPr/>
          </p:nvSpPr>
          <p:spPr bwMode="auto">
            <a:xfrm>
              <a:off x="4881811" y="1288798"/>
              <a:ext cx="158478" cy="0"/>
            </a:xfrm>
            <a:prstGeom prst="line">
              <a:avLst/>
            </a:prstGeom>
            <a:noFill/>
            <a:ln w="25560" cap="flat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26" name="Line 59"/>
            <p:cNvSpPr>
              <a:spLocks noChangeShapeType="1"/>
            </p:cNvSpPr>
            <p:nvPr/>
          </p:nvSpPr>
          <p:spPr bwMode="auto">
            <a:xfrm>
              <a:off x="5372530" y="1932216"/>
              <a:ext cx="158478" cy="0"/>
            </a:xfrm>
            <a:prstGeom prst="line">
              <a:avLst/>
            </a:prstGeom>
            <a:noFill/>
            <a:ln w="25560" cap="flat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27" name="Line 60"/>
            <p:cNvSpPr>
              <a:spLocks noChangeShapeType="1"/>
            </p:cNvSpPr>
            <p:nvPr/>
          </p:nvSpPr>
          <p:spPr bwMode="auto">
            <a:xfrm>
              <a:off x="5877298" y="1619672"/>
              <a:ext cx="158478" cy="0"/>
            </a:xfrm>
            <a:prstGeom prst="line">
              <a:avLst/>
            </a:prstGeom>
            <a:noFill/>
            <a:ln w="25560" cap="flat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28" name="Line 67"/>
            <p:cNvSpPr>
              <a:spLocks noChangeShapeType="1"/>
            </p:cNvSpPr>
            <p:nvPr/>
          </p:nvSpPr>
          <p:spPr bwMode="auto">
            <a:xfrm>
              <a:off x="5163997" y="1293500"/>
              <a:ext cx="627035" cy="0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29" name="Rectangle 71"/>
            <p:cNvSpPr>
              <a:spLocks noChangeArrowheads="1"/>
            </p:cNvSpPr>
            <p:nvPr/>
          </p:nvSpPr>
          <p:spPr bwMode="auto">
            <a:xfrm>
              <a:off x="4677643" y="899592"/>
              <a:ext cx="393704" cy="274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pPr hangingPunct="1">
                <a:lnSpc>
                  <a:spcPct val="100000"/>
                </a:lnSpc>
                <a:tabLst>
                  <a:tab pos="426935" algn="l"/>
                </a:tabLst>
              </a:pPr>
              <a:r>
                <a:rPr lang="en-GB" sz="2400" dirty="0" smtClean="0">
                  <a:solidFill>
                    <a:srgbClr val="FF0000"/>
                  </a:solidFill>
                  <a:latin typeface="Calibri" charset="0"/>
                </a:rPr>
                <a:t>I-1&gt;</a:t>
              </a:r>
              <a:endParaRPr lang="en-GB" sz="2400" dirty="0">
                <a:solidFill>
                  <a:srgbClr val="FF0000"/>
                </a:solidFill>
                <a:latin typeface="Calibri" charset="0"/>
              </a:endParaRPr>
            </a:p>
          </p:txBody>
        </p:sp>
        <p:sp>
          <p:nvSpPr>
            <p:cNvPr id="130" name="Rectangle 72"/>
            <p:cNvSpPr>
              <a:spLocks noChangeArrowheads="1"/>
            </p:cNvSpPr>
            <p:nvPr/>
          </p:nvSpPr>
          <p:spPr bwMode="auto">
            <a:xfrm>
              <a:off x="5767540" y="929923"/>
              <a:ext cx="429430" cy="274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pPr hangingPunct="1">
                <a:lnSpc>
                  <a:spcPct val="100000"/>
                </a:lnSpc>
                <a:tabLst>
                  <a:tab pos="426935" algn="l"/>
                </a:tabLst>
              </a:pPr>
              <a:r>
                <a:rPr lang="en-GB" sz="2400" dirty="0">
                  <a:solidFill>
                    <a:srgbClr val="0033CC"/>
                  </a:solidFill>
                  <a:latin typeface="Calibri" charset="0"/>
                </a:rPr>
                <a:t>I+1&gt;</a:t>
              </a:r>
            </a:p>
          </p:txBody>
        </p:sp>
        <p:sp>
          <p:nvSpPr>
            <p:cNvPr id="131" name="Line 3"/>
            <p:cNvSpPr>
              <a:spLocks noChangeShapeType="1"/>
            </p:cNvSpPr>
            <p:nvPr/>
          </p:nvSpPr>
          <p:spPr bwMode="auto">
            <a:xfrm>
              <a:off x="5358213" y="4889651"/>
              <a:ext cx="172795" cy="0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32" name="Forme libre 10"/>
            <p:cNvSpPr>
              <a:spLocks/>
            </p:cNvSpPr>
            <p:nvPr/>
          </p:nvSpPr>
          <p:spPr bwMode="auto">
            <a:xfrm>
              <a:off x="4095493" y="3358409"/>
              <a:ext cx="209731" cy="138578"/>
            </a:xfrm>
            <a:custGeom>
              <a:avLst/>
              <a:gdLst>
                <a:gd name="T0" fmla="*/ 0 w 283029"/>
                <a:gd name="T1" fmla="*/ 68942 h 174171"/>
                <a:gd name="T2" fmla="*/ 108857 w 283029"/>
                <a:gd name="T3" fmla="*/ 14514 h 174171"/>
                <a:gd name="T4" fmla="*/ 206829 w 283029"/>
                <a:gd name="T5" fmla="*/ 156028 h 174171"/>
                <a:gd name="T6" fmla="*/ 283029 w 283029"/>
                <a:gd name="T7" fmla="*/ 123371 h 1741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3029" h="174171">
                  <a:moveTo>
                    <a:pt x="0" y="68942"/>
                  </a:moveTo>
                  <a:cubicBezTo>
                    <a:pt x="37193" y="34471"/>
                    <a:pt x="74386" y="0"/>
                    <a:pt x="108857" y="14514"/>
                  </a:cubicBezTo>
                  <a:cubicBezTo>
                    <a:pt x="143328" y="29028"/>
                    <a:pt x="177800" y="137885"/>
                    <a:pt x="206829" y="156028"/>
                  </a:cubicBezTo>
                  <a:cubicBezTo>
                    <a:pt x="235858" y="174171"/>
                    <a:pt x="259443" y="148771"/>
                    <a:pt x="283029" y="123371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33" name="Forme libre 11"/>
            <p:cNvSpPr>
              <a:spLocks/>
            </p:cNvSpPr>
            <p:nvPr/>
          </p:nvSpPr>
          <p:spPr bwMode="auto">
            <a:xfrm>
              <a:off x="4089927" y="3430417"/>
              <a:ext cx="209731" cy="137319"/>
            </a:xfrm>
            <a:custGeom>
              <a:avLst/>
              <a:gdLst>
                <a:gd name="T0" fmla="*/ 0 w 283029"/>
                <a:gd name="T1" fmla="*/ 68942 h 174171"/>
                <a:gd name="T2" fmla="*/ 108857 w 283029"/>
                <a:gd name="T3" fmla="*/ 14514 h 174171"/>
                <a:gd name="T4" fmla="*/ 206829 w 283029"/>
                <a:gd name="T5" fmla="*/ 156028 h 174171"/>
                <a:gd name="T6" fmla="*/ 283029 w 283029"/>
                <a:gd name="T7" fmla="*/ 123371 h 1741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3029" h="174171">
                  <a:moveTo>
                    <a:pt x="0" y="68942"/>
                  </a:moveTo>
                  <a:cubicBezTo>
                    <a:pt x="37193" y="34471"/>
                    <a:pt x="74386" y="0"/>
                    <a:pt x="108857" y="14514"/>
                  </a:cubicBezTo>
                  <a:cubicBezTo>
                    <a:pt x="143328" y="29028"/>
                    <a:pt x="177800" y="137885"/>
                    <a:pt x="206829" y="156028"/>
                  </a:cubicBezTo>
                  <a:cubicBezTo>
                    <a:pt x="235858" y="174171"/>
                    <a:pt x="259443" y="148771"/>
                    <a:pt x="283029" y="123371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34" name="Rectangle 25"/>
            <p:cNvSpPr>
              <a:spLocks noChangeArrowheads="1"/>
            </p:cNvSpPr>
            <p:nvPr/>
          </p:nvSpPr>
          <p:spPr bwMode="auto">
            <a:xfrm>
              <a:off x="5827066" y="5166624"/>
              <a:ext cx="450672" cy="237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sz="2000" dirty="0" err="1">
                  <a:latin typeface="Times New Roman" pitchFamily="16" charset="0"/>
                </a:rPr>
                <a:t>S</a:t>
              </a:r>
              <a:r>
                <a:rPr lang="en-GB" sz="2000" baseline="-25000" dirty="0" err="1">
                  <a:latin typeface="Times New Roman" pitchFamily="16" charset="0"/>
                </a:rPr>
                <a:t>z</a:t>
              </a:r>
              <a:r>
                <a:rPr lang="en-GB" sz="2000" dirty="0" smtClean="0">
                  <a:latin typeface="Times New Roman" pitchFamily="16" charset="0"/>
                </a:rPr>
                <a:t>=</a:t>
              </a:r>
              <a:r>
                <a:rPr lang="en-GB" sz="2000" i="1" dirty="0" smtClean="0">
                  <a:latin typeface="Times New Roman" pitchFamily="16" charset="0"/>
                </a:rPr>
                <a:t>-</a:t>
              </a:r>
              <a:r>
                <a:rPr lang="en-GB" sz="2000" dirty="0" smtClean="0">
                  <a:latin typeface="Times New Roman" pitchFamily="16" charset="0"/>
                </a:rPr>
                <a:t>1</a:t>
              </a:r>
              <a:endParaRPr lang="en-GB" sz="2000" dirty="0">
                <a:latin typeface="Times New Roman" pitchFamily="16" charset="0"/>
              </a:endParaRPr>
            </a:p>
          </p:txBody>
        </p:sp>
        <p:sp>
          <p:nvSpPr>
            <p:cNvPr id="135" name="Line 10"/>
            <p:cNvSpPr>
              <a:spLocks noChangeShapeType="1"/>
            </p:cNvSpPr>
            <p:nvPr/>
          </p:nvSpPr>
          <p:spPr bwMode="auto">
            <a:xfrm flipV="1">
              <a:off x="4200358" y="455142"/>
              <a:ext cx="7754" cy="2935346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36" name="Rectangle 11"/>
            <p:cNvSpPr>
              <a:spLocks noChangeArrowheads="1"/>
            </p:cNvSpPr>
            <p:nvPr/>
          </p:nvSpPr>
          <p:spPr bwMode="auto">
            <a:xfrm>
              <a:off x="5918746" y="2050057"/>
              <a:ext cx="764390" cy="274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spcBef>
                  <a:spcPts val="760"/>
                </a:spcBef>
                <a:tabLst>
                  <a:tab pos="426935" algn="l"/>
                  <a:tab pos="853868" algn="l"/>
                </a:tabLst>
              </a:pPr>
              <a:r>
                <a:rPr lang="en-GB" sz="2400" dirty="0">
                  <a:solidFill>
                    <a:srgbClr val="FF0000"/>
                  </a:solidFill>
                  <a:latin typeface="Symbol" charset="2"/>
                </a:rPr>
                <a:t>  </a:t>
              </a:r>
              <a:r>
                <a:rPr lang="en-GB" sz="2400" dirty="0" smtClean="0">
                  <a:solidFill>
                    <a:srgbClr val="0033CC"/>
                  </a:solidFill>
                  <a:latin typeface="Symbol" charset="2"/>
                </a:rPr>
                <a:t>s+</a:t>
              </a:r>
              <a:endParaRPr lang="en-GB" sz="2400" dirty="0">
                <a:solidFill>
                  <a:srgbClr val="0033CC"/>
                </a:solidFill>
                <a:latin typeface="Symbol" charset="2"/>
              </a:endParaRPr>
            </a:p>
          </p:txBody>
        </p:sp>
        <p:sp>
          <p:nvSpPr>
            <p:cNvPr id="137" name="Rectangle 24"/>
            <p:cNvSpPr>
              <a:spLocks noChangeArrowheads="1"/>
            </p:cNvSpPr>
            <p:nvPr/>
          </p:nvSpPr>
          <p:spPr bwMode="auto">
            <a:xfrm>
              <a:off x="5271015" y="5166624"/>
              <a:ext cx="399497" cy="237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sz="2000" dirty="0" err="1">
                  <a:latin typeface="Times New Roman" pitchFamily="16" charset="0"/>
                </a:rPr>
                <a:t>S</a:t>
              </a:r>
              <a:r>
                <a:rPr lang="en-GB" sz="2000" baseline="-25000" dirty="0" err="1">
                  <a:latin typeface="Times New Roman" pitchFamily="16" charset="0"/>
                </a:rPr>
                <a:t>z</a:t>
              </a:r>
              <a:r>
                <a:rPr lang="en-GB" sz="2000" dirty="0">
                  <a:latin typeface="Times New Roman" pitchFamily="16" charset="0"/>
                </a:rPr>
                <a:t>=0</a:t>
              </a:r>
            </a:p>
          </p:txBody>
        </p:sp>
        <p:cxnSp>
          <p:nvCxnSpPr>
            <p:cNvPr id="138" name="Connecteur droit avec flèche 137"/>
            <p:cNvCxnSpPr/>
            <p:nvPr/>
          </p:nvCxnSpPr>
          <p:spPr>
            <a:xfrm flipH="1">
              <a:off x="5877298" y="1350186"/>
              <a:ext cx="34794" cy="2933782"/>
            </a:xfrm>
            <a:prstGeom prst="straightConnector1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cteur droit avec flèche 138"/>
            <p:cNvCxnSpPr/>
            <p:nvPr/>
          </p:nvCxnSpPr>
          <p:spPr>
            <a:xfrm flipH="1">
              <a:off x="5996201" y="1701933"/>
              <a:ext cx="21438" cy="258203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40" name="Rectangle 25"/>
            <p:cNvSpPr>
              <a:spLocks noChangeArrowheads="1"/>
            </p:cNvSpPr>
            <p:nvPr/>
          </p:nvSpPr>
          <p:spPr bwMode="auto">
            <a:xfrm>
              <a:off x="4594904" y="5166623"/>
              <a:ext cx="486397" cy="237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sz="2000" dirty="0" err="1">
                  <a:latin typeface="Times New Roman" pitchFamily="16" charset="0"/>
                </a:rPr>
                <a:t>S</a:t>
              </a:r>
              <a:r>
                <a:rPr lang="en-GB" sz="2000" baseline="-25000" dirty="0" err="1">
                  <a:latin typeface="Times New Roman" pitchFamily="16" charset="0"/>
                </a:rPr>
                <a:t>z</a:t>
              </a:r>
              <a:r>
                <a:rPr lang="en-GB" sz="2000" dirty="0" smtClean="0">
                  <a:latin typeface="Times New Roman" pitchFamily="16" charset="0"/>
                </a:rPr>
                <a:t>=+1</a:t>
              </a:r>
              <a:endParaRPr lang="en-GB" sz="2000" dirty="0">
                <a:latin typeface="Times New Roman" pitchFamily="16" charset="0"/>
              </a:endParaRPr>
            </a:p>
          </p:txBody>
        </p:sp>
        <p:sp>
          <p:nvSpPr>
            <p:cNvPr id="141" name="ZoneTexte 140"/>
            <p:cNvSpPr txBox="1"/>
            <p:nvPr/>
          </p:nvSpPr>
          <p:spPr>
            <a:xfrm>
              <a:off x="3741093" y="4184818"/>
              <a:ext cx="274410" cy="2410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fr-FR" sz="20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ZoneTexte 141"/>
            <p:cNvSpPr txBox="1"/>
            <p:nvPr/>
          </p:nvSpPr>
          <p:spPr>
            <a:xfrm>
              <a:off x="3845636" y="4732271"/>
              <a:ext cx="188476" cy="2410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Rectangle 13"/>
            <p:cNvSpPr>
              <a:spLocks noChangeArrowheads="1"/>
            </p:cNvSpPr>
            <p:nvPr/>
          </p:nvSpPr>
          <p:spPr bwMode="auto">
            <a:xfrm rot="16200000">
              <a:off x="2944848" y="1585992"/>
              <a:ext cx="982080" cy="237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tabLst>
                  <a:tab pos="426935" algn="l"/>
                  <a:tab pos="853868" algn="l"/>
                </a:tabLst>
              </a:pPr>
              <a:r>
                <a:rPr lang="en-GB" sz="2000" dirty="0" smtClean="0">
                  <a:solidFill>
                    <a:srgbClr val="000000"/>
                  </a:solidFill>
                  <a:latin typeface="Times New Roman" pitchFamily="16" charset="0"/>
                </a:rPr>
                <a:t>X-Cr</a:t>
              </a:r>
              <a:endParaRPr lang="en-GB" sz="2000" dirty="0">
                <a:solidFill>
                  <a:srgbClr val="000000"/>
                </a:solidFill>
                <a:latin typeface="Times New Roman" pitchFamily="16" charset="0"/>
              </a:endParaRPr>
            </a:p>
          </p:txBody>
        </p:sp>
        <p:sp>
          <p:nvSpPr>
            <p:cNvPr id="144" name="Rectangle 73"/>
            <p:cNvSpPr>
              <a:spLocks noChangeArrowheads="1"/>
            </p:cNvSpPr>
            <p:nvPr/>
          </p:nvSpPr>
          <p:spPr bwMode="auto">
            <a:xfrm rot="16200000">
              <a:off x="3016856" y="4511179"/>
              <a:ext cx="982080" cy="237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tabLst>
                  <a:tab pos="426935" algn="l"/>
                  <a:tab pos="853868" algn="l"/>
                </a:tabLst>
              </a:pPr>
              <a:r>
                <a:rPr lang="en-GB" sz="2000" dirty="0">
                  <a:solidFill>
                    <a:srgbClr val="000000"/>
                  </a:solidFill>
                  <a:latin typeface="Times New Roman" pitchFamily="16" charset="0"/>
                </a:rPr>
                <a:t>Cr</a:t>
              </a:r>
            </a:p>
          </p:txBody>
        </p:sp>
        <p:sp>
          <p:nvSpPr>
            <p:cNvPr id="145" name="Accolade ouvrante 144"/>
            <p:cNvSpPr/>
            <p:nvPr/>
          </p:nvSpPr>
          <p:spPr>
            <a:xfrm>
              <a:off x="3573016" y="1232176"/>
              <a:ext cx="117984" cy="945118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Accolade ouvrante 145"/>
            <p:cNvSpPr/>
            <p:nvPr/>
          </p:nvSpPr>
          <p:spPr>
            <a:xfrm>
              <a:off x="3645024" y="4184818"/>
              <a:ext cx="117983" cy="831106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5965068" y="2327285"/>
              <a:ext cx="220956" cy="1302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AutoShape 12"/>
            <p:cNvSpPr>
              <a:spLocks/>
            </p:cNvSpPr>
            <p:nvPr/>
          </p:nvSpPr>
          <p:spPr bwMode="auto">
            <a:xfrm>
              <a:off x="5943646" y="2327285"/>
              <a:ext cx="484757" cy="125929"/>
            </a:xfrm>
            <a:custGeom>
              <a:avLst/>
              <a:gdLst>
                <a:gd name="G0" fmla="*/ 0 1604 1"/>
                <a:gd name="G1" fmla="*/ G0 1 62639"/>
                <a:gd name="G2" fmla="*/ 17013 454 1"/>
                <a:gd name="G3" fmla="*/ G2 1 27677"/>
                <a:gd name="G4" fmla="*/ 42863 1604 1"/>
                <a:gd name="G5" fmla="*/ G4 1 62639"/>
                <a:gd name="G6" fmla="*/ 11112 454 1"/>
                <a:gd name="G7" fmla="*/ G6 1 27677"/>
                <a:gd name="G8" fmla="*/ 48764 1604 1"/>
                <a:gd name="G9" fmla="*/ G8 1 62639"/>
                <a:gd name="G10" fmla="*/ 18152 454 1"/>
                <a:gd name="G11" fmla="*/ G10 1 27677"/>
                <a:gd name="G12" fmla="*/ 54666 1604 1"/>
                <a:gd name="G13" fmla="*/ G12 1 62639"/>
                <a:gd name="G14" fmla="*/ 20637 454 1"/>
                <a:gd name="G15" fmla="*/ G14 1 27677"/>
                <a:gd name="G16" fmla="*/ 60567 1604 1"/>
                <a:gd name="G17" fmla="*/ G16 1 62639"/>
                <a:gd name="G18" fmla="*/ 22915 454 1"/>
                <a:gd name="G19" fmla="*/ G18 1 27677"/>
                <a:gd name="G20" fmla="*/ 933 1604 1"/>
                <a:gd name="G21" fmla="*/ G20 1 62639"/>
                <a:gd name="G22" fmla="*/ 20637 454 1"/>
                <a:gd name="G23" fmla="*/ G22 1 27677"/>
                <a:gd name="G24" fmla="*/ 11597 1604 1"/>
                <a:gd name="G25" fmla="*/ G24 1 62639"/>
                <a:gd name="G26" fmla="*/ 27677 454 1"/>
                <a:gd name="G27" fmla="*/ G26 1 27677"/>
                <a:gd name="G28" fmla="*/ 17498 1604 1"/>
                <a:gd name="G29" fmla="*/ G28 1 62639"/>
                <a:gd name="G30" fmla="*/ 20637 454 1"/>
                <a:gd name="G31" fmla="*/ G30 1 27677"/>
                <a:gd name="G32" fmla="*/ 9112 1604 1"/>
                <a:gd name="G33" fmla="*/ G32 1 62639"/>
                <a:gd name="G34" fmla="*/ 21776 454 1"/>
                <a:gd name="G35" fmla="*/ G34 1 27677"/>
                <a:gd name="G36" fmla="*/ 42450 1604 1"/>
                <a:gd name="G37" fmla="*/ G36 1 62639"/>
                <a:gd name="G38" fmla="*/ 21776 454 1"/>
                <a:gd name="G39" fmla="*/ G38 1 27677"/>
                <a:gd name="G40" fmla="*/ 10251 1604 1"/>
                <a:gd name="G41" fmla="*/ G40 1 62639"/>
                <a:gd name="G42" fmla="*/ 21776 454 1"/>
                <a:gd name="G43" fmla="*/ G42 1 27677"/>
                <a:gd name="G44" fmla="*/ 62639 1604 1"/>
                <a:gd name="G45" fmla="*/ G44 1 62639"/>
                <a:gd name="G46" fmla="*/ 21776 454 1"/>
                <a:gd name="G47" fmla="*/ G46 1 27677"/>
                <a:gd name="G48" fmla="*/ 62639 1604 1"/>
                <a:gd name="G49" fmla="*/ G48 1 62639"/>
                <a:gd name="G50" fmla="*/ 21776 454 1"/>
                <a:gd name="G51" fmla="*/ G50 1 27677"/>
                <a:gd name="G52" fmla="*/ 62639 1604 1"/>
                <a:gd name="G53" fmla="*/ G52 1 62639"/>
                <a:gd name="G54" fmla="*/ 21776 454 1"/>
                <a:gd name="G55" fmla="*/ G54 1 27677"/>
                <a:gd name="G56" fmla="+- 1604 0 0"/>
                <a:gd name="G57" fmla="+- 454 0 0"/>
              </a:gdLst>
              <a:ahLst/>
              <a:cxnLst>
                <a:cxn ang="0">
                  <a:pos x="r" y="vc"/>
                </a:cxn>
                <a:cxn ang="5400000">
                  <a:pos x="hc" y="b"/>
                </a:cxn>
                <a:cxn ang="10800000">
                  <a:pos x="l" y="vc"/>
                </a:cxn>
                <a:cxn ang="16200000">
                  <a:pos x="hc" y="t"/>
                </a:cxn>
              </a:cxnLst>
              <a:rect l="0" t="0" r="0" b="0"/>
              <a:pathLst>
                <a:path>
                  <a:moveTo>
                    <a:pt x="0" y="82549"/>
                  </a:moveTo>
                  <a:cubicBezTo>
                    <a:pt x="11906" y="41274"/>
                    <a:pt x="23813" y="0"/>
                    <a:pt x="42863" y="11112"/>
                  </a:cubicBezTo>
                  <a:cubicBezTo>
                    <a:pt x="61913" y="22224"/>
                    <a:pt x="90487" y="147636"/>
                    <a:pt x="114300" y="149224"/>
                  </a:cubicBezTo>
                  <a:cubicBezTo>
                    <a:pt x="138113" y="150812"/>
                    <a:pt x="161926" y="19843"/>
                    <a:pt x="185738" y="20637"/>
                  </a:cubicBezTo>
                  <a:cubicBezTo>
                    <a:pt x="209550" y="21431"/>
                    <a:pt x="233363" y="153987"/>
                    <a:pt x="257175" y="153987"/>
                  </a:cubicBezTo>
                  <a:cubicBezTo>
                    <a:pt x="280987" y="153987"/>
                    <a:pt x="304007" y="19843"/>
                    <a:pt x="328613" y="20637"/>
                  </a:cubicBezTo>
                  <a:cubicBezTo>
                    <a:pt x="353219" y="21431"/>
                    <a:pt x="380207" y="158749"/>
                    <a:pt x="404813" y="158749"/>
                  </a:cubicBezTo>
                  <a:cubicBezTo>
                    <a:pt x="429419" y="158749"/>
                    <a:pt x="454819" y="32543"/>
                    <a:pt x="476250" y="20637"/>
                  </a:cubicBezTo>
                  <a:cubicBezTo>
                    <a:pt x="497681" y="8731"/>
                    <a:pt x="518319" y="76199"/>
                    <a:pt x="533400" y="87312"/>
                  </a:cubicBezTo>
                  <a:cubicBezTo>
                    <a:pt x="548481" y="98425"/>
                    <a:pt x="566738" y="87312"/>
                    <a:pt x="566738" y="87312"/>
                  </a:cubicBezTo>
                  <a:lnTo>
                    <a:pt x="600075" y="87312"/>
                  </a:lnTo>
                  <a:lnTo>
                    <a:pt x="652463" y="87312"/>
                  </a:lnTo>
                </a:path>
              </a:pathLst>
            </a:custGeom>
            <a:noFill/>
            <a:ln w="9360" cap="flat">
              <a:solidFill>
                <a:srgbClr val="0066CC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6895" tIns="43448" rIns="86895" bIns="43448" anchor="ctr"/>
            <a:lstStyle/>
            <a:p>
              <a:endParaRPr lang="fr-FR"/>
            </a:p>
          </p:txBody>
        </p:sp>
        <p:cxnSp>
          <p:nvCxnSpPr>
            <p:cNvPr id="149" name="Connecteur droit avec flèche 148"/>
            <p:cNvCxnSpPr/>
            <p:nvPr/>
          </p:nvCxnSpPr>
          <p:spPr>
            <a:xfrm>
              <a:off x="4901380" y="1360788"/>
              <a:ext cx="0" cy="292318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0" name="Connecteur droit avec flèche 149"/>
            <p:cNvCxnSpPr/>
            <p:nvPr/>
          </p:nvCxnSpPr>
          <p:spPr>
            <a:xfrm>
              <a:off x="5519226" y="1972298"/>
              <a:ext cx="0" cy="2815726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1" name="Connecteur droit avec flèche 150"/>
            <p:cNvCxnSpPr/>
            <p:nvPr/>
          </p:nvCxnSpPr>
          <p:spPr>
            <a:xfrm flipH="1">
              <a:off x="5399485" y="2096641"/>
              <a:ext cx="14967" cy="269138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cteur droit avec flèche 151"/>
            <p:cNvCxnSpPr/>
            <p:nvPr/>
          </p:nvCxnSpPr>
          <p:spPr>
            <a:xfrm>
              <a:off x="5001377" y="1701933"/>
              <a:ext cx="0" cy="2582035"/>
            </a:xfrm>
            <a:prstGeom prst="straightConnector1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Line 39"/>
            <p:cNvSpPr>
              <a:spLocks noChangeShapeType="1"/>
            </p:cNvSpPr>
            <p:nvPr/>
          </p:nvSpPr>
          <p:spPr bwMode="auto">
            <a:xfrm flipV="1">
              <a:off x="4126875" y="4338706"/>
              <a:ext cx="684053" cy="11316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54" name="Line 39"/>
            <p:cNvSpPr>
              <a:spLocks noChangeShapeType="1"/>
            </p:cNvSpPr>
            <p:nvPr/>
          </p:nvSpPr>
          <p:spPr bwMode="auto">
            <a:xfrm flipV="1">
              <a:off x="4105213" y="4896955"/>
              <a:ext cx="1137763" cy="0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55" name="Rectangle 11"/>
            <p:cNvSpPr>
              <a:spLocks noChangeArrowheads="1"/>
            </p:cNvSpPr>
            <p:nvPr/>
          </p:nvSpPr>
          <p:spPr bwMode="auto">
            <a:xfrm>
              <a:off x="5337468" y="3213869"/>
              <a:ext cx="504056" cy="274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spcBef>
                  <a:spcPts val="760"/>
                </a:spcBef>
                <a:tabLst>
                  <a:tab pos="426935" algn="l"/>
                  <a:tab pos="853868" algn="l"/>
                </a:tabLst>
              </a:pPr>
              <a:r>
                <a:rPr lang="en-GB" sz="2400" dirty="0">
                  <a:solidFill>
                    <a:srgbClr val="00B050"/>
                  </a:solidFill>
                  <a:latin typeface="Symbol" charset="2"/>
                </a:rPr>
                <a:t>  </a:t>
              </a:r>
              <a:r>
                <a:rPr lang="en-GB" sz="2400" dirty="0" err="1" smtClean="0">
                  <a:solidFill>
                    <a:srgbClr val="00B050"/>
                  </a:solidFill>
                  <a:latin typeface="Symbol" charset="2"/>
                </a:rPr>
                <a:t>p</a:t>
              </a:r>
              <a:r>
                <a:rPr lang="en-GB" sz="2400" baseline="-25000" dirty="0" err="1" smtClean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GB" sz="24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Rectangle 11"/>
            <p:cNvSpPr>
              <a:spLocks noChangeArrowheads="1"/>
            </p:cNvSpPr>
            <p:nvPr/>
          </p:nvSpPr>
          <p:spPr bwMode="auto">
            <a:xfrm>
              <a:off x="4952434" y="3203848"/>
              <a:ext cx="504056" cy="274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spcBef>
                  <a:spcPts val="760"/>
                </a:spcBef>
                <a:tabLst>
                  <a:tab pos="426935" algn="l"/>
                  <a:tab pos="853868" algn="l"/>
                </a:tabLst>
              </a:pPr>
              <a:r>
                <a:rPr lang="en-GB" sz="2400" dirty="0">
                  <a:solidFill>
                    <a:srgbClr val="00B050"/>
                  </a:solidFill>
                  <a:latin typeface="Symbol" charset="2"/>
                </a:rPr>
                <a:t>  </a:t>
              </a:r>
              <a:r>
                <a:rPr lang="en-GB" sz="2400" dirty="0" err="1" smtClean="0">
                  <a:latin typeface="Symbol" charset="2"/>
                </a:rPr>
                <a:t>p</a:t>
              </a:r>
              <a:r>
                <a:rPr lang="en-GB" sz="24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GB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7" name="ZoneTexte 156"/>
          <p:cNvSpPr txBox="1"/>
          <p:nvPr/>
        </p:nvSpPr>
        <p:spPr>
          <a:xfrm>
            <a:off x="968253" y="200855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8" name="ZoneTexte 157"/>
          <p:cNvSpPr txBox="1"/>
          <p:nvPr/>
        </p:nvSpPr>
        <p:spPr>
          <a:xfrm>
            <a:off x="9127430" y="129095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(c)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9" name="ZoneTexte 158"/>
          <p:cNvSpPr txBox="1"/>
          <p:nvPr/>
        </p:nvSpPr>
        <p:spPr>
          <a:xfrm>
            <a:off x="1062311" y="5457439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(b)</a:t>
            </a:r>
            <a:endParaRPr lang="fr-FR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8838561" y="56839"/>
            <a:ext cx="5310827" cy="9073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693870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36</Words>
  <Application>Microsoft Office PowerPoint</Application>
  <PresentationFormat>Personnalisé</PresentationFormat>
  <Paragraphs>18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Alban Lafuente</cp:lastModifiedBy>
  <cp:revision>20</cp:revision>
  <dcterms:created xsi:type="dcterms:W3CDTF">2017-03-22T14:20:04Z</dcterms:created>
  <dcterms:modified xsi:type="dcterms:W3CDTF">2017-10-31T11:35:54Z</dcterms:modified>
</cp:coreProperties>
</file>