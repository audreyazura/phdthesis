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321175" cy="5940425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484" y="-96"/>
      </p:cViewPr>
      <p:guideLst>
        <p:guide orient="horz" pos="1871"/>
        <p:guide pos="13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16000" y="1389960"/>
            <a:ext cx="3888360" cy="3445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388836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189720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208600" y="1389960"/>
            <a:ext cx="189720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24000" y="1845360"/>
            <a:ext cx="3672720" cy="5902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16000" y="318960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208600" y="1389960"/>
            <a:ext cx="189720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189720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2086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208600" y="318960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2086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16000" y="3189600"/>
            <a:ext cx="388836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388836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16000" y="3189600"/>
            <a:ext cx="388836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208600" y="138996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208600" y="318960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16000" y="3189600"/>
            <a:ext cx="1897200" cy="16430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33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16000" y="1389960"/>
            <a:ext cx="388836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216000" y="1389960"/>
            <a:ext cx="3888360" cy="3444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Image 36"/>
          <p:cNvPicPr/>
          <p:nvPr/>
        </p:nvPicPr>
        <p:blipFill>
          <a:blip r:embed="rId2"/>
          <a:stretch>
            <a:fillRect/>
          </a:stretch>
        </p:blipFill>
        <p:spPr>
          <a:xfrm>
            <a:off x="215640" y="1560960"/>
            <a:ext cx="3888360" cy="3102120"/>
          </a:xfrm>
          <a:prstGeom prst="rect">
            <a:avLst/>
          </a:prstGeom>
          <a:ln>
            <a:noFill/>
          </a:ln>
        </p:spPr>
      </p:pic>
      <p:pic>
        <p:nvPicPr>
          <p:cNvPr id="38" name="Image 37"/>
          <p:cNvPicPr/>
          <p:nvPr/>
        </p:nvPicPr>
        <p:blipFill>
          <a:blip r:embed="rId2"/>
          <a:stretch>
            <a:fillRect/>
          </a:stretch>
        </p:blipFill>
        <p:spPr>
          <a:xfrm>
            <a:off x="215640" y="1560960"/>
            <a:ext cx="3888360" cy="3102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4000" y="1845360"/>
            <a:ext cx="3672720" cy="1272960"/>
          </a:xfrm>
          <a:prstGeom prst="rect">
            <a:avLst/>
          </a:prstGeom>
        </p:spPr>
        <p:txBody>
          <a:bodyPr lIns="57960" tIns="29160" rIns="57960" bIns="29160" anchor="ctr"/>
          <a:lstStyle/>
          <a:p>
            <a:pPr algn="ctr">
              <a:lnSpc>
                <a:spcPct val="100000"/>
              </a:lnSpc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216000" y="5505840"/>
            <a:ext cx="1008000" cy="316080"/>
          </a:xfrm>
          <a:prstGeom prst="rect">
            <a:avLst/>
          </a:prstGeom>
        </p:spPr>
        <p:txBody>
          <a:bodyPr lIns="57960" tIns="29160" rIns="57960" bIns="29160" anchor="ctr"/>
          <a:lstStyle/>
          <a:p>
            <a:pPr>
              <a:lnSpc>
                <a:spcPct val="100000"/>
              </a:lnSpc>
            </a:pPr>
            <a:r>
              <a:rPr lang="en-US" sz="800">
                <a:solidFill>
                  <a:srgbClr val="8B8B8B"/>
                </a:solidFill>
                <a:latin typeface="Calibri"/>
              </a:rPr>
              <a:t>5/9/17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476360" y="5505840"/>
            <a:ext cx="1368000" cy="316080"/>
          </a:xfrm>
          <a:prstGeom prst="rect">
            <a:avLst/>
          </a:prstGeom>
        </p:spPr>
        <p:txBody>
          <a:bodyPr lIns="57960" tIns="29160" rIns="57960" bIns="29160" anchor="ctr"/>
          <a:lstStyle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3096720" y="5505840"/>
            <a:ext cx="1008000" cy="316080"/>
          </a:xfrm>
          <a:prstGeom prst="rect">
            <a:avLst/>
          </a:prstGeom>
        </p:spPr>
        <p:txBody>
          <a:bodyPr lIns="57960" tIns="29160" rIns="57960" bIns="29160" anchor="ctr"/>
          <a:lstStyle/>
          <a:p>
            <a:pPr algn="r">
              <a:lnSpc>
                <a:spcPct val="100000"/>
              </a:lnSpc>
            </a:pPr>
            <a:fld id="{D3C3EB4E-AAE0-4F5A-BE5B-9B272903F1BB}" type="slidenum">
              <a:rPr lang="en-US" sz="800">
                <a:solidFill>
                  <a:srgbClr val="8B8B8B"/>
                </a:solidFill>
                <a:latin typeface="Calibri"/>
              </a:rPr>
              <a:t>‹N°›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216000" y="1389960"/>
            <a:ext cx="3888360" cy="34448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15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13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13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23040" y="23760"/>
            <a:ext cx="2569320" cy="1497960"/>
          </a:xfrm>
          <a:prstGeom prst="rect">
            <a:avLst/>
          </a:prstGeom>
          <a:ln>
            <a:noFill/>
          </a:ln>
        </p:spPr>
      </p:pic>
      <p:pic>
        <p:nvPicPr>
          <p:cNvPr id="40" name="Picture 3"/>
          <p:cNvPicPr/>
          <p:nvPr/>
        </p:nvPicPr>
        <p:blipFill>
          <a:blip r:embed="rId3"/>
          <a:srcRect r="10151"/>
          <a:stretch>
            <a:fillRect/>
          </a:stretch>
        </p:blipFill>
        <p:spPr>
          <a:xfrm>
            <a:off x="-1440" y="18000"/>
            <a:ext cx="2342160" cy="1518120"/>
          </a:xfrm>
          <a:prstGeom prst="rect">
            <a:avLst/>
          </a:prstGeom>
          <a:ln>
            <a:noFill/>
          </a:ln>
        </p:spPr>
      </p:pic>
      <p:pic>
        <p:nvPicPr>
          <p:cNvPr id="41" name="Picture 4"/>
          <p:cNvPicPr/>
          <p:nvPr/>
        </p:nvPicPr>
        <p:blipFill>
          <a:blip r:embed="rId4"/>
          <a:srcRect l="3981" t="1675" r="7740"/>
          <a:stretch>
            <a:fillRect/>
          </a:stretch>
        </p:blipFill>
        <p:spPr>
          <a:xfrm>
            <a:off x="2011320" y="1180440"/>
            <a:ext cx="2141640" cy="4657320"/>
          </a:xfrm>
          <a:prstGeom prst="rect">
            <a:avLst/>
          </a:prstGeom>
          <a:ln>
            <a:noFill/>
          </a:ln>
        </p:spPr>
      </p:pic>
      <p:pic>
        <p:nvPicPr>
          <p:cNvPr id="42" name="Picture 7"/>
          <p:cNvPicPr/>
          <p:nvPr/>
        </p:nvPicPr>
        <p:blipFill>
          <a:blip r:embed="rId5"/>
          <a:srcRect t="1623" r="7657"/>
          <a:stretch>
            <a:fillRect/>
          </a:stretch>
        </p:blipFill>
        <p:spPr>
          <a:xfrm>
            <a:off x="106560" y="1175760"/>
            <a:ext cx="2255400" cy="466164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2739947" y="2755800"/>
            <a:ext cx="500760" cy="395640"/>
          </a:xfrm>
          <a:prstGeom prst="ellipse">
            <a:avLst/>
          </a:prstGeom>
          <a:noFill/>
          <a:ln w="19080">
            <a:solidFill>
              <a:srgbClr val="FF0000"/>
            </a:solidFill>
            <a:prstDash val="dash"/>
            <a:round/>
          </a:ln>
        </p:spPr>
      </p:sp>
      <p:sp>
        <p:nvSpPr>
          <p:cNvPr id="44" name="CustomShape 2"/>
          <p:cNvSpPr/>
          <p:nvPr/>
        </p:nvSpPr>
        <p:spPr>
          <a:xfrm>
            <a:off x="1659827" y="3402260"/>
            <a:ext cx="441133" cy="395640"/>
          </a:xfrm>
          <a:prstGeom prst="ellipse">
            <a:avLst/>
          </a:prstGeom>
          <a:noFill/>
          <a:ln w="19080">
            <a:solidFill>
              <a:srgbClr val="FF0000"/>
            </a:solidFill>
            <a:prstDash val="dash"/>
            <a:round/>
          </a:ln>
        </p:spPr>
      </p:sp>
      <p:sp>
        <p:nvSpPr>
          <p:cNvPr id="45" name="CustomShape 3"/>
          <p:cNvSpPr/>
          <p:nvPr/>
        </p:nvSpPr>
        <p:spPr>
          <a:xfrm>
            <a:off x="1672560" y="1171440"/>
            <a:ext cx="5392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0000"/>
                </a:solidFill>
                <a:latin typeface="Times New Roman"/>
              </a:rPr>
              <a:t>QD3</a:t>
            </a:r>
            <a:endParaRPr dirty="0"/>
          </a:p>
        </p:txBody>
      </p:sp>
      <p:sp>
        <p:nvSpPr>
          <p:cNvPr id="46" name="CustomShape 4"/>
          <p:cNvSpPr/>
          <p:nvPr/>
        </p:nvSpPr>
        <p:spPr>
          <a:xfrm>
            <a:off x="3505320" y="1171440"/>
            <a:ext cx="5392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0000"/>
                </a:solidFill>
                <a:latin typeface="Times New Roman"/>
              </a:rPr>
              <a:t>QD3</a:t>
            </a:r>
            <a:endParaRPr dirty="0"/>
          </a:p>
        </p:txBody>
      </p:sp>
      <p:sp>
        <p:nvSpPr>
          <p:cNvPr id="47" name="CustomShape 5"/>
          <p:cNvSpPr/>
          <p:nvPr/>
        </p:nvSpPr>
        <p:spPr>
          <a:xfrm>
            <a:off x="1703880" y="1440000"/>
            <a:ext cx="63072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0000"/>
                </a:solidFill>
                <a:latin typeface="Times New Roman"/>
              </a:rPr>
              <a:t>X</a:t>
            </a:r>
            <a:r>
              <a:rPr lang="en-US" sz="1400" b="1" baseline="30000" dirty="0">
                <a:solidFill>
                  <a:srgbClr val="FF0000"/>
                </a:solidFill>
                <a:latin typeface="Times New Roman"/>
              </a:rPr>
              <a:t>2</a:t>
            </a:r>
            <a:r>
              <a:rPr lang="en-US" sz="1400" b="1" dirty="0">
                <a:solidFill>
                  <a:srgbClr val="FF0000"/>
                </a:solidFill>
                <a:latin typeface="Times New Roman"/>
              </a:rPr>
              <a:t>-Cr</a:t>
            </a:r>
            <a:endParaRPr dirty="0"/>
          </a:p>
        </p:txBody>
      </p:sp>
      <p:sp>
        <p:nvSpPr>
          <p:cNvPr id="48" name="CustomShape 6"/>
          <p:cNvSpPr/>
          <p:nvPr/>
        </p:nvSpPr>
        <p:spPr>
          <a:xfrm>
            <a:off x="3545280" y="1459440"/>
            <a:ext cx="5788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0000"/>
                </a:solidFill>
                <a:latin typeface="Times New Roman"/>
              </a:rPr>
              <a:t>X-Cr</a:t>
            </a:r>
            <a:endParaRPr dirty="0"/>
          </a:p>
        </p:txBody>
      </p:sp>
      <p:sp>
        <p:nvSpPr>
          <p:cNvPr id="49" name="CustomShape 7"/>
          <p:cNvSpPr/>
          <p:nvPr/>
        </p:nvSpPr>
        <p:spPr>
          <a:xfrm>
            <a:off x="632520" y="4914360"/>
            <a:ext cx="470880" cy="33372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Symbol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Calibri"/>
              </a:rPr>
              <a:t>+</a:t>
            </a:r>
            <a:endParaRPr sz="2400" dirty="0"/>
          </a:p>
        </p:txBody>
      </p:sp>
      <p:sp>
        <p:nvSpPr>
          <p:cNvPr id="50" name="CustomShape 8"/>
          <p:cNvSpPr/>
          <p:nvPr/>
        </p:nvSpPr>
        <p:spPr>
          <a:xfrm>
            <a:off x="2376611" y="4915800"/>
            <a:ext cx="470880" cy="430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Symbol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Calibri"/>
              </a:rPr>
              <a:t>+</a:t>
            </a:r>
            <a:endParaRPr sz="2400" dirty="0"/>
          </a:p>
        </p:txBody>
      </p:sp>
      <p:sp>
        <p:nvSpPr>
          <p:cNvPr id="51" name="CustomShape 9"/>
          <p:cNvSpPr/>
          <p:nvPr/>
        </p:nvSpPr>
        <p:spPr>
          <a:xfrm>
            <a:off x="680580" y="1242020"/>
            <a:ext cx="374760" cy="3691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Symbol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Calibri"/>
              </a:rPr>
              <a:t>-</a:t>
            </a:r>
            <a:endParaRPr sz="2400" dirty="0"/>
          </a:p>
        </p:txBody>
      </p:sp>
      <p:sp>
        <p:nvSpPr>
          <p:cNvPr id="52" name="CustomShape 10"/>
          <p:cNvSpPr/>
          <p:nvPr/>
        </p:nvSpPr>
        <p:spPr>
          <a:xfrm>
            <a:off x="2376611" y="1242020"/>
            <a:ext cx="374760" cy="5014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0000"/>
                </a:solidFill>
                <a:latin typeface="Symbol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Calibri"/>
              </a:rPr>
              <a:t>-</a:t>
            </a:r>
            <a:endParaRPr sz="2400" dirty="0"/>
          </a:p>
        </p:txBody>
      </p:sp>
      <p:sp>
        <p:nvSpPr>
          <p:cNvPr id="53" name="CustomShape 11"/>
          <p:cNvSpPr/>
          <p:nvPr/>
        </p:nvSpPr>
        <p:spPr>
          <a:xfrm>
            <a:off x="310320" y="4266720"/>
            <a:ext cx="143640" cy="143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54" name="CustomShape 12"/>
          <p:cNvSpPr/>
          <p:nvPr/>
        </p:nvSpPr>
        <p:spPr>
          <a:xfrm>
            <a:off x="244800" y="5202720"/>
            <a:ext cx="143640" cy="143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55" name="CustomShape 13"/>
          <p:cNvSpPr/>
          <p:nvPr/>
        </p:nvSpPr>
        <p:spPr>
          <a:xfrm>
            <a:off x="608400" y="133200"/>
            <a:ext cx="417960" cy="33408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56" name="CustomShape 14"/>
          <p:cNvSpPr/>
          <p:nvPr/>
        </p:nvSpPr>
        <p:spPr>
          <a:xfrm>
            <a:off x="2411640" y="145080"/>
            <a:ext cx="428040" cy="33372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</Words>
  <Application>Microsoft Office PowerPoint</Application>
  <PresentationFormat>Personnalisé</PresentationFormat>
  <Paragraphs>10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Alban Lafuente</cp:lastModifiedBy>
  <cp:revision>1</cp:revision>
  <dcterms:modified xsi:type="dcterms:W3CDTF">2017-06-27T15:12:21Z</dcterms:modified>
</cp:coreProperties>
</file>