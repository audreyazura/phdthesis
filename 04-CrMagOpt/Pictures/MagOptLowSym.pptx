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media/image6.png" ContentType="image/png"/>
  <Override PartName="/ppt/media/image5.png" ContentType="image/png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3"/>
  </p:sldIdLst>
  <p:sldSz cx="4321175" cy="5940425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216000" y="1389960"/>
            <a:ext cx="3888360" cy="3445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388836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189720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2208600" y="1389960"/>
            <a:ext cx="189720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324000" y="1845360"/>
            <a:ext cx="3672720" cy="5902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216000" y="318960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2208600" y="1389960"/>
            <a:ext cx="189720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189720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22086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2208600" y="318960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22086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216000" y="3189600"/>
            <a:ext cx="388836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388836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216000" y="3189600"/>
            <a:ext cx="388836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22086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2208600" y="318960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216000" y="318960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388836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216000" y="1389960"/>
            <a:ext cx="388836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7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215640" y="1560960"/>
            <a:ext cx="3888360" cy="3102120"/>
          </a:xfrm>
          <a:prstGeom prst="rect">
            <a:avLst/>
          </a:prstGeom>
          <a:ln>
            <a:noFill/>
          </a:ln>
        </p:spPr>
      </p:pic>
      <p:pic>
        <p:nvPicPr>
          <p:cNvPr id="38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215640" y="1560960"/>
            <a:ext cx="3888360" cy="310212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2960"/>
          </a:xfrm>
          <a:prstGeom prst="rect">
            <a:avLst/>
          </a:prstGeom>
        </p:spPr>
        <p:txBody>
          <a:bodyPr lIns="57960" rIns="57960" tIns="29160" bIns="29160" anchor="ctr"/>
          <a:p>
            <a:pPr algn="ctr">
              <a:lnSpc>
                <a:spcPct val="100000"/>
              </a:lnSpc>
            </a:pPr>
            <a:r>
              <a:rPr lang="en-US" sz="2800">
                <a:solidFill>
                  <a:srgbClr val="000000"/>
                </a:solidFill>
                <a:latin typeface="Calibri"/>
              </a:rPr>
              <a:t>Click to edit the title text formatModifiez le style du titre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dt"/>
          </p:nvPr>
        </p:nvSpPr>
        <p:spPr>
          <a:xfrm>
            <a:off x="216000" y="5505840"/>
            <a:ext cx="1008000" cy="316080"/>
          </a:xfrm>
          <a:prstGeom prst="rect">
            <a:avLst/>
          </a:prstGeom>
        </p:spPr>
        <p:txBody>
          <a:bodyPr lIns="57960" rIns="57960" tIns="29160" bIns="29160" anchor="ctr"/>
          <a:p>
            <a:pPr>
              <a:lnSpc>
                <a:spcPct val="100000"/>
              </a:lnSpc>
            </a:pPr>
            <a:r>
              <a:rPr lang="en-US" sz="800">
                <a:solidFill>
                  <a:srgbClr val="8b8b8b"/>
                </a:solidFill>
                <a:latin typeface="Calibri"/>
              </a:rPr>
              <a:t>5/9/17</a:t>
            </a:r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1476360" y="5505840"/>
            <a:ext cx="1368000" cy="316080"/>
          </a:xfrm>
          <a:prstGeom prst="rect">
            <a:avLst/>
          </a:prstGeom>
        </p:spPr>
        <p:txBody>
          <a:bodyPr lIns="57960" rIns="57960" tIns="29160" bIns="29160" anchor="ctr"/>
          <a:p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3096720" y="5505840"/>
            <a:ext cx="1008000" cy="316080"/>
          </a:xfrm>
          <a:prstGeom prst="rect">
            <a:avLst/>
          </a:prstGeom>
        </p:spPr>
        <p:txBody>
          <a:bodyPr lIns="57960" rIns="57960" tIns="29160" bIns="29160" anchor="ctr"/>
          <a:p>
            <a:pPr algn="r">
              <a:lnSpc>
                <a:spcPct val="100000"/>
              </a:lnSpc>
            </a:pPr>
            <a:fld id="{D3C3EB4E-AAE0-4F5A-BE5B-9B272903F1BB}" type="slidenum">
              <a:rPr lang="en-US" sz="800">
                <a:solidFill>
                  <a:srgbClr val="8b8b8b"/>
                </a:solidFill>
                <a:latin typeface="Calibri"/>
              </a:rPr>
              <a:t>&lt;number&gt;</a:t>
            </a:fld>
            <a:endParaRPr/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216000" y="1389960"/>
            <a:ext cx="3888360" cy="344484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en-US" sz="2000">
                <a:latin typeface="Calibri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en-US" sz="1500">
                <a:latin typeface="Calibri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en-US" sz="1300">
                <a:latin typeface="Calibri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en-US" sz="1300">
                <a:latin typeface="Calibri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en-US" sz="2000">
                <a:latin typeface="Calibri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en-US" sz="2000">
                <a:latin typeface="Calibri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en-US" sz="2000">
                <a:latin typeface="Calibri"/>
              </a:rPr>
              <a:t>Seventh Outline Level</a:t>
            </a:r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4" descr=""/>
          <p:cNvPicPr/>
          <p:nvPr/>
        </p:nvPicPr>
        <p:blipFill>
          <a:blip r:embed="rId1"/>
          <a:stretch>
            <a:fillRect/>
          </a:stretch>
        </p:blipFill>
        <p:spPr>
          <a:xfrm>
            <a:off x="1823040" y="23760"/>
            <a:ext cx="2569320" cy="1497960"/>
          </a:xfrm>
          <a:prstGeom prst="rect">
            <a:avLst/>
          </a:prstGeom>
          <a:ln>
            <a:noFill/>
          </a:ln>
        </p:spPr>
      </p:pic>
      <p:pic>
        <p:nvPicPr>
          <p:cNvPr id="40" name="Picture 3" descr=""/>
          <p:cNvPicPr/>
          <p:nvPr/>
        </p:nvPicPr>
        <p:blipFill>
          <a:blip r:embed="rId2"/>
          <a:srcRect l="0" t="0" r="10151" b="0"/>
          <a:stretch>
            <a:fillRect/>
          </a:stretch>
        </p:blipFill>
        <p:spPr>
          <a:xfrm>
            <a:off x="-1440" y="18000"/>
            <a:ext cx="2342160" cy="1518120"/>
          </a:xfrm>
          <a:prstGeom prst="rect">
            <a:avLst/>
          </a:prstGeom>
          <a:ln>
            <a:noFill/>
          </a:ln>
        </p:spPr>
      </p:pic>
      <p:pic>
        <p:nvPicPr>
          <p:cNvPr id="41" name="Picture 4" descr=""/>
          <p:cNvPicPr/>
          <p:nvPr/>
        </p:nvPicPr>
        <p:blipFill>
          <a:blip r:embed="rId3"/>
          <a:srcRect l="3981" t="1675" r="7740" b="0"/>
          <a:stretch>
            <a:fillRect/>
          </a:stretch>
        </p:blipFill>
        <p:spPr>
          <a:xfrm>
            <a:off x="2011320" y="1180440"/>
            <a:ext cx="2141640" cy="4657320"/>
          </a:xfrm>
          <a:prstGeom prst="rect">
            <a:avLst/>
          </a:prstGeom>
          <a:ln>
            <a:noFill/>
          </a:ln>
        </p:spPr>
      </p:pic>
      <p:pic>
        <p:nvPicPr>
          <p:cNvPr id="42" name="Picture 7" descr=""/>
          <p:cNvPicPr/>
          <p:nvPr/>
        </p:nvPicPr>
        <p:blipFill>
          <a:blip r:embed="rId4"/>
          <a:srcRect l="0" t="1623" r="7657" b="0"/>
          <a:stretch>
            <a:fillRect/>
          </a:stretch>
        </p:blipFill>
        <p:spPr>
          <a:xfrm>
            <a:off x="106560" y="1175760"/>
            <a:ext cx="2255400" cy="4661640"/>
          </a:xfrm>
          <a:prstGeom prst="rect">
            <a:avLst/>
          </a:prstGeom>
          <a:ln>
            <a:noFill/>
          </a:ln>
        </p:spPr>
      </p:pic>
      <p:sp>
        <p:nvSpPr>
          <p:cNvPr id="43" name="CustomShape 1"/>
          <p:cNvSpPr/>
          <p:nvPr/>
        </p:nvSpPr>
        <p:spPr>
          <a:xfrm>
            <a:off x="2754000" y="2755800"/>
            <a:ext cx="500760" cy="395640"/>
          </a:xfrm>
          <a:prstGeom prst="ellipse">
            <a:avLst/>
          </a:prstGeom>
          <a:noFill/>
          <a:ln w="19080">
            <a:solidFill>
              <a:srgbClr val="ff0000"/>
            </a:solidFill>
            <a:round/>
          </a:ln>
        </p:spPr>
      </p:sp>
      <p:sp>
        <p:nvSpPr>
          <p:cNvPr id="44" name="CustomShape 2"/>
          <p:cNvSpPr/>
          <p:nvPr/>
        </p:nvSpPr>
        <p:spPr>
          <a:xfrm>
            <a:off x="1670760" y="3511440"/>
            <a:ext cx="500760" cy="395640"/>
          </a:xfrm>
          <a:prstGeom prst="ellipse">
            <a:avLst/>
          </a:prstGeom>
          <a:noFill/>
          <a:ln w="19080">
            <a:solidFill>
              <a:srgbClr val="ff0000"/>
            </a:solidFill>
            <a:round/>
          </a:ln>
        </p:spPr>
      </p:sp>
      <p:sp>
        <p:nvSpPr>
          <p:cNvPr id="45" name="CustomShape 3"/>
          <p:cNvSpPr/>
          <p:nvPr/>
        </p:nvSpPr>
        <p:spPr>
          <a:xfrm>
            <a:off x="1672560" y="1171440"/>
            <a:ext cx="539280" cy="30348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QD3</a:t>
            </a:r>
            <a:endParaRPr/>
          </a:p>
        </p:txBody>
      </p:sp>
      <p:sp>
        <p:nvSpPr>
          <p:cNvPr id="46" name="CustomShape 4"/>
          <p:cNvSpPr/>
          <p:nvPr/>
        </p:nvSpPr>
        <p:spPr>
          <a:xfrm>
            <a:off x="3505320" y="1171440"/>
            <a:ext cx="539280" cy="30348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QD3</a:t>
            </a:r>
            <a:endParaRPr/>
          </a:p>
        </p:txBody>
      </p:sp>
      <p:sp>
        <p:nvSpPr>
          <p:cNvPr id="47" name="CustomShape 5"/>
          <p:cNvSpPr/>
          <p:nvPr/>
        </p:nvSpPr>
        <p:spPr>
          <a:xfrm>
            <a:off x="1703880" y="1440000"/>
            <a:ext cx="630720" cy="30348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X</a:t>
            </a:r>
            <a:r>
              <a:rPr b="1" lang="en-US" sz="1400" baseline="30000">
                <a:solidFill>
                  <a:srgbClr val="ff0000"/>
                </a:solidFill>
                <a:latin typeface="Times New Roman"/>
              </a:rPr>
              <a:t>2</a:t>
            </a:r>
            <a:r>
              <a:rPr b="1" lang="en-US" sz="1400">
                <a:solidFill>
                  <a:srgbClr val="ff0000"/>
                </a:solidFill>
                <a:latin typeface="Times New Roman"/>
              </a:rPr>
              <a:t>-Cr</a:t>
            </a:r>
            <a:endParaRPr/>
          </a:p>
        </p:txBody>
      </p:sp>
      <p:sp>
        <p:nvSpPr>
          <p:cNvPr id="48" name="CustomShape 6"/>
          <p:cNvSpPr/>
          <p:nvPr/>
        </p:nvSpPr>
        <p:spPr>
          <a:xfrm>
            <a:off x="3545280" y="1459440"/>
            <a:ext cx="578880" cy="30348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X-Cr</a:t>
            </a:r>
            <a:endParaRPr/>
          </a:p>
        </p:txBody>
      </p:sp>
      <p:sp>
        <p:nvSpPr>
          <p:cNvPr id="49" name="CustomShape 7"/>
          <p:cNvSpPr/>
          <p:nvPr/>
        </p:nvSpPr>
        <p:spPr>
          <a:xfrm>
            <a:off x="632520" y="4914360"/>
            <a:ext cx="470880" cy="3337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600">
                <a:solidFill>
                  <a:srgbClr val="ff0000"/>
                </a:solidFill>
                <a:latin typeface="Calibri"/>
              </a:rPr>
              <a:t>+</a:t>
            </a:r>
            <a:endParaRPr/>
          </a:p>
        </p:txBody>
      </p:sp>
      <p:sp>
        <p:nvSpPr>
          <p:cNvPr id="50" name="CustomShape 8"/>
          <p:cNvSpPr/>
          <p:nvPr/>
        </p:nvSpPr>
        <p:spPr>
          <a:xfrm>
            <a:off x="2425320" y="4915800"/>
            <a:ext cx="470880" cy="3337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600">
                <a:solidFill>
                  <a:srgbClr val="ff0000"/>
                </a:solidFill>
                <a:latin typeface="Calibri"/>
              </a:rPr>
              <a:t>+</a:t>
            </a:r>
            <a:endParaRPr/>
          </a:p>
        </p:txBody>
      </p:sp>
      <p:sp>
        <p:nvSpPr>
          <p:cNvPr id="51" name="CustomShape 9"/>
          <p:cNvSpPr/>
          <p:nvPr/>
        </p:nvSpPr>
        <p:spPr>
          <a:xfrm>
            <a:off x="1726200" y="1882800"/>
            <a:ext cx="374760" cy="3337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6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52" name="CustomShape 10"/>
          <p:cNvSpPr/>
          <p:nvPr/>
        </p:nvSpPr>
        <p:spPr>
          <a:xfrm>
            <a:off x="3650400" y="1882440"/>
            <a:ext cx="374760" cy="3337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6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53" name="CustomShape 11"/>
          <p:cNvSpPr/>
          <p:nvPr/>
        </p:nvSpPr>
        <p:spPr>
          <a:xfrm>
            <a:off x="310320" y="4266720"/>
            <a:ext cx="143640" cy="14364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4" name="CustomShape 12"/>
          <p:cNvSpPr/>
          <p:nvPr/>
        </p:nvSpPr>
        <p:spPr>
          <a:xfrm>
            <a:off x="244800" y="5202720"/>
            <a:ext cx="143640" cy="14364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5" name="CustomShape 13"/>
          <p:cNvSpPr/>
          <p:nvPr/>
        </p:nvSpPr>
        <p:spPr>
          <a:xfrm>
            <a:off x="608400" y="133200"/>
            <a:ext cx="417960" cy="33408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600">
                <a:solidFill>
                  <a:srgbClr val="ffffff"/>
                </a:solidFill>
                <a:latin typeface="Times New Roman"/>
              </a:rPr>
              <a:t>(a)</a:t>
            </a:r>
            <a:endParaRPr/>
          </a:p>
        </p:txBody>
      </p:sp>
      <p:sp>
        <p:nvSpPr>
          <p:cNvPr id="56" name="CustomShape 14"/>
          <p:cNvSpPr/>
          <p:nvPr/>
        </p:nvSpPr>
        <p:spPr>
          <a:xfrm>
            <a:off x="2411640" y="145080"/>
            <a:ext cx="428040" cy="3337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600">
                <a:solidFill>
                  <a:srgbClr val="ffffff"/>
                </a:solidFill>
                <a:latin typeface="Times New Roman"/>
              </a:rPr>
              <a:t>(b)</a:t>
            </a:r>
            <a:endParaRPr/>
          </a:p>
        </p:txBody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