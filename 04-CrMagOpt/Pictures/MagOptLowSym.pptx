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321175" cy="5940425"/>
  <p:notesSz cx="6797675" cy="9926638"/>
  <p:defaultTextStyle>
    <a:defPPr>
      <a:defRPr lang="en-US"/>
    </a:defPPr>
    <a:lvl1pPr marL="0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90002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80004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870006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160008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450010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740012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2030014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320016" algn="l" defTabSz="580004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371" autoAdjust="0"/>
  </p:normalViewPr>
  <p:slideViewPr>
    <p:cSldViewPr>
      <p:cViewPr>
        <p:scale>
          <a:sx n="125" d="100"/>
          <a:sy n="125" d="100"/>
        </p:scale>
        <p:origin x="-1890" y="1002"/>
      </p:cViewPr>
      <p:guideLst>
        <p:guide orient="horz" pos="1871"/>
        <p:guide pos="13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24089" y="1845383"/>
            <a:ext cx="3672999" cy="127334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48177" y="3366241"/>
            <a:ext cx="3024823" cy="151810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900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800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70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600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500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7400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0300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32001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16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274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1344" y="3817273"/>
            <a:ext cx="3672999" cy="1179835"/>
          </a:xfrm>
        </p:spPr>
        <p:txBody>
          <a:bodyPr anchor="t"/>
          <a:lstStyle>
            <a:lvl1pPr algn="l">
              <a:defRPr sz="25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1344" y="2517807"/>
            <a:ext cx="3672999" cy="1299468"/>
          </a:xfrm>
        </p:spPr>
        <p:txBody>
          <a:bodyPr anchor="b"/>
          <a:lstStyle>
            <a:lvl1pPr marL="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1pPr>
            <a:lvl2pPr marL="290002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80004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70006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6000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5001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74001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2030014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320016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0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16060" y="1386100"/>
            <a:ext cx="1908519" cy="392040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196598" y="1386100"/>
            <a:ext cx="1908519" cy="392040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73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16060" y="1329720"/>
            <a:ext cx="1909269" cy="554165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90002" indent="0">
              <a:buNone/>
              <a:defRPr sz="1300" b="1"/>
            </a:lvl2pPr>
            <a:lvl3pPr marL="580004" indent="0">
              <a:buNone/>
              <a:defRPr sz="1100" b="1"/>
            </a:lvl3pPr>
            <a:lvl4pPr marL="870006" indent="0">
              <a:buNone/>
              <a:defRPr sz="1000" b="1"/>
            </a:lvl4pPr>
            <a:lvl5pPr marL="1160008" indent="0">
              <a:buNone/>
              <a:defRPr sz="1000" b="1"/>
            </a:lvl5pPr>
            <a:lvl6pPr marL="1450010" indent="0">
              <a:buNone/>
              <a:defRPr sz="1000" b="1"/>
            </a:lvl6pPr>
            <a:lvl7pPr marL="1740012" indent="0">
              <a:buNone/>
              <a:defRPr sz="1000" b="1"/>
            </a:lvl7pPr>
            <a:lvl8pPr marL="2030014" indent="0">
              <a:buNone/>
              <a:defRPr sz="1000" b="1"/>
            </a:lvl8pPr>
            <a:lvl9pPr marL="2320016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16060" y="1883884"/>
            <a:ext cx="1909269" cy="3422621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195098" y="1329720"/>
            <a:ext cx="1910019" cy="554165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90002" indent="0">
              <a:buNone/>
              <a:defRPr sz="1300" b="1"/>
            </a:lvl2pPr>
            <a:lvl3pPr marL="580004" indent="0">
              <a:buNone/>
              <a:defRPr sz="1100" b="1"/>
            </a:lvl3pPr>
            <a:lvl4pPr marL="870006" indent="0">
              <a:buNone/>
              <a:defRPr sz="1000" b="1"/>
            </a:lvl4pPr>
            <a:lvl5pPr marL="1160008" indent="0">
              <a:buNone/>
              <a:defRPr sz="1000" b="1"/>
            </a:lvl5pPr>
            <a:lvl6pPr marL="1450010" indent="0">
              <a:buNone/>
              <a:defRPr sz="1000" b="1"/>
            </a:lvl6pPr>
            <a:lvl7pPr marL="1740012" indent="0">
              <a:buNone/>
              <a:defRPr sz="1000" b="1"/>
            </a:lvl7pPr>
            <a:lvl8pPr marL="2030014" indent="0">
              <a:buNone/>
              <a:defRPr sz="1000" b="1"/>
            </a:lvl8pPr>
            <a:lvl9pPr marL="2320016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195098" y="1883884"/>
            <a:ext cx="1910019" cy="3422621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08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62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10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6060" y="236517"/>
            <a:ext cx="1421637" cy="1006573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689460" y="236517"/>
            <a:ext cx="2415657" cy="5069988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6060" y="1243089"/>
            <a:ext cx="1421637" cy="4063417"/>
          </a:xfrm>
        </p:spPr>
        <p:txBody>
          <a:bodyPr/>
          <a:lstStyle>
            <a:lvl1pPr marL="0" indent="0">
              <a:buNone/>
              <a:defRPr sz="900"/>
            </a:lvl1pPr>
            <a:lvl2pPr marL="290002" indent="0">
              <a:buNone/>
              <a:defRPr sz="800"/>
            </a:lvl2pPr>
            <a:lvl3pPr marL="580004" indent="0">
              <a:buNone/>
              <a:defRPr sz="600"/>
            </a:lvl3pPr>
            <a:lvl4pPr marL="870006" indent="0">
              <a:buNone/>
              <a:defRPr sz="600"/>
            </a:lvl4pPr>
            <a:lvl5pPr marL="1160008" indent="0">
              <a:buNone/>
              <a:defRPr sz="600"/>
            </a:lvl5pPr>
            <a:lvl6pPr marL="1450010" indent="0">
              <a:buNone/>
              <a:defRPr sz="600"/>
            </a:lvl6pPr>
            <a:lvl7pPr marL="1740012" indent="0">
              <a:buNone/>
              <a:defRPr sz="600"/>
            </a:lvl7pPr>
            <a:lvl8pPr marL="2030014" indent="0">
              <a:buNone/>
              <a:defRPr sz="600"/>
            </a:lvl8pPr>
            <a:lvl9pPr marL="2320016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139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46982" y="4158298"/>
            <a:ext cx="2592705" cy="490911"/>
          </a:xfrm>
        </p:spPr>
        <p:txBody>
          <a:bodyPr anchor="b"/>
          <a:lstStyle>
            <a:lvl1pPr algn="l">
              <a:defRPr sz="13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46982" y="530788"/>
            <a:ext cx="2592705" cy="3564255"/>
          </a:xfrm>
        </p:spPr>
        <p:txBody>
          <a:bodyPr/>
          <a:lstStyle>
            <a:lvl1pPr marL="0" indent="0">
              <a:buNone/>
              <a:defRPr sz="2000"/>
            </a:lvl1pPr>
            <a:lvl2pPr marL="290002" indent="0">
              <a:buNone/>
              <a:defRPr sz="1800"/>
            </a:lvl2pPr>
            <a:lvl3pPr marL="580004" indent="0">
              <a:buNone/>
              <a:defRPr sz="1500"/>
            </a:lvl3pPr>
            <a:lvl4pPr marL="870006" indent="0">
              <a:buNone/>
              <a:defRPr sz="1300"/>
            </a:lvl4pPr>
            <a:lvl5pPr marL="1160008" indent="0">
              <a:buNone/>
              <a:defRPr sz="1300"/>
            </a:lvl5pPr>
            <a:lvl6pPr marL="1450010" indent="0">
              <a:buNone/>
              <a:defRPr sz="1300"/>
            </a:lvl6pPr>
            <a:lvl7pPr marL="1740012" indent="0">
              <a:buNone/>
              <a:defRPr sz="1300"/>
            </a:lvl7pPr>
            <a:lvl8pPr marL="2030014" indent="0">
              <a:buNone/>
              <a:defRPr sz="1300"/>
            </a:lvl8pPr>
            <a:lvl9pPr marL="2320016" indent="0">
              <a:buNone/>
              <a:defRPr sz="13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46982" y="4649209"/>
            <a:ext cx="2592705" cy="697174"/>
          </a:xfrm>
        </p:spPr>
        <p:txBody>
          <a:bodyPr/>
          <a:lstStyle>
            <a:lvl1pPr marL="0" indent="0">
              <a:buNone/>
              <a:defRPr sz="900"/>
            </a:lvl1pPr>
            <a:lvl2pPr marL="290002" indent="0">
              <a:buNone/>
              <a:defRPr sz="800"/>
            </a:lvl2pPr>
            <a:lvl3pPr marL="580004" indent="0">
              <a:buNone/>
              <a:defRPr sz="600"/>
            </a:lvl3pPr>
            <a:lvl4pPr marL="870006" indent="0">
              <a:buNone/>
              <a:defRPr sz="600"/>
            </a:lvl4pPr>
            <a:lvl5pPr marL="1160008" indent="0">
              <a:buNone/>
              <a:defRPr sz="600"/>
            </a:lvl5pPr>
            <a:lvl6pPr marL="1450010" indent="0">
              <a:buNone/>
              <a:defRPr sz="600"/>
            </a:lvl6pPr>
            <a:lvl7pPr marL="1740012" indent="0">
              <a:buNone/>
              <a:defRPr sz="600"/>
            </a:lvl7pPr>
            <a:lvl8pPr marL="2030014" indent="0">
              <a:buNone/>
              <a:defRPr sz="600"/>
            </a:lvl8pPr>
            <a:lvl9pPr marL="2320016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026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777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132852" y="237893"/>
            <a:ext cx="972264" cy="5068612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16059" y="237893"/>
            <a:ext cx="2844774" cy="5068612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050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16059" y="237892"/>
            <a:ext cx="3889058" cy="990071"/>
          </a:xfrm>
          <a:prstGeom prst="rect">
            <a:avLst/>
          </a:prstGeom>
        </p:spPr>
        <p:txBody>
          <a:bodyPr vert="horz" lIns="58000" tIns="29000" rIns="58000" bIns="2900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16059" y="1386100"/>
            <a:ext cx="3889058" cy="3920405"/>
          </a:xfrm>
          <a:prstGeom prst="rect">
            <a:avLst/>
          </a:prstGeom>
        </p:spPr>
        <p:txBody>
          <a:bodyPr vert="horz" lIns="58000" tIns="29000" rIns="58000" bIns="2900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16059" y="5505895"/>
            <a:ext cx="1008274" cy="316272"/>
          </a:xfrm>
          <a:prstGeom prst="rect">
            <a:avLst/>
          </a:prstGeom>
        </p:spPr>
        <p:txBody>
          <a:bodyPr vert="horz" lIns="58000" tIns="29000" rIns="58000" bIns="2900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80855C-1118-4868-ABB1-9F99AF0E17BD}" type="datetimeFigureOut">
              <a:rPr lang="en-US" smtClean="0"/>
              <a:t>4/25/2017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476402" y="5505895"/>
            <a:ext cx="1368372" cy="316272"/>
          </a:xfrm>
          <a:prstGeom prst="rect">
            <a:avLst/>
          </a:prstGeom>
        </p:spPr>
        <p:txBody>
          <a:bodyPr vert="horz" lIns="58000" tIns="29000" rIns="58000" bIns="2900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096842" y="5505895"/>
            <a:ext cx="1008274" cy="316272"/>
          </a:xfrm>
          <a:prstGeom prst="rect">
            <a:avLst/>
          </a:prstGeom>
        </p:spPr>
        <p:txBody>
          <a:bodyPr vert="horz" lIns="58000" tIns="29000" rIns="58000" bIns="2900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6006C8-91C1-4D03-B497-6194EF34C87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32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80004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501" indent="-2175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71253" indent="-181251" algn="l" defTabSz="5800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5005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015007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305009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»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595011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885013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2175015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2465017" indent="-145001" algn="l" defTabSz="5800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90002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80004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70006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60008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450010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740012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2030014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320016" algn="l" defTabSz="580004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/>
          <p:cNvGrpSpPr/>
          <p:nvPr/>
        </p:nvGrpSpPr>
        <p:grpSpPr>
          <a:xfrm>
            <a:off x="-1348" y="17884"/>
            <a:ext cx="4394183" cy="5820257"/>
            <a:chOff x="-1348" y="33959"/>
            <a:chExt cx="4394183" cy="5820257"/>
          </a:xfrm>
        </p:grpSpPr>
        <p:grpSp>
          <p:nvGrpSpPr>
            <p:cNvPr id="23" name="Groupe 22"/>
            <p:cNvGrpSpPr/>
            <p:nvPr/>
          </p:nvGrpSpPr>
          <p:grpSpPr>
            <a:xfrm>
              <a:off x="-1348" y="33959"/>
              <a:ext cx="4394183" cy="5820257"/>
              <a:chOff x="2044866" y="33959"/>
              <a:chExt cx="4394183" cy="5820257"/>
            </a:xfrm>
          </p:grpSpPr>
          <p:pic>
            <p:nvPicPr>
              <p:cNvPr id="26" name="Picture 4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69359" y="39833"/>
                <a:ext cx="2569690" cy="14984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3"/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0163"/>
              <a:stretch/>
            </p:blipFill>
            <p:spPr bwMode="auto">
              <a:xfrm>
                <a:off x="2044866" y="33959"/>
                <a:ext cx="2342416" cy="151861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8" name="ZoneTexte 27"/>
              <p:cNvSpPr txBox="1"/>
              <p:nvPr/>
            </p:nvSpPr>
            <p:spPr>
              <a:xfrm>
                <a:off x="2651686" y="117320"/>
                <a:ext cx="4251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b="1" dirty="0" smtClean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(a)</a:t>
                </a:r>
                <a:endParaRPr lang="en-US" sz="16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ZoneTexte 28"/>
              <p:cNvSpPr txBox="1"/>
              <p:nvPr/>
            </p:nvSpPr>
            <p:spPr>
              <a:xfrm>
                <a:off x="4417904" y="128990"/>
                <a:ext cx="43633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b="1" dirty="0" smtClean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</a:t>
                </a:r>
                <a:endParaRPr lang="en-US" sz="16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30" name="Picture 4"/>
              <p:cNvPicPr>
                <a:picLocks noChangeAspect="1" noChangeArrowheads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989" t="1679" r="7753"/>
              <a:stretch/>
            </p:blipFill>
            <p:spPr bwMode="auto">
              <a:xfrm>
                <a:off x="4057452" y="1196491"/>
                <a:ext cx="2142088" cy="46577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" name="Picture 7"/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627" r="7671"/>
              <a:stretch/>
            </p:blipFill>
            <p:spPr bwMode="auto">
              <a:xfrm>
                <a:off x="2152690" y="1191728"/>
                <a:ext cx="2255780" cy="46620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2" name="Ellipse 31"/>
              <p:cNvSpPr/>
              <p:nvPr/>
            </p:nvSpPr>
            <p:spPr>
              <a:xfrm>
                <a:off x="4800140" y="2771800"/>
                <a:ext cx="501068" cy="396044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Ellipse 32"/>
              <p:cNvSpPr/>
              <p:nvPr/>
            </p:nvSpPr>
            <p:spPr>
              <a:xfrm>
                <a:off x="3717032" y="3527554"/>
                <a:ext cx="501068" cy="396044"/>
              </a:xfrm>
              <a:prstGeom prst="ellipse">
                <a:avLst/>
              </a:prstGeom>
              <a:noFill/>
              <a:ln w="19050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ZoneTexte 33"/>
              <p:cNvSpPr txBox="1"/>
              <p:nvPr/>
            </p:nvSpPr>
            <p:spPr>
              <a:xfrm>
                <a:off x="3717032" y="1187624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b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QD3</a:t>
                </a:r>
                <a:endParaRPr lang="en-US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" name="ZoneTexte 34"/>
              <p:cNvSpPr txBox="1"/>
              <p:nvPr/>
            </p:nvSpPr>
            <p:spPr>
              <a:xfrm>
                <a:off x="5549557" y="1187624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b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QD3</a:t>
                </a:r>
                <a:endParaRPr lang="en-US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ZoneTexte 35"/>
              <p:cNvSpPr txBox="1"/>
              <p:nvPr/>
            </p:nvSpPr>
            <p:spPr>
              <a:xfrm>
                <a:off x="3744156" y="1455911"/>
                <a:ext cx="64312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b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fr-FR" sz="1400" b="1" baseline="30000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fr-FR" sz="1400" b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-Cr</a:t>
                </a:r>
                <a:endParaRPr lang="en-US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ZoneTexte 36"/>
              <p:cNvSpPr txBox="1"/>
              <p:nvPr/>
            </p:nvSpPr>
            <p:spPr>
              <a:xfrm>
                <a:off x="5589240" y="1475656"/>
                <a:ext cx="5838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b="1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X-Cr</a:t>
                </a:r>
                <a:endParaRPr lang="en-US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8" name="ZoneTexte 37"/>
              <p:cNvSpPr txBox="1"/>
              <p:nvPr/>
            </p:nvSpPr>
            <p:spPr>
              <a:xfrm>
                <a:off x="2708920" y="4930596"/>
                <a:ext cx="4106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600" dirty="0" smtClean="0">
                    <a:solidFill>
                      <a:srgbClr val="FF0000"/>
                    </a:solidFill>
                  </a:rPr>
                  <a:t>+</a:t>
                </a:r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9" name="ZoneTexte 38"/>
              <p:cNvSpPr txBox="1"/>
              <p:nvPr/>
            </p:nvSpPr>
            <p:spPr>
              <a:xfrm>
                <a:off x="4501624" y="4932040"/>
                <a:ext cx="4106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600" dirty="0" smtClean="0">
                    <a:solidFill>
                      <a:srgbClr val="FF0000"/>
                    </a:solidFill>
                  </a:rPr>
                  <a:t>+</a:t>
                </a:r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40" name="ZoneTexte 39"/>
              <p:cNvSpPr txBox="1"/>
              <p:nvPr/>
            </p:nvSpPr>
            <p:spPr>
              <a:xfrm>
                <a:off x="3774753" y="1898740"/>
                <a:ext cx="37061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600" dirty="0" smtClean="0">
                    <a:solidFill>
                      <a:srgbClr val="FF0000"/>
                    </a:solidFill>
                  </a:rPr>
                  <a:t>-</a:t>
                </a:r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41" name="ZoneTexte 40"/>
              <p:cNvSpPr txBox="1"/>
              <p:nvPr/>
            </p:nvSpPr>
            <p:spPr>
              <a:xfrm>
                <a:off x="5698636" y="1898412"/>
                <a:ext cx="37061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6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600" dirty="0" smtClean="0">
                    <a:solidFill>
                      <a:srgbClr val="FF0000"/>
                    </a:solidFill>
                  </a:rPr>
                  <a:t>-</a:t>
                </a:r>
                <a:endParaRPr lang="en-US" sz="16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4" name="Rectangle 23"/>
            <p:cNvSpPr/>
            <p:nvPr/>
          </p:nvSpPr>
          <p:spPr>
            <a:xfrm>
              <a:off x="310152" y="4282802"/>
              <a:ext cx="144016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44800" y="5218906"/>
              <a:ext cx="144016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801300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16</Words>
  <Application>Microsoft Office PowerPoint</Application>
  <PresentationFormat>Personnalisé</PresentationFormat>
  <Paragraphs>10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user</cp:lastModifiedBy>
  <cp:revision>41</cp:revision>
  <cp:lastPrinted>2015-11-12T14:51:38Z</cp:lastPrinted>
  <dcterms:created xsi:type="dcterms:W3CDTF">2015-11-04T13:27:00Z</dcterms:created>
  <dcterms:modified xsi:type="dcterms:W3CDTF">2017-04-25T10:45:20Z</dcterms:modified>
</cp:coreProperties>
</file>