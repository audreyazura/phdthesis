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400675" cy="6011863"/>
  <p:notesSz cx="6858000" cy="9144000"/>
  <p:defaultTextStyle>
    <a:defPPr>
      <a:defRPr lang="fr-FR"/>
    </a:defPPr>
    <a:lvl1pPr marL="0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329184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658368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987552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316736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1645920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1975104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2304288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2633472" algn="l" defTabSz="658368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490" y="-552"/>
      </p:cViewPr>
      <p:guideLst>
        <p:guide orient="horz" pos="1894"/>
        <p:guide pos="17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05051" y="1867576"/>
            <a:ext cx="4590574" cy="128865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10103" y="3406722"/>
            <a:ext cx="3780473" cy="153636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29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583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87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16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9751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04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6334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7320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7143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26616" y="3863180"/>
            <a:ext cx="4590574" cy="1194022"/>
          </a:xfrm>
        </p:spPr>
        <p:txBody>
          <a:bodyPr anchor="t"/>
          <a:lstStyle>
            <a:lvl1pPr algn="l">
              <a:defRPr sz="2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26616" y="2548085"/>
            <a:ext cx="4590574" cy="1315095"/>
          </a:xfrm>
        </p:spPr>
        <p:txBody>
          <a:bodyPr anchor="b"/>
          <a:lstStyle>
            <a:lvl1pPr marL="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32918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65836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987552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4pPr>
            <a:lvl5pPr marL="1316736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5pPr>
            <a:lvl6pPr marL="164592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6pPr>
            <a:lvl7pPr marL="1975104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7pPr>
            <a:lvl8pPr marL="2304288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8pPr>
            <a:lvl9pPr marL="2633472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4561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70034" y="1402769"/>
            <a:ext cx="2385298" cy="3967552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745343" y="1402769"/>
            <a:ext cx="2385298" cy="3967552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3593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70034" y="1345712"/>
            <a:ext cx="2386236" cy="560828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329184" indent="0">
              <a:buNone/>
              <a:defRPr sz="1400" b="1"/>
            </a:lvl2pPr>
            <a:lvl3pPr marL="658368" indent="0">
              <a:buNone/>
              <a:defRPr sz="1300" b="1"/>
            </a:lvl3pPr>
            <a:lvl4pPr marL="987552" indent="0">
              <a:buNone/>
              <a:defRPr sz="1200" b="1"/>
            </a:lvl4pPr>
            <a:lvl5pPr marL="1316736" indent="0">
              <a:buNone/>
              <a:defRPr sz="1200" b="1"/>
            </a:lvl5pPr>
            <a:lvl6pPr marL="1645920" indent="0">
              <a:buNone/>
              <a:defRPr sz="1200" b="1"/>
            </a:lvl6pPr>
            <a:lvl7pPr marL="1975104" indent="0">
              <a:buNone/>
              <a:defRPr sz="1200" b="1"/>
            </a:lvl7pPr>
            <a:lvl8pPr marL="2304288" indent="0">
              <a:buNone/>
              <a:defRPr sz="1200" b="1"/>
            </a:lvl8pPr>
            <a:lvl9pPr marL="2633472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70034" y="1906540"/>
            <a:ext cx="2386236" cy="3463780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743470" y="1345712"/>
            <a:ext cx="2387173" cy="560828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329184" indent="0">
              <a:buNone/>
              <a:defRPr sz="1400" b="1"/>
            </a:lvl2pPr>
            <a:lvl3pPr marL="658368" indent="0">
              <a:buNone/>
              <a:defRPr sz="1300" b="1"/>
            </a:lvl3pPr>
            <a:lvl4pPr marL="987552" indent="0">
              <a:buNone/>
              <a:defRPr sz="1200" b="1"/>
            </a:lvl4pPr>
            <a:lvl5pPr marL="1316736" indent="0">
              <a:buNone/>
              <a:defRPr sz="1200" b="1"/>
            </a:lvl5pPr>
            <a:lvl6pPr marL="1645920" indent="0">
              <a:buNone/>
              <a:defRPr sz="1200" b="1"/>
            </a:lvl6pPr>
            <a:lvl7pPr marL="1975104" indent="0">
              <a:buNone/>
              <a:defRPr sz="1200" b="1"/>
            </a:lvl7pPr>
            <a:lvl8pPr marL="2304288" indent="0">
              <a:buNone/>
              <a:defRPr sz="1200" b="1"/>
            </a:lvl8pPr>
            <a:lvl9pPr marL="2633472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743470" y="1906540"/>
            <a:ext cx="2387173" cy="3463780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2702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0548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8322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0036" y="239362"/>
            <a:ext cx="1776785" cy="1018677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111516" y="239362"/>
            <a:ext cx="3019127" cy="5130958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70036" y="1258038"/>
            <a:ext cx="1776785" cy="4112282"/>
          </a:xfrm>
        </p:spPr>
        <p:txBody>
          <a:bodyPr/>
          <a:lstStyle>
            <a:lvl1pPr marL="0" indent="0">
              <a:buNone/>
              <a:defRPr sz="1000"/>
            </a:lvl1pPr>
            <a:lvl2pPr marL="329184" indent="0">
              <a:buNone/>
              <a:defRPr sz="900"/>
            </a:lvl2pPr>
            <a:lvl3pPr marL="658368" indent="0">
              <a:buNone/>
              <a:defRPr sz="700"/>
            </a:lvl3pPr>
            <a:lvl4pPr marL="987552" indent="0">
              <a:buNone/>
              <a:defRPr sz="600"/>
            </a:lvl4pPr>
            <a:lvl5pPr marL="1316736" indent="0">
              <a:buNone/>
              <a:defRPr sz="600"/>
            </a:lvl5pPr>
            <a:lvl6pPr marL="1645920" indent="0">
              <a:buNone/>
              <a:defRPr sz="600"/>
            </a:lvl6pPr>
            <a:lvl7pPr marL="1975104" indent="0">
              <a:buNone/>
              <a:defRPr sz="600"/>
            </a:lvl7pPr>
            <a:lvl8pPr marL="2304288" indent="0">
              <a:buNone/>
              <a:defRPr sz="600"/>
            </a:lvl8pPr>
            <a:lvl9pPr marL="2633472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0909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58572" y="4208304"/>
            <a:ext cx="3240405" cy="496814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058572" y="537172"/>
            <a:ext cx="3240405" cy="3607118"/>
          </a:xfrm>
        </p:spPr>
        <p:txBody>
          <a:bodyPr/>
          <a:lstStyle>
            <a:lvl1pPr marL="0" indent="0">
              <a:buNone/>
              <a:defRPr sz="2300"/>
            </a:lvl1pPr>
            <a:lvl2pPr marL="329184" indent="0">
              <a:buNone/>
              <a:defRPr sz="2000"/>
            </a:lvl2pPr>
            <a:lvl3pPr marL="658368" indent="0">
              <a:buNone/>
              <a:defRPr sz="1700"/>
            </a:lvl3pPr>
            <a:lvl4pPr marL="987552" indent="0">
              <a:buNone/>
              <a:defRPr sz="1400"/>
            </a:lvl4pPr>
            <a:lvl5pPr marL="1316736" indent="0">
              <a:buNone/>
              <a:defRPr sz="1400"/>
            </a:lvl5pPr>
            <a:lvl6pPr marL="1645920" indent="0">
              <a:buNone/>
              <a:defRPr sz="1400"/>
            </a:lvl6pPr>
            <a:lvl7pPr marL="1975104" indent="0">
              <a:buNone/>
              <a:defRPr sz="1400"/>
            </a:lvl7pPr>
            <a:lvl8pPr marL="2304288" indent="0">
              <a:buNone/>
              <a:defRPr sz="1400"/>
            </a:lvl8pPr>
            <a:lvl9pPr marL="2633472" indent="0">
              <a:buNone/>
              <a:defRPr sz="14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058572" y="4705119"/>
            <a:ext cx="3240405" cy="705559"/>
          </a:xfrm>
        </p:spPr>
        <p:txBody>
          <a:bodyPr/>
          <a:lstStyle>
            <a:lvl1pPr marL="0" indent="0">
              <a:buNone/>
              <a:defRPr sz="1000"/>
            </a:lvl1pPr>
            <a:lvl2pPr marL="329184" indent="0">
              <a:buNone/>
              <a:defRPr sz="900"/>
            </a:lvl2pPr>
            <a:lvl3pPr marL="658368" indent="0">
              <a:buNone/>
              <a:defRPr sz="700"/>
            </a:lvl3pPr>
            <a:lvl4pPr marL="987552" indent="0">
              <a:buNone/>
              <a:defRPr sz="600"/>
            </a:lvl4pPr>
            <a:lvl5pPr marL="1316736" indent="0">
              <a:buNone/>
              <a:defRPr sz="600"/>
            </a:lvl5pPr>
            <a:lvl6pPr marL="1645920" indent="0">
              <a:buNone/>
              <a:defRPr sz="600"/>
            </a:lvl6pPr>
            <a:lvl7pPr marL="1975104" indent="0">
              <a:buNone/>
              <a:defRPr sz="600"/>
            </a:lvl7pPr>
            <a:lvl8pPr marL="2304288" indent="0">
              <a:buNone/>
              <a:defRPr sz="600"/>
            </a:lvl8pPr>
            <a:lvl9pPr marL="2633472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8516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4875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915489" y="240753"/>
            <a:ext cx="1215152" cy="512956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70034" y="240753"/>
            <a:ext cx="3555444" cy="512956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778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70034" y="240755"/>
            <a:ext cx="4860608" cy="1001977"/>
          </a:xfrm>
          <a:prstGeom prst="rect">
            <a:avLst/>
          </a:prstGeom>
        </p:spPr>
        <p:txBody>
          <a:bodyPr vert="horz" lIns="65837" tIns="32918" rIns="65837" bIns="3291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70034" y="1402769"/>
            <a:ext cx="4860608" cy="3967552"/>
          </a:xfrm>
          <a:prstGeom prst="rect">
            <a:avLst/>
          </a:prstGeom>
        </p:spPr>
        <p:txBody>
          <a:bodyPr vert="horz" lIns="65837" tIns="32918" rIns="65837" bIns="3291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70034" y="5572107"/>
            <a:ext cx="1260158" cy="320076"/>
          </a:xfrm>
          <a:prstGeom prst="rect">
            <a:avLst/>
          </a:prstGeom>
        </p:spPr>
        <p:txBody>
          <a:bodyPr vert="horz" lIns="65837" tIns="32918" rIns="65837" bIns="32918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B3F2E-F818-4BB6-AA88-7FBA07172323}" type="datetimeFigureOut">
              <a:rPr lang="fr-FR" smtClean="0"/>
              <a:t>18/07/2017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845231" y="5572107"/>
            <a:ext cx="1710214" cy="320076"/>
          </a:xfrm>
          <a:prstGeom prst="rect">
            <a:avLst/>
          </a:prstGeom>
        </p:spPr>
        <p:txBody>
          <a:bodyPr vert="horz" lIns="65837" tIns="32918" rIns="65837" bIns="32918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3870484" y="5572107"/>
            <a:ext cx="1260158" cy="320076"/>
          </a:xfrm>
          <a:prstGeom prst="rect">
            <a:avLst/>
          </a:prstGeom>
        </p:spPr>
        <p:txBody>
          <a:bodyPr vert="horz" lIns="65837" tIns="32918" rIns="65837" bIns="32918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ABD9D-55DF-4954-88E0-6F9794296F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952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58368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6888" indent="-246888" algn="l" defTabSz="658368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34924" indent="-205740" algn="l" defTabSz="658368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152144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81328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10512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139696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68880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98064" indent="-164592" algn="l" defTabSz="6583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658368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87552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316736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975104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304288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633472" algn="l" defTabSz="658368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Ellipse 314"/>
          <p:cNvSpPr>
            <a:spLocks noChangeArrowheads="1"/>
          </p:cNvSpPr>
          <p:nvPr/>
        </p:nvSpPr>
        <p:spPr bwMode="auto">
          <a:xfrm>
            <a:off x="2727352" y="1520911"/>
            <a:ext cx="2309279" cy="1461965"/>
          </a:xfrm>
          <a:prstGeom prst="ellipse">
            <a:avLst/>
          </a:prstGeom>
          <a:solidFill>
            <a:srgbClr val="4774AB">
              <a:alpha val="10000"/>
            </a:srgbClr>
          </a:solidFill>
          <a:ln w="12700" algn="ctr">
            <a:solidFill>
              <a:srgbClr val="4774AB"/>
            </a:solidFill>
            <a:round/>
            <a:headEnd/>
            <a:tailEnd/>
          </a:ln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fr-FR">
              <a:solidFill>
                <a:schemeClr val="lt1"/>
              </a:solidFill>
              <a:latin typeface="+mn-lt"/>
            </a:endParaRPr>
          </a:p>
        </p:txBody>
      </p:sp>
      <p:grpSp>
        <p:nvGrpSpPr>
          <p:cNvPr id="314" name="Groupe 313"/>
          <p:cNvGrpSpPr/>
          <p:nvPr/>
        </p:nvGrpSpPr>
        <p:grpSpPr>
          <a:xfrm>
            <a:off x="1098095" y="-18405"/>
            <a:ext cx="4269893" cy="6073864"/>
            <a:chOff x="7034075" y="887363"/>
            <a:chExt cx="3181953" cy="4526293"/>
          </a:xfrm>
        </p:grpSpPr>
        <p:sp>
          <p:nvSpPr>
            <p:cNvPr id="368" name="Line 39"/>
            <p:cNvSpPr>
              <a:spLocks noChangeShapeType="1"/>
            </p:cNvSpPr>
            <p:nvPr/>
          </p:nvSpPr>
          <p:spPr bwMode="auto">
            <a:xfrm flipV="1">
              <a:off x="7594884" y="4863803"/>
              <a:ext cx="1191971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69" name="Line 39"/>
            <p:cNvSpPr>
              <a:spLocks noChangeShapeType="1"/>
            </p:cNvSpPr>
            <p:nvPr/>
          </p:nvSpPr>
          <p:spPr bwMode="auto">
            <a:xfrm flipV="1">
              <a:off x="7587108" y="5117096"/>
              <a:ext cx="1611044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16" name="Line 1"/>
            <p:cNvSpPr>
              <a:spLocks noChangeShapeType="1"/>
            </p:cNvSpPr>
            <p:nvPr/>
          </p:nvSpPr>
          <p:spPr bwMode="auto">
            <a:xfrm>
              <a:off x="9760315" y="3960427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17" name="Line 2"/>
            <p:cNvSpPr>
              <a:spLocks noChangeShapeType="1"/>
            </p:cNvSpPr>
            <p:nvPr/>
          </p:nvSpPr>
          <p:spPr bwMode="auto">
            <a:xfrm>
              <a:off x="9408858" y="4861758"/>
              <a:ext cx="159810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18" name="Line 4"/>
            <p:cNvSpPr>
              <a:spLocks noChangeShapeType="1"/>
            </p:cNvSpPr>
            <p:nvPr/>
          </p:nvSpPr>
          <p:spPr bwMode="auto">
            <a:xfrm>
              <a:off x="8600669" y="4861758"/>
              <a:ext cx="159810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19" name="Line 5"/>
            <p:cNvSpPr>
              <a:spLocks noChangeShapeType="1"/>
            </p:cNvSpPr>
            <p:nvPr/>
          </p:nvSpPr>
          <p:spPr bwMode="auto">
            <a:xfrm>
              <a:off x="8278076" y="3959205"/>
              <a:ext cx="170675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0" name="Rectangle 6"/>
            <p:cNvSpPr>
              <a:spLocks noChangeArrowheads="1"/>
            </p:cNvSpPr>
            <p:nvPr/>
          </p:nvSpPr>
          <p:spPr bwMode="auto">
            <a:xfrm>
              <a:off x="7679308" y="887363"/>
              <a:ext cx="432819" cy="2937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000" dirty="0">
                  <a:solidFill>
                    <a:srgbClr val="000000"/>
                  </a:solidFill>
                  <a:latin typeface="Times New Roman" pitchFamily="16" charset="0"/>
                </a:rPr>
                <a:t>E</a:t>
              </a:r>
            </a:p>
          </p:txBody>
        </p:sp>
        <p:sp>
          <p:nvSpPr>
            <p:cNvPr id="321" name="Line 10"/>
            <p:cNvSpPr>
              <a:spLocks noChangeShapeType="1"/>
            </p:cNvSpPr>
            <p:nvPr/>
          </p:nvSpPr>
          <p:spPr bwMode="auto">
            <a:xfrm flipH="1" flipV="1">
              <a:off x="7668344" y="3498688"/>
              <a:ext cx="10964" cy="1743476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2" name="Rectangle 11"/>
            <p:cNvSpPr>
              <a:spLocks noChangeArrowheads="1"/>
            </p:cNvSpPr>
            <p:nvPr/>
          </p:nvSpPr>
          <p:spPr bwMode="auto">
            <a:xfrm>
              <a:off x="9479841" y="3210369"/>
              <a:ext cx="734598" cy="2937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000" dirty="0">
                  <a:solidFill>
                    <a:srgbClr val="FF0000"/>
                  </a:solidFill>
                  <a:latin typeface="Symbol" charset="2"/>
                </a:rPr>
                <a:t>  s-</a:t>
              </a:r>
            </a:p>
          </p:txBody>
        </p:sp>
        <p:sp>
          <p:nvSpPr>
            <p:cNvPr id="323" name="AutoShape 12"/>
            <p:cNvSpPr>
              <a:spLocks/>
            </p:cNvSpPr>
            <p:nvPr/>
          </p:nvSpPr>
          <p:spPr bwMode="auto">
            <a:xfrm>
              <a:off x="9609975" y="3425730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FF00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sp>
          <p:nvSpPr>
            <p:cNvPr id="324" name="Line 34"/>
            <p:cNvSpPr>
              <a:spLocks noChangeShapeType="1"/>
            </p:cNvSpPr>
            <p:nvPr/>
          </p:nvSpPr>
          <p:spPr bwMode="auto">
            <a:xfrm>
              <a:off x="7587107" y="2815194"/>
              <a:ext cx="161142" cy="3231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5" name="Line 35"/>
            <p:cNvSpPr>
              <a:spLocks noChangeShapeType="1"/>
            </p:cNvSpPr>
            <p:nvPr/>
          </p:nvSpPr>
          <p:spPr bwMode="auto">
            <a:xfrm flipV="1">
              <a:off x="7764588" y="2430349"/>
              <a:ext cx="506572" cy="394319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6" name="Line 36"/>
            <p:cNvSpPr>
              <a:spLocks noChangeShapeType="1"/>
            </p:cNvSpPr>
            <p:nvPr/>
          </p:nvSpPr>
          <p:spPr bwMode="auto">
            <a:xfrm flipV="1">
              <a:off x="7765457" y="1314525"/>
              <a:ext cx="501852" cy="1496143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7" name="Line 37"/>
            <p:cNvSpPr>
              <a:spLocks noChangeShapeType="1"/>
            </p:cNvSpPr>
            <p:nvPr/>
          </p:nvSpPr>
          <p:spPr bwMode="auto">
            <a:xfrm flipV="1">
              <a:off x="7773019" y="1829892"/>
              <a:ext cx="494290" cy="980778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8" name="Line 38"/>
            <p:cNvSpPr>
              <a:spLocks noChangeShapeType="1"/>
            </p:cNvSpPr>
            <p:nvPr/>
          </p:nvSpPr>
          <p:spPr bwMode="auto">
            <a:xfrm flipV="1">
              <a:off x="7773350" y="2672858"/>
              <a:ext cx="497809" cy="140071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29" name="Line 39"/>
            <p:cNvSpPr>
              <a:spLocks noChangeShapeType="1"/>
            </p:cNvSpPr>
            <p:nvPr/>
          </p:nvSpPr>
          <p:spPr bwMode="auto">
            <a:xfrm>
              <a:off x="7764585" y="2818424"/>
              <a:ext cx="506574" cy="1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0" name="Rectangle 40"/>
            <p:cNvSpPr>
              <a:spLocks noChangeArrowheads="1"/>
            </p:cNvSpPr>
            <p:nvPr/>
          </p:nvSpPr>
          <p:spPr bwMode="auto">
            <a:xfrm>
              <a:off x="7153204" y="2644580"/>
              <a:ext cx="430942" cy="2707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800" dirty="0" smtClean="0">
                  <a:solidFill>
                    <a:srgbClr val="000000"/>
                  </a:solidFill>
                </a:rPr>
                <a:t>I±1&gt;</a:t>
              </a:r>
              <a:endParaRPr lang="en-GB" sz="1800" dirty="0">
                <a:solidFill>
                  <a:srgbClr val="000000"/>
                </a:solidFill>
              </a:endParaRPr>
            </a:p>
          </p:txBody>
        </p:sp>
        <p:sp>
          <p:nvSpPr>
            <p:cNvPr id="331" name="Line 52"/>
            <p:cNvSpPr>
              <a:spLocks noChangeShapeType="1"/>
            </p:cNvSpPr>
            <p:nvPr/>
          </p:nvSpPr>
          <p:spPr bwMode="auto">
            <a:xfrm>
              <a:off x="9405786" y="2422216"/>
              <a:ext cx="162882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2" name="Line 53"/>
            <p:cNvSpPr>
              <a:spLocks noChangeShapeType="1"/>
            </p:cNvSpPr>
            <p:nvPr/>
          </p:nvSpPr>
          <p:spPr bwMode="auto">
            <a:xfrm>
              <a:off x="8957048" y="2822716"/>
              <a:ext cx="159810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3" name="Line 54"/>
            <p:cNvSpPr>
              <a:spLocks noChangeShapeType="1"/>
            </p:cNvSpPr>
            <p:nvPr/>
          </p:nvSpPr>
          <p:spPr bwMode="auto">
            <a:xfrm>
              <a:off x="8623345" y="2672858"/>
              <a:ext cx="159810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4" name="Line 55"/>
            <p:cNvSpPr>
              <a:spLocks noChangeShapeType="1"/>
            </p:cNvSpPr>
            <p:nvPr/>
          </p:nvSpPr>
          <p:spPr bwMode="auto">
            <a:xfrm>
              <a:off x="8280952" y="1829894"/>
              <a:ext cx="159810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5" name="Line 57"/>
            <p:cNvSpPr>
              <a:spLocks noChangeShapeType="1"/>
            </p:cNvSpPr>
            <p:nvPr/>
          </p:nvSpPr>
          <p:spPr bwMode="auto">
            <a:xfrm>
              <a:off x="8290274" y="1318099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6" name="Line 58"/>
            <p:cNvSpPr>
              <a:spLocks noChangeShapeType="1"/>
            </p:cNvSpPr>
            <p:nvPr/>
          </p:nvSpPr>
          <p:spPr bwMode="auto">
            <a:xfrm>
              <a:off x="8624676" y="2425647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7" name="Line 59"/>
            <p:cNvSpPr>
              <a:spLocks noChangeShapeType="1"/>
            </p:cNvSpPr>
            <p:nvPr/>
          </p:nvSpPr>
          <p:spPr bwMode="auto">
            <a:xfrm>
              <a:off x="9135908" y="2822163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8" name="Line 60"/>
            <p:cNvSpPr>
              <a:spLocks noChangeShapeType="1"/>
            </p:cNvSpPr>
            <p:nvPr/>
          </p:nvSpPr>
          <p:spPr bwMode="auto">
            <a:xfrm>
              <a:off x="9410190" y="2672858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39" name="Line 61"/>
            <p:cNvSpPr>
              <a:spLocks noChangeShapeType="1"/>
            </p:cNvSpPr>
            <p:nvPr/>
          </p:nvSpPr>
          <p:spPr bwMode="auto">
            <a:xfrm>
              <a:off x="9763189" y="1829894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0" name="Line 67"/>
            <p:cNvSpPr>
              <a:spLocks noChangeShapeType="1"/>
            </p:cNvSpPr>
            <p:nvPr/>
          </p:nvSpPr>
          <p:spPr bwMode="auto">
            <a:xfrm>
              <a:off x="8783155" y="2430349"/>
              <a:ext cx="627035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1" name="Line 69"/>
            <p:cNvSpPr>
              <a:spLocks noChangeShapeType="1"/>
            </p:cNvSpPr>
            <p:nvPr/>
          </p:nvSpPr>
          <p:spPr bwMode="auto">
            <a:xfrm>
              <a:off x="8480102" y="1318099"/>
              <a:ext cx="1287138" cy="2053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2" name="Line 70"/>
            <p:cNvSpPr>
              <a:spLocks noChangeShapeType="1"/>
            </p:cNvSpPr>
            <p:nvPr/>
          </p:nvSpPr>
          <p:spPr bwMode="auto">
            <a:xfrm flipV="1">
              <a:off x="8448752" y="1829892"/>
              <a:ext cx="1318488" cy="288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3" name="Rectangle 71"/>
            <p:cNvSpPr>
              <a:spLocks noChangeArrowheads="1"/>
            </p:cNvSpPr>
            <p:nvPr/>
          </p:nvSpPr>
          <p:spPr bwMode="auto">
            <a:xfrm>
              <a:off x="8149735" y="969273"/>
              <a:ext cx="427357" cy="2937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000" dirty="0" smtClean="0">
                  <a:solidFill>
                    <a:srgbClr val="FF0000"/>
                  </a:solidFill>
                  <a:latin typeface="Calibri" charset="0"/>
                </a:rPr>
                <a:t>I-1&gt;</a:t>
              </a:r>
              <a:endParaRPr lang="en-GB" sz="2000" dirty="0">
                <a:solidFill>
                  <a:srgbClr val="FF0000"/>
                </a:solidFill>
                <a:latin typeface="Calibri" charset="0"/>
              </a:endParaRPr>
            </a:p>
          </p:txBody>
        </p:sp>
        <p:sp>
          <p:nvSpPr>
            <p:cNvPr id="344" name="Rectangle 72"/>
            <p:cNvSpPr>
              <a:spLocks noChangeArrowheads="1"/>
            </p:cNvSpPr>
            <p:nvPr/>
          </p:nvSpPr>
          <p:spPr bwMode="auto">
            <a:xfrm>
              <a:off x="9636411" y="965412"/>
              <a:ext cx="464390" cy="2937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000" dirty="0">
                  <a:solidFill>
                    <a:srgbClr val="0033CC"/>
                  </a:solidFill>
                  <a:latin typeface="Calibri" charset="0"/>
                </a:rPr>
                <a:t>I+1&gt;</a:t>
              </a:r>
            </a:p>
          </p:txBody>
        </p:sp>
        <p:sp>
          <p:nvSpPr>
            <p:cNvPr id="345" name="Line 3"/>
            <p:cNvSpPr>
              <a:spLocks noChangeShapeType="1"/>
            </p:cNvSpPr>
            <p:nvPr/>
          </p:nvSpPr>
          <p:spPr bwMode="auto">
            <a:xfrm>
              <a:off x="9030163" y="5118238"/>
              <a:ext cx="172795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6" name="Forme libre 10"/>
            <p:cNvSpPr>
              <a:spLocks/>
            </p:cNvSpPr>
            <p:nvPr/>
          </p:nvSpPr>
          <p:spPr bwMode="auto">
            <a:xfrm>
              <a:off x="7555725" y="3335635"/>
              <a:ext cx="209731" cy="138578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347" name="Forme libre 11"/>
            <p:cNvSpPr>
              <a:spLocks/>
            </p:cNvSpPr>
            <p:nvPr/>
          </p:nvSpPr>
          <p:spPr bwMode="auto">
            <a:xfrm>
              <a:off x="7550159" y="3407643"/>
              <a:ext cx="209731" cy="137319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348" name="Line 10"/>
            <p:cNvSpPr>
              <a:spLocks noChangeShapeType="1"/>
            </p:cNvSpPr>
            <p:nvPr/>
          </p:nvSpPr>
          <p:spPr bwMode="auto">
            <a:xfrm flipV="1">
              <a:off x="7668344" y="981290"/>
              <a:ext cx="0" cy="2386424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9" name="Rectangle 11"/>
            <p:cNvSpPr>
              <a:spLocks noChangeArrowheads="1"/>
            </p:cNvSpPr>
            <p:nvPr/>
          </p:nvSpPr>
          <p:spPr bwMode="auto">
            <a:xfrm>
              <a:off x="9451638" y="2829916"/>
              <a:ext cx="764390" cy="2937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000" dirty="0">
                  <a:solidFill>
                    <a:srgbClr val="FF0000"/>
                  </a:solidFill>
                  <a:latin typeface="Symbol" charset="2"/>
                </a:rPr>
                <a:t>  </a:t>
              </a:r>
              <a:r>
                <a:rPr lang="en-GB" sz="2000" dirty="0" smtClean="0">
                  <a:solidFill>
                    <a:srgbClr val="0033CC"/>
                  </a:solidFill>
                  <a:latin typeface="Symbol" charset="2"/>
                </a:rPr>
                <a:t>s+</a:t>
              </a:r>
              <a:endParaRPr lang="en-GB" sz="2000" dirty="0">
                <a:solidFill>
                  <a:srgbClr val="0033CC"/>
                </a:solidFill>
                <a:latin typeface="Symbol" charset="2"/>
              </a:endParaRPr>
            </a:p>
          </p:txBody>
        </p:sp>
        <p:sp>
          <p:nvSpPr>
            <p:cNvPr id="350" name="Rectangle 26"/>
            <p:cNvSpPr>
              <a:spLocks noChangeArrowheads="1"/>
            </p:cNvSpPr>
            <p:nvPr/>
          </p:nvSpPr>
          <p:spPr bwMode="auto">
            <a:xfrm>
              <a:off x="8074484" y="3671396"/>
              <a:ext cx="515755" cy="2707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</a:pPr>
              <a:r>
                <a:rPr lang="en-GB" sz="1800" dirty="0" err="1" smtClean="0">
                  <a:latin typeface="Times New Roman" pitchFamily="16" charset="0"/>
                </a:rPr>
                <a:t>S</a:t>
              </a:r>
              <a:r>
                <a:rPr lang="en-GB" sz="1800" baseline="-25000" dirty="0" err="1" smtClean="0">
                  <a:latin typeface="Times New Roman" pitchFamily="16" charset="0"/>
                </a:rPr>
                <a:t>z</a:t>
              </a:r>
              <a:r>
                <a:rPr lang="en-GB" sz="1800" dirty="0" smtClean="0">
                  <a:latin typeface="Times New Roman" pitchFamily="16" charset="0"/>
                </a:rPr>
                <a:t>=-2</a:t>
              </a:r>
              <a:endParaRPr lang="en-GB" sz="1800" dirty="0">
                <a:latin typeface="Times New Roman" pitchFamily="16" charset="0"/>
              </a:endParaRPr>
            </a:p>
          </p:txBody>
        </p:sp>
        <p:sp>
          <p:nvSpPr>
            <p:cNvPr id="351" name="Rectangle 25"/>
            <p:cNvSpPr>
              <a:spLocks noChangeArrowheads="1"/>
            </p:cNvSpPr>
            <p:nvPr/>
          </p:nvSpPr>
          <p:spPr bwMode="auto">
            <a:xfrm>
              <a:off x="8099797" y="4583632"/>
              <a:ext cx="557566" cy="2937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 smtClean="0">
                  <a:latin typeface="Times New Roman" pitchFamily="16" charset="0"/>
                </a:rPr>
                <a:t>S</a:t>
              </a:r>
              <a:r>
                <a:rPr lang="en-GB" sz="2000" baseline="-25000" dirty="0" err="1" smtClean="0">
                  <a:latin typeface="Times New Roman" pitchFamily="16" charset="0"/>
                </a:rPr>
                <a:t>z</a:t>
              </a:r>
              <a:r>
                <a:rPr lang="en-GB" sz="2000" dirty="0" smtClean="0">
                  <a:latin typeface="Times New Roman" pitchFamily="16" charset="0"/>
                </a:rPr>
                <a:t>=-1</a:t>
              </a:r>
              <a:endParaRPr lang="en-GB" sz="2000" dirty="0">
                <a:latin typeface="Times New Roman" pitchFamily="16" charset="0"/>
              </a:endParaRPr>
            </a:p>
          </p:txBody>
        </p:sp>
        <p:sp>
          <p:nvSpPr>
            <p:cNvPr id="352" name="Rectangle 24"/>
            <p:cNvSpPr>
              <a:spLocks noChangeArrowheads="1"/>
            </p:cNvSpPr>
            <p:nvPr/>
          </p:nvSpPr>
          <p:spPr bwMode="auto">
            <a:xfrm>
              <a:off x="8896538" y="5142876"/>
              <a:ext cx="458416" cy="2707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800" dirty="0" err="1">
                  <a:latin typeface="Times New Roman" pitchFamily="16" charset="0"/>
                </a:rPr>
                <a:t>S</a:t>
              </a:r>
              <a:r>
                <a:rPr lang="en-GB" sz="1800" baseline="-25000" dirty="0" err="1">
                  <a:latin typeface="Times New Roman" pitchFamily="16" charset="0"/>
                </a:rPr>
                <a:t>z</a:t>
              </a:r>
              <a:r>
                <a:rPr lang="en-GB" sz="1800" dirty="0">
                  <a:latin typeface="Times New Roman" pitchFamily="16" charset="0"/>
                </a:rPr>
                <a:t>=0</a:t>
              </a:r>
            </a:p>
          </p:txBody>
        </p:sp>
        <p:cxnSp>
          <p:nvCxnSpPr>
            <p:cNvPr id="353" name="Connecteur droit avec flèche 352"/>
            <p:cNvCxnSpPr/>
            <p:nvPr/>
          </p:nvCxnSpPr>
          <p:spPr>
            <a:xfrm flipH="1">
              <a:off x="9434267" y="2430349"/>
              <a:ext cx="0" cy="2422523"/>
            </a:xfrm>
            <a:prstGeom prst="straightConnector1">
              <a:avLst/>
            </a:prstGeom>
            <a:ln>
              <a:solidFill>
                <a:srgbClr val="0033CC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Line 55"/>
            <p:cNvSpPr>
              <a:spLocks noChangeShapeType="1"/>
            </p:cNvSpPr>
            <p:nvPr/>
          </p:nvSpPr>
          <p:spPr bwMode="auto">
            <a:xfrm>
              <a:off x="9763189" y="1318099"/>
              <a:ext cx="156936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cxnSp>
          <p:nvCxnSpPr>
            <p:cNvPr id="355" name="Connecteur droit avec flèche 354"/>
            <p:cNvCxnSpPr/>
            <p:nvPr/>
          </p:nvCxnSpPr>
          <p:spPr>
            <a:xfrm flipH="1">
              <a:off x="9529093" y="2676235"/>
              <a:ext cx="0" cy="2173027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56" name="ZoneTexte 355"/>
            <p:cNvSpPr txBox="1"/>
            <p:nvPr/>
          </p:nvSpPr>
          <p:spPr>
            <a:xfrm>
              <a:off x="7262181" y="4693429"/>
              <a:ext cx="339497" cy="298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20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7" name="ZoneTexte 356"/>
            <p:cNvSpPr txBox="1"/>
            <p:nvPr/>
          </p:nvSpPr>
          <p:spPr>
            <a:xfrm>
              <a:off x="7172678" y="3835143"/>
              <a:ext cx="405198" cy="2752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4D</a:t>
              </a:r>
              <a:r>
                <a:rPr lang="fr-FR" sz="1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8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8" name="ZoneTexte 357"/>
            <p:cNvSpPr txBox="1"/>
            <p:nvPr/>
          </p:nvSpPr>
          <p:spPr>
            <a:xfrm>
              <a:off x="7347060" y="4963208"/>
              <a:ext cx="223623" cy="2752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8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9" name="Accolade ouvrante 358"/>
            <p:cNvSpPr/>
            <p:nvPr/>
          </p:nvSpPr>
          <p:spPr>
            <a:xfrm>
              <a:off x="7034075" y="1159464"/>
              <a:ext cx="189992" cy="1797689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Accolade ouvrante 359"/>
            <p:cNvSpPr/>
            <p:nvPr/>
          </p:nvSpPr>
          <p:spPr>
            <a:xfrm>
              <a:off x="7034075" y="3827009"/>
              <a:ext cx="189992" cy="1419852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Rectangle 360"/>
            <p:cNvSpPr/>
            <p:nvPr/>
          </p:nvSpPr>
          <p:spPr>
            <a:xfrm>
              <a:off x="9497960" y="3107144"/>
              <a:ext cx="220956" cy="130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" name="AutoShape 12"/>
            <p:cNvSpPr>
              <a:spLocks/>
            </p:cNvSpPr>
            <p:nvPr/>
          </p:nvSpPr>
          <p:spPr bwMode="auto">
            <a:xfrm>
              <a:off x="9476538" y="3107144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0066CC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cxnSp>
          <p:nvCxnSpPr>
            <p:cNvPr id="363" name="Connecteur droit avec flèche 362"/>
            <p:cNvCxnSpPr/>
            <p:nvPr/>
          </p:nvCxnSpPr>
          <p:spPr>
            <a:xfrm flipH="1">
              <a:off x="8630710" y="2430349"/>
              <a:ext cx="0" cy="2422523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4" name="Connecteur droit avec flèche 363"/>
            <p:cNvCxnSpPr/>
            <p:nvPr/>
          </p:nvCxnSpPr>
          <p:spPr>
            <a:xfrm flipH="1">
              <a:off x="9185997" y="2828873"/>
              <a:ext cx="0" cy="2280337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5" name="Connecteur droit avec flèche 364"/>
            <p:cNvCxnSpPr/>
            <p:nvPr/>
          </p:nvCxnSpPr>
          <p:spPr>
            <a:xfrm flipH="1">
              <a:off x="9046062" y="2828875"/>
              <a:ext cx="0" cy="2280337"/>
            </a:xfrm>
            <a:prstGeom prst="straightConnector1">
              <a:avLst/>
            </a:prstGeom>
            <a:ln>
              <a:solidFill>
                <a:srgbClr val="0033CC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Connecteur droit avec flèche 365"/>
            <p:cNvCxnSpPr/>
            <p:nvPr/>
          </p:nvCxnSpPr>
          <p:spPr>
            <a:xfrm flipH="1">
              <a:off x="8745011" y="2676232"/>
              <a:ext cx="0" cy="2178392"/>
            </a:xfrm>
            <a:prstGeom prst="straightConnector1">
              <a:avLst/>
            </a:prstGeom>
            <a:ln>
              <a:solidFill>
                <a:srgbClr val="0033CC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7" name="Line 39"/>
            <p:cNvSpPr>
              <a:spLocks noChangeShapeType="1"/>
            </p:cNvSpPr>
            <p:nvPr/>
          </p:nvSpPr>
          <p:spPr bwMode="auto">
            <a:xfrm>
              <a:off x="7575145" y="3959205"/>
              <a:ext cx="932367" cy="213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70" name="Rectangle 26"/>
            <p:cNvSpPr>
              <a:spLocks noChangeArrowheads="1"/>
            </p:cNvSpPr>
            <p:nvPr/>
          </p:nvSpPr>
          <p:spPr bwMode="auto">
            <a:xfrm>
              <a:off x="9556136" y="3673871"/>
              <a:ext cx="555177" cy="2707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</a:pPr>
              <a:r>
                <a:rPr lang="en-GB" sz="1800" dirty="0" err="1" smtClean="0">
                  <a:latin typeface="Times New Roman" pitchFamily="16" charset="0"/>
                </a:rPr>
                <a:t>S</a:t>
              </a:r>
              <a:r>
                <a:rPr lang="en-GB" sz="1800" baseline="-25000" dirty="0" err="1" smtClean="0">
                  <a:latin typeface="Times New Roman" pitchFamily="16" charset="0"/>
                </a:rPr>
                <a:t>z</a:t>
              </a:r>
              <a:r>
                <a:rPr lang="en-GB" sz="1800" dirty="0" smtClean="0">
                  <a:latin typeface="Times New Roman" pitchFamily="16" charset="0"/>
                </a:rPr>
                <a:t>=+2</a:t>
              </a:r>
              <a:endParaRPr lang="en-GB" sz="1800" dirty="0">
                <a:latin typeface="Times New Roman" pitchFamily="16" charset="0"/>
              </a:endParaRPr>
            </a:p>
          </p:txBody>
        </p:sp>
        <p:sp>
          <p:nvSpPr>
            <p:cNvPr id="371" name="Rectangle 25"/>
            <p:cNvSpPr>
              <a:spLocks noChangeArrowheads="1"/>
            </p:cNvSpPr>
            <p:nvPr/>
          </p:nvSpPr>
          <p:spPr bwMode="auto">
            <a:xfrm>
              <a:off x="9636411" y="4559771"/>
              <a:ext cx="555177" cy="2707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800" dirty="0" err="1" smtClean="0">
                  <a:latin typeface="Times New Roman" pitchFamily="16" charset="0"/>
                </a:rPr>
                <a:t>S</a:t>
              </a:r>
              <a:r>
                <a:rPr lang="en-GB" sz="1800" baseline="-25000" dirty="0" err="1" smtClean="0">
                  <a:latin typeface="Times New Roman" pitchFamily="16" charset="0"/>
                </a:rPr>
                <a:t>z</a:t>
              </a:r>
              <a:r>
                <a:rPr lang="en-GB" sz="1800" dirty="0" smtClean="0">
                  <a:latin typeface="Times New Roman" pitchFamily="16" charset="0"/>
                </a:rPr>
                <a:t>=+1</a:t>
              </a:r>
              <a:endParaRPr lang="en-GB" sz="1800" dirty="0">
                <a:latin typeface="Times New Roman" pitchFamily="16" charset="0"/>
              </a:endParaRPr>
            </a:p>
          </p:txBody>
        </p:sp>
      </p:grpSp>
      <p:pic>
        <p:nvPicPr>
          <p:cNvPr id="37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511" y="1000444"/>
            <a:ext cx="1133475" cy="1104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7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512" y="4389194"/>
            <a:ext cx="1133475" cy="1104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8206866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28</Words>
  <Application>Microsoft Office PowerPoint</Application>
  <PresentationFormat>Personnalisé</PresentationFormat>
  <Paragraphs>14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5</cp:revision>
  <dcterms:created xsi:type="dcterms:W3CDTF">2017-06-26T13:45:55Z</dcterms:created>
  <dcterms:modified xsi:type="dcterms:W3CDTF">2017-07-18T17:34:25Z</dcterms:modified>
</cp:coreProperties>
</file>