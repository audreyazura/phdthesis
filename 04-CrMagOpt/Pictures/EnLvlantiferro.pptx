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400675" cy="6011863"/>
  <p:notesSz cx="6858000" cy="9144000"/>
  <p:defaultTextStyle>
    <a:defPPr>
      <a:defRPr lang="fr-FR"/>
    </a:defPPr>
    <a:lvl1pPr marL="0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29184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58368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987552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16736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45920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1975104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04288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633472" algn="l" defTabSz="65836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034" y="-96"/>
      </p:cViewPr>
      <p:guideLst>
        <p:guide orient="horz" pos="1894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05051" y="1867576"/>
            <a:ext cx="4590574" cy="128865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10103" y="3406722"/>
            <a:ext cx="3780473" cy="15363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29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58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8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16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7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04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33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32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14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6616" y="3863180"/>
            <a:ext cx="4590574" cy="1194022"/>
          </a:xfrm>
        </p:spPr>
        <p:txBody>
          <a:bodyPr anchor="t"/>
          <a:lstStyle>
            <a:lvl1pPr algn="l">
              <a:defRPr sz="2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616" y="2548085"/>
            <a:ext cx="4590574" cy="1315095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32918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5836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8755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31673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64592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975104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30428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63347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56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0034" y="1402769"/>
            <a:ext cx="2385298" cy="39675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45343" y="1402769"/>
            <a:ext cx="2385298" cy="39675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59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1345712"/>
            <a:ext cx="2386236" cy="560828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9184" indent="0">
              <a:buNone/>
              <a:defRPr sz="1400" b="1"/>
            </a:lvl2pPr>
            <a:lvl3pPr marL="658368" indent="0">
              <a:buNone/>
              <a:defRPr sz="1300" b="1"/>
            </a:lvl3pPr>
            <a:lvl4pPr marL="987552" indent="0">
              <a:buNone/>
              <a:defRPr sz="1200" b="1"/>
            </a:lvl4pPr>
            <a:lvl5pPr marL="1316736" indent="0">
              <a:buNone/>
              <a:defRPr sz="1200" b="1"/>
            </a:lvl5pPr>
            <a:lvl6pPr marL="1645920" indent="0">
              <a:buNone/>
              <a:defRPr sz="1200" b="1"/>
            </a:lvl6pPr>
            <a:lvl7pPr marL="1975104" indent="0">
              <a:buNone/>
              <a:defRPr sz="1200" b="1"/>
            </a:lvl7pPr>
            <a:lvl8pPr marL="2304288" indent="0">
              <a:buNone/>
              <a:defRPr sz="1200" b="1"/>
            </a:lvl8pPr>
            <a:lvl9pPr marL="2633472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0034" y="1906540"/>
            <a:ext cx="2386236" cy="3463780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43470" y="1345712"/>
            <a:ext cx="2387173" cy="560828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9184" indent="0">
              <a:buNone/>
              <a:defRPr sz="1400" b="1"/>
            </a:lvl2pPr>
            <a:lvl3pPr marL="658368" indent="0">
              <a:buNone/>
              <a:defRPr sz="1300" b="1"/>
            </a:lvl3pPr>
            <a:lvl4pPr marL="987552" indent="0">
              <a:buNone/>
              <a:defRPr sz="1200" b="1"/>
            </a:lvl4pPr>
            <a:lvl5pPr marL="1316736" indent="0">
              <a:buNone/>
              <a:defRPr sz="1200" b="1"/>
            </a:lvl5pPr>
            <a:lvl6pPr marL="1645920" indent="0">
              <a:buNone/>
              <a:defRPr sz="1200" b="1"/>
            </a:lvl6pPr>
            <a:lvl7pPr marL="1975104" indent="0">
              <a:buNone/>
              <a:defRPr sz="1200" b="1"/>
            </a:lvl7pPr>
            <a:lvl8pPr marL="2304288" indent="0">
              <a:buNone/>
              <a:defRPr sz="1200" b="1"/>
            </a:lvl8pPr>
            <a:lvl9pPr marL="2633472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43470" y="1906540"/>
            <a:ext cx="2387173" cy="3463780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70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54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322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0036" y="239362"/>
            <a:ext cx="1776785" cy="1018677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11516" y="239362"/>
            <a:ext cx="3019127" cy="513095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0036" y="1258038"/>
            <a:ext cx="1776785" cy="4112282"/>
          </a:xfrm>
        </p:spPr>
        <p:txBody>
          <a:bodyPr/>
          <a:lstStyle>
            <a:lvl1pPr marL="0" indent="0">
              <a:buNone/>
              <a:defRPr sz="1000"/>
            </a:lvl1pPr>
            <a:lvl2pPr marL="329184" indent="0">
              <a:buNone/>
              <a:defRPr sz="900"/>
            </a:lvl2pPr>
            <a:lvl3pPr marL="658368" indent="0">
              <a:buNone/>
              <a:defRPr sz="700"/>
            </a:lvl3pPr>
            <a:lvl4pPr marL="987552" indent="0">
              <a:buNone/>
              <a:defRPr sz="600"/>
            </a:lvl4pPr>
            <a:lvl5pPr marL="1316736" indent="0">
              <a:buNone/>
              <a:defRPr sz="600"/>
            </a:lvl5pPr>
            <a:lvl6pPr marL="1645920" indent="0">
              <a:buNone/>
              <a:defRPr sz="600"/>
            </a:lvl6pPr>
            <a:lvl7pPr marL="1975104" indent="0">
              <a:buNone/>
              <a:defRPr sz="600"/>
            </a:lvl7pPr>
            <a:lvl8pPr marL="2304288" indent="0">
              <a:buNone/>
              <a:defRPr sz="600"/>
            </a:lvl8pPr>
            <a:lvl9pPr marL="2633472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90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8572" y="4208304"/>
            <a:ext cx="3240405" cy="496814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58572" y="537172"/>
            <a:ext cx="3240405" cy="3607118"/>
          </a:xfrm>
        </p:spPr>
        <p:txBody>
          <a:bodyPr/>
          <a:lstStyle>
            <a:lvl1pPr marL="0" indent="0">
              <a:buNone/>
              <a:defRPr sz="2300"/>
            </a:lvl1pPr>
            <a:lvl2pPr marL="329184" indent="0">
              <a:buNone/>
              <a:defRPr sz="2000"/>
            </a:lvl2pPr>
            <a:lvl3pPr marL="658368" indent="0">
              <a:buNone/>
              <a:defRPr sz="1700"/>
            </a:lvl3pPr>
            <a:lvl4pPr marL="987552" indent="0">
              <a:buNone/>
              <a:defRPr sz="1400"/>
            </a:lvl4pPr>
            <a:lvl5pPr marL="1316736" indent="0">
              <a:buNone/>
              <a:defRPr sz="1400"/>
            </a:lvl5pPr>
            <a:lvl6pPr marL="1645920" indent="0">
              <a:buNone/>
              <a:defRPr sz="1400"/>
            </a:lvl6pPr>
            <a:lvl7pPr marL="1975104" indent="0">
              <a:buNone/>
              <a:defRPr sz="1400"/>
            </a:lvl7pPr>
            <a:lvl8pPr marL="2304288" indent="0">
              <a:buNone/>
              <a:defRPr sz="1400"/>
            </a:lvl8pPr>
            <a:lvl9pPr marL="2633472" indent="0">
              <a:buNone/>
              <a:defRPr sz="14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58572" y="4705119"/>
            <a:ext cx="3240405" cy="705559"/>
          </a:xfrm>
        </p:spPr>
        <p:txBody>
          <a:bodyPr/>
          <a:lstStyle>
            <a:lvl1pPr marL="0" indent="0">
              <a:buNone/>
              <a:defRPr sz="1000"/>
            </a:lvl1pPr>
            <a:lvl2pPr marL="329184" indent="0">
              <a:buNone/>
              <a:defRPr sz="900"/>
            </a:lvl2pPr>
            <a:lvl3pPr marL="658368" indent="0">
              <a:buNone/>
              <a:defRPr sz="700"/>
            </a:lvl3pPr>
            <a:lvl4pPr marL="987552" indent="0">
              <a:buNone/>
              <a:defRPr sz="600"/>
            </a:lvl4pPr>
            <a:lvl5pPr marL="1316736" indent="0">
              <a:buNone/>
              <a:defRPr sz="600"/>
            </a:lvl5pPr>
            <a:lvl6pPr marL="1645920" indent="0">
              <a:buNone/>
              <a:defRPr sz="600"/>
            </a:lvl6pPr>
            <a:lvl7pPr marL="1975104" indent="0">
              <a:buNone/>
              <a:defRPr sz="600"/>
            </a:lvl7pPr>
            <a:lvl8pPr marL="2304288" indent="0">
              <a:buNone/>
              <a:defRPr sz="600"/>
            </a:lvl8pPr>
            <a:lvl9pPr marL="2633472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51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87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915489" y="240753"/>
            <a:ext cx="1215152" cy="512956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70034" y="240753"/>
            <a:ext cx="3555444" cy="512956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78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70034" y="240755"/>
            <a:ext cx="4860608" cy="1001977"/>
          </a:xfrm>
          <a:prstGeom prst="rect">
            <a:avLst/>
          </a:prstGeom>
        </p:spPr>
        <p:txBody>
          <a:bodyPr vert="horz" lIns="65837" tIns="32918" rIns="65837" bIns="3291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1402769"/>
            <a:ext cx="4860608" cy="3967552"/>
          </a:xfrm>
          <a:prstGeom prst="rect">
            <a:avLst/>
          </a:prstGeom>
        </p:spPr>
        <p:txBody>
          <a:bodyPr vert="horz" lIns="65837" tIns="32918" rIns="65837" bIns="3291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70034" y="5572107"/>
            <a:ext cx="1260158" cy="320076"/>
          </a:xfrm>
          <a:prstGeom prst="rect">
            <a:avLst/>
          </a:prstGeom>
        </p:spPr>
        <p:txBody>
          <a:bodyPr vert="horz" lIns="65837" tIns="32918" rIns="65837" bIns="3291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B3F2E-F818-4BB6-AA88-7FBA07172323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845231" y="5572107"/>
            <a:ext cx="1710214" cy="320076"/>
          </a:xfrm>
          <a:prstGeom prst="rect">
            <a:avLst/>
          </a:prstGeom>
        </p:spPr>
        <p:txBody>
          <a:bodyPr vert="horz" lIns="65837" tIns="32918" rIns="65837" bIns="3291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870484" y="5572107"/>
            <a:ext cx="1260158" cy="320076"/>
          </a:xfrm>
          <a:prstGeom prst="rect">
            <a:avLst/>
          </a:prstGeom>
        </p:spPr>
        <p:txBody>
          <a:bodyPr vert="horz" lIns="65837" tIns="32918" rIns="65837" bIns="3291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BD9D-55DF-4954-88E0-6F9794296F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52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58368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24" indent="-205740" algn="l" defTabSz="65836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10512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39696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68880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indent="-164592" algn="l" defTabSz="65836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8368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5104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33472" algn="l" defTabSz="65836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roupe 312"/>
          <p:cNvGrpSpPr>
            <a:grpSpLocks noChangeAspect="1"/>
          </p:cNvGrpSpPr>
          <p:nvPr/>
        </p:nvGrpSpPr>
        <p:grpSpPr>
          <a:xfrm>
            <a:off x="1098095" y="-18405"/>
            <a:ext cx="4269893" cy="6073864"/>
            <a:chOff x="5697055" y="1247556"/>
            <a:chExt cx="3181953" cy="4526293"/>
          </a:xfrm>
        </p:grpSpPr>
        <p:grpSp>
          <p:nvGrpSpPr>
            <p:cNvPr id="314" name="Groupe 313"/>
            <p:cNvGrpSpPr/>
            <p:nvPr/>
          </p:nvGrpSpPr>
          <p:grpSpPr>
            <a:xfrm>
              <a:off x="5697055" y="1247556"/>
              <a:ext cx="3181953" cy="4526293"/>
              <a:chOff x="7034075" y="887363"/>
              <a:chExt cx="3181953" cy="4526293"/>
            </a:xfrm>
          </p:grpSpPr>
          <p:sp>
            <p:nvSpPr>
              <p:cNvPr id="316" name="Line 1"/>
              <p:cNvSpPr>
                <a:spLocks noChangeShapeType="1"/>
              </p:cNvSpPr>
              <p:nvPr/>
            </p:nvSpPr>
            <p:spPr bwMode="auto">
              <a:xfrm>
                <a:off x="9760315" y="3960427"/>
                <a:ext cx="159810" cy="1222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17" name="Line 2"/>
              <p:cNvSpPr>
                <a:spLocks noChangeShapeType="1"/>
              </p:cNvSpPr>
              <p:nvPr/>
            </p:nvSpPr>
            <p:spPr bwMode="auto">
              <a:xfrm>
                <a:off x="9418055" y="4861758"/>
                <a:ext cx="159810" cy="1222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18" name="Line 4"/>
              <p:cNvSpPr>
                <a:spLocks noChangeShapeType="1"/>
              </p:cNvSpPr>
              <p:nvPr/>
            </p:nvSpPr>
            <p:spPr bwMode="auto">
              <a:xfrm>
                <a:off x="8584432" y="4861758"/>
                <a:ext cx="159810" cy="1222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19" name="Line 5"/>
              <p:cNvSpPr>
                <a:spLocks noChangeShapeType="1"/>
              </p:cNvSpPr>
              <p:nvPr/>
            </p:nvSpPr>
            <p:spPr bwMode="auto">
              <a:xfrm>
                <a:off x="8278076" y="3959205"/>
                <a:ext cx="170675" cy="0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0" name="Rectangle 6"/>
              <p:cNvSpPr>
                <a:spLocks noChangeArrowheads="1"/>
              </p:cNvSpPr>
              <p:nvPr/>
            </p:nvSpPr>
            <p:spPr bwMode="auto">
              <a:xfrm>
                <a:off x="7679308" y="887363"/>
                <a:ext cx="432819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2000" dirty="0">
                    <a:solidFill>
                      <a:srgbClr val="000000"/>
                    </a:solidFill>
                    <a:latin typeface="Times New Roman" pitchFamily="16" charset="0"/>
                  </a:rPr>
                  <a:t>E</a:t>
                </a:r>
              </a:p>
            </p:txBody>
          </p:sp>
          <p:sp>
            <p:nvSpPr>
              <p:cNvPr id="321" name="Line 10"/>
              <p:cNvSpPr>
                <a:spLocks noChangeShapeType="1"/>
              </p:cNvSpPr>
              <p:nvPr/>
            </p:nvSpPr>
            <p:spPr bwMode="auto">
              <a:xfrm flipH="1" flipV="1">
                <a:off x="7668344" y="3498688"/>
                <a:ext cx="10964" cy="1743476"/>
              </a:xfrm>
              <a:prstGeom prst="line">
                <a:avLst/>
              </a:prstGeom>
              <a:noFill/>
              <a:ln w="1260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2" name="Rectangle 11"/>
              <p:cNvSpPr>
                <a:spLocks noChangeArrowheads="1"/>
              </p:cNvSpPr>
              <p:nvPr/>
            </p:nvSpPr>
            <p:spPr bwMode="auto">
              <a:xfrm>
                <a:off x="9479841" y="3210369"/>
                <a:ext cx="734598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2000" dirty="0">
                    <a:solidFill>
                      <a:srgbClr val="FF0000"/>
                    </a:solidFill>
                    <a:latin typeface="Symbol" charset="2"/>
                  </a:rPr>
                  <a:t>  s-</a:t>
                </a:r>
              </a:p>
            </p:txBody>
          </p:sp>
          <p:sp>
            <p:nvSpPr>
              <p:cNvPr id="323" name="AutoShape 12"/>
              <p:cNvSpPr>
                <a:spLocks/>
              </p:cNvSpPr>
              <p:nvPr/>
            </p:nvSpPr>
            <p:spPr bwMode="auto">
              <a:xfrm>
                <a:off x="9609975" y="3425730"/>
                <a:ext cx="484757" cy="125929"/>
              </a:xfrm>
              <a:custGeom>
                <a:avLst/>
                <a:gdLst>
                  <a:gd name="G0" fmla="*/ 0 1604 1"/>
                  <a:gd name="G1" fmla="*/ G0 1 62639"/>
                  <a:gd name="G2" fmla="*/ 17013 454 1"/>
                  <a:gd name="G3" fmla="*/ G2 1 27677"/>
                  <a:gd name="G4" fmla="*/ 42863 1604 1"/>
                  <a:gd name="G5" fmla="*/ G4 1 62639"/>
                  <a:gd name="G6" fmla="*/ 11112 454 1"/>
                  <a:gd name="G7" fmla="*/ G6 1 27677"/>
                  <a:gd name="G8" fmla="*/ 48764 1604 1"/>
                  <a:gd name="G9" fmla="*/ G8 1 62639"/>
                  <a:gd name="G10" fmla="*/ 18152 454 1"/>
                  <a:gd name="G11" fmla="*/ G10 1 27677"/>
                  <a:gd name="G12" fmla="*/ 54666 1604 1"/>
                  <a:gd name="G13" fmla="*/ G12 1 62639"/>
                  <a:gd name="G14" fmla="*/ 20637 454 1"/>
                  <a:gd name="G15" fmla="*/ G14 1 27677"/>
                  <a:gd name="G16" fmla="*/ 60567 1604 1"/>
                  <a:gd name="G17" fmla="*/ G16 1 62639"/>
                  <a:gd name="G18" fmla="*/ 22915 454 1"/>
                  <a:gd name="G19" fmla="*/ G18 1 27677"/>
                  <a:gd name="G20" fmla="*/ 933 1604 1"/>
                  <a:gd name="G21" fmla="*/ G20 1 62639"/>
                  <a:gd name="G22" fmla="*/ 20637 454 1"/>
                  <a:gd name="G23" fmla="*/ G22 1 27677"/>
                  <a:gd name="G24" fmla="*/ 11597 1604 1"/>
                  <a:gd name="G25" fmla="*/ G24 1 62639"/>
                  <a:gd name="G26" fmla="*/ 27677 454 1"/>
                  <a:gd name="G27" fmla="*/ G26 1 27677"/>
                  <a:gd name="G28" fmla="*/ 17498 1604 1"/>
                  <a:gd name="G29" fmla="*/ G28 1 62639"/>
                  <a:gd name="G30" fmla="*/ 20637 454 1"/>
                  <a:gd name="G31" fmla="*/ G30 1 27677"/>
                  <a:gd name="G32" fmla="*/ 9112 1604 1"/>
                  <a:gd name="G33" fmla="*/ G32 1 62639"/>
                  <a:gd name="G34" fmla="*/ 21776 454 1"/>
                  <a:gd name="G35" fmla="*/ G34 1 27677"/>
                  <a:gd name="G36" fmla="*/ 42450 1604 1"/>
                  <a:gd name="G37" fmla="*/ G36 1 62639"/>
                  <a:gd name="G38" fmla="*/ 21776 454 1"/>
                  <a:gd name="G39" fmla="*/ G38 1 27677"/>
                  <a:gd name="G40" fmla="*/ 10251 1604 1"/>
                  <a:gd name="G41" fmla="*/ G40 1 62639"/>
                  <a:gd name="G42" fmla="*/ 21776 454 1"/>
                  <a:gd name="G43" fmla="*/ G42 1 27677"/>
                  <a:gd name="G44" fmla="*/ 62639 1604 1"/>
                  <a:gd name="G45" fmla="*/ G44 1 62639"/>
                  <a:gd name="G46" fmla="*/ 21776 454 1"/>
                  <a:gd name="G47" fmla="*/ G46 1 27677"/>
                  <a:gd name="G48" fmla="*/ 62639 1604 1"/>
                  <a:gd name="G49" fmla="*/ G48 1 62639"/>
                  <a:gd name="G50" fmla="*/ 21776 454 1"/>
                  <a:gd name="G51" fmla="*/ G50 1 27677"/>
                  <a:gd name="G52" fmla="*/ 62639 1604 1"/>
                  <a:gd name="G53" fmla="*/ G52 1 62639"/>
                  <a:gd name="G54" fmla="*/ 21776 454 1"/>
                  <a:gd name="G55" fmla="*/ G54 1 27677"/>
                  <a:gd name="G56" fmla="+- 1604 0 0"/>
                  <a:gd name="G57" fmla="+- 454 0 0"/>
                </a:gdLst>
                <a:ahLst/>
                <a:cxnLst>
                  <a:cxn ang="0">
                    <a:pos x="r" y="vc"/>
                  </a:cxn>
                  <a:cxn ang="5400000">
                    <a:pos x="hc" y="b"/>
                  </a:cxn>
                  <a:cxn ang="10800000">
                    <a:pos x="l" y="vc"/>
                  </a:cxn>
                  <a:cxn ang="16200000">
                    <a:pos x="hc" y="t"/>
                  </a:cxn>
                </a:cxnLst>
                <a:rect l="0" t="0" r="0" b="0"/>
                <a:pathLst>
                  <a:path>
                    <a:moveTo>
                      <a:pt x="0" y="82549"/>
                    </a:moveTo>
                    <a:cubicBezTo>
                      <a:pt x="11906" y="41274"/>
                      <a:pt x="23813" y="0"/>
                      <a:pt x="42863" y="11112"/>
                    </a:cubicBezTo>
                    <a:cubicBezTo>
                      <a:pt x="61913" y="22224"/>
                      <a:pt x="90487" y="147636"/>
                      <a:pt x="114300" y="149224"/>
                    </a:cubicBezTo>
                    <a:cubicBezTo>
                      <a:pt x="138113" y="150812"/>
                      <a:pt x="161926" y="19843"/>
                      <a:pt x="185738" y="20637"/>
                    </a:cubicBezTo>
                    <a:cubicBezTo>
                      <a:pt x="209550" y="21431"/>
                      <a:pt x="233363" y="153987"/>
                      <a:pt x="257175" y="153987"/>
                    </a:cubicBezTo>
                    <a:cubicBezTo>
                      <a:pt x="280987" y="153987"/>
                      <a:pt x="304007" y="19843"/>
                      <a:pt x="328613" y="20637"/>
                    </a:cubicBezTo>
                    <a:cubicBezTo>
                      <a:pt x="353219" y="21431"/>
                      <a:pt x="380207" y="158749"/>
                      <a:pt x="404813" y="158749"/>
                    </a:cubicBezTo>
                    <a:cubicBezTo>
                      <a:pt x="429419" y="158749"/>
                      <a:pt x="454819" y="32543"/>
                      <a:pt x="476250" y="20637"/>
                    </a:cubicBezTo>
                    <a:cubicBezTo>
                      <a:pt x="497681" y="8731"/>
                      <a:pt x="518319" y="76199"/>
                      <a:pt x="533400" y="87312"/>
                    </a:cubicBezTo>
                    <a:cubicBezTo>
                      <a:pt x="548481" y="98425"/>
                      <a:pt x="566738" y="87312"/>
                      <a:pt x="566738" y="87312"/>
                    </a:cubicBezTo>
                    <a:lnTo>
                      <a:pt x="600075" y="87312"/>
                    </a:lnTo>
                    <a:lnTo>
                      <a:pt x="652463" y="87312"/>
                    </a:lnTo>
                  </a:path>
                </a:pathLst>
              </a:custGeom>
              <a:noFill/>
              <a:ln w="9360" cap="flat">
                <a:solidFill>
                  <a:srgbClr val="FF00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6895" tIns="43448" rIns="86895" bIns="43448" anchor="ctr"/>
              <a:lstStyle/>
              <a:p>
                <a:endParaRPr lang="fr-FR"/>
              </a:p>
            </p:txBody>
          </p:sp>
          <p:sp>
            <p:nvSpPr>
              <p:cNvPr id="324" name="Line 34"/>
              <p:cNvSpPr>
                <a:spLocks noChangeShapeType="1"/>
              </p:cNvSpPr>
              <p:nvPr/>
            </p:nvSpPr>
            <p:spPr bwMode="auto">
              <a:xfrm>
                <a:off x="7587107" y="2815194"/>
                <a:ext cx="161142" cy="3231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5" name="Line 35"/>
              <p:cNvSpPr>
                <a:spLocks noChangeShapeType="1"/>
              </p:cNvSpPr>
              <p:nvPr/>
            </p:nvSpPr>
            <p:spPr bwMode="auto">
              <a:xfrm flipV="1">
                <a:off x="7764588" y="2430349"/>
                <a:ext cx="506572" cy="394319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6" name="Line 36"/>
              <p:cNvSpPr>
                <a:spLocks noChangeShapeType="1"/>
              </p:cNvSpPr>
              <p:nvPr/>
            </p:nvSpPr>
            <p:spPr bwMode="auto">
              <a:xfrm flipV="1">
                <a:off x="7765457" y="1314525"/>
                <a:ext cx="501852" cy="1496143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7" name="Line 37"/>
              <p:cNvSpPr>
                <a:spLocks noChangeShapeType="1"/>
              </p:cNvSpPr>
              <p:nvPr/>
            </p:nvSpPr>
            <p:spPr bwMode="auto">
              <a:xfrm flipV="1">
                <a:off x="7773019" y="1829892"/>
                <a:ext cx="494290" cy="980778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8" name="Line 38"/>
              <p:cNvSpPr>
                <a:spLocks noChangeShapeType="1"/>
              </p:cNvSpPr>
              <p:nvPr/>
            </p:nvSpPr>
            <p:spPr bwMode="auto">
              <a:xfrm flipV="1">
                <a:off x="7773350" y="2672858"/>
                <a:ext cx="497809" cy="140071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29" name="Line 39"/>
              <p:cNvSpPr>
                <a:spLocks noChangeShapeType="1"/>
              </p:cNvSpPr>
              <p:nvPr/>
            </p:nvSpPr>
            <p:spPr bwMode="auto">
              <a:xfrm>
                <a:off x="7764585" y="2818424"/>
                <a:ext cx="506574" cy="1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0" name="Rectangle 40"/>
              <p:cNvSpPr>
                <a:spLocks noChangeArrowheads="1"/>
              </p:cNvSpPr>
              <p:nvPr/>
            </p:nvSpPr>
            <p:spPr bwMode="auto">
              <a:xfrm>
                <a:off x="7153204" y="2644580"/>
                <a:ext cx="430942" cy="270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1800" dirty="0" smtClean="0">
                    <a:solidFill>
                      <a:srgbClr val="000000"/>
                    </a:solidFill>
                  </a:rPr>
                  <a:t>I±1&gt;</a:t>
                </a:r>
                <a:endParaRPr lang="en-GB" sz="1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1" name="Line 52"/>
              <p:cNvSpPr>
                <a:spLocks noChangeShapeType="1"/>
              </p:cNvSpPr>
              <p:nvPr/>
            </p:nvSpPr>
            <p:spPr bwMode="auto">
              <a:xfrm>
                <a:off x="9405786" y="2422216"/>
                <a:ext cx="162882" cy="0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2" name="Line 53"/>
              <p:cNvSpPr>
                <a:spLocks noChangeShapeType="1"/>
              </p:cNvSpPr>
              <p:nvPr/>
            </p:nvSpPr>
            <p:spPr bwMode="auto">
              <a:xfrm>
                <a:off x="8957048" y="2820940"/>
                <a:ext cx="159810" cy="1222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3" name="Line 54"/>
              <p:cNvSpPr>
                <a:spLocks noChangeShapeType="1"/>
              </p:cNvSpPr>
              <p:nvPr/>
            </p:nvSpPr>
            <p:spPr bwMode="auto">
              <a:xfrm>
                <a:off x="8623345" y="2672858"/>
                <a:ext cx="159810" cy="1222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4" name="Line 55"/>
              <p:cNvSpPr>
                <a:spLocks noChangeShapeType="1"/>
              </p:cNvSpPr>
              <p:nvPr/>
            </p:nvSpPr>
            <p:spPr bwMode="auto">
              <a:xfrm>
                <a:off x="8280952" y="1829894"/>
                <a:ext cx="159810" cy="1222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5" name="Line 57"/>
              <p:cNvSpPr>
                <a:spLocks noChangeShapeType="1"/>
              </p:cNvSpPr>
              <p:nvPr/>
            </p:nvSpPr>
            <p:spPr bwMode="auto">
              <a:xfrm>
                <a:off x="8290274" y="1318099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6" name="Line 58"/>
              <p:cNvSpPr>
                <a:spLocks noChangeShapeType="1"/>
              </p:cNvSpPr>
              <p:nvPr/>
            </p:nvSpPr>
            <p:spPr bwMode="auto">
              <a:xfrm>
                <a:off x="8624676" y="2425647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7" name="Line 59"/>
              <p:cNvSpPr>
                <a:spLocks noChangeShapeType="1"/>
              </p:cNvSpPr>
              <p:nvPr/>
            </p:nvSpPr>
            <p:spPr bwMode="auto">
              <a:xfrm>
                <a:off x="9135908" y="2822163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8" name="Line 60"/>
              <p:cNvSpPr>
                <a:spLocks noChangeShapeType="1"/>
              </p:cNvSpPr>
              <p:nvPr/>
            </p:nvSpPr>
            <p:spPr bwMode="auto">
              <a:xfrm>
                <a:off x="9410190" y="2672858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9" name="Line 61"/>
              <p:cNvSpPr>
                <a:spLocks noChangeShapeType="1"/>
              </p:cNvSpPr>
              <p:nvPr/>
            </p:nvSpPr>
            <p:spPr bwMode="auto">
              <a:xfrm>
                <a:off x="9763189" y="1829894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0" name="Line 67"/>
              <p:cNvSpPr>
                <a:spLocks noChangeShapeType="1"/>
              </p:cNvSpPr>
              <p:nvPr/>
            </p:nvSpPr>
            <p:spPr bwMode="auto">
              <a:xfrm>
                <a:off x="8783155" y="2430349"/>
                <a:ext cx="627035" cy="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1" name="Line 69"/>
              <p:cNvSpPr>
                <a:spLocks noChangeShapeType="1"/>
              </p:cNvSpPr>
              <p:nvPr/>
            </p:nvSpPr>
            <p:spPr bwMode="auto">
              <a:xfrm>
                <a:off x="8480102" y="1318099"/>
                <a:ext cx="1287138" cy="2053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2" name="Line 70"/>
              <p:cNvSpPr>
                <a:spLocks noChangeShapeType="1"/>
              </p:cNvSpPr>
              <p:nvPr/>
            </p:nvSpPr>
            <p:spPr bwMode="auto">
              <a:xfrm flipV="1">
                <a:off x="8448752" y="1829892"/>
                <a:ext cx="1318488" cy="288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3" name="Rectangle 71"/>
              <p:cNvSpPr>
                <a:spLocks noChangeArrowheads="1"/>
              </p:cNvSpPr>
              <p:nvPr/>
            </p:nvSpPr>
            <p:spPr bwMode="auto">
              <a:xfrm>
                <a:off x="8149735" y="969273"/>
                <a:ext cx="427357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2000" dirty="0" smtClean="0">
                    <a:solidFill>
                      <a:srgbClr val="FF0000"/>
                    </a:solidFill>
                    <a:latin typeface="Calibri" charset="0"/>
                  </a:rPr>
                  <a:t>I-1&gt;</a:t>
                </a:r>
                <a:endParaRPr lang="en-GB" sz="2000" dirty="0">
                  <a:solidFill>
                    <a:srgbClr val="FF0000"/>
                  </a:solidFill>
                  <a:latin typeface="Calibri" charset="0"/>
                </a:endParaRPr>
              </a:p>
            </p:txBody>
          </p:sp>
          <p:sp>
            <p:nvSpPr>
              <p:cNvPr id="344" name="Rectangle 72"/>
              <p:cNvSpPr>
                <a:spLocks noChangeArrowheads="1"/>
              </p:cNvSpPr>
              <p:nvPr/>
            </p:nvSpPr>
            <p:spPr bwMode="auto">
              <a:xfrm>
                <a:off x="9636411" y="965412"/>
                <a:ext cx="464390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2000" dirty="0">
                    <a:solidFill>
                      <a:srgbClr val="0033CC"/>
                    </a:solidFill>
                    <a:latin typeface="Calibri" charset="0"/>
                  </a:rPr>
                  <a:t>I+1&gt;</a:t>
                </a:r>
              </a:p>
            </p:txBody>
          </p:sp>
          <p:sp>
            <p:nvSpPr>
              <p:cNvPr id="345" name="Line 3"/>
              <p:cNvSpPr>
                <a:spLocks noChangeShapeType="1"/>
              </p:cNvSpPr>
              <p:nvPr/>
            </p:nvSpPr>
            <p:spPr bwMode="auto">
              <a:xfrm>
                <a:off x="9013202" y="5118238"/>
                <a:ext cx="172795" cy="2350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6" name="Forme libre 10"/>
              <p:cNvSpPr>
                <a:spLocks/>
              </p:cNvSpPr>
              <p:nvPr/>
            </p:nvSpPr>
            <p:spPr bwMode="auto">
              <a:xfrm>
                <a:off x="7555725" y="3335635"/>
                <a:ext cx="209731" cy="138578"/>
              </a:xfrm>
              <a:custGeom>
                <a:avLst/>
                <a:gdLst>
                  <a:gd name="T0" fmla="*/ 0 w 283029"/>
                  <a:gd name="T1" fmla="*/ 68942 h 174171"/>
                  <a:gd name="T2" fmla="*/ 108857 w 283029"/>
                  <a:gd name="T3" fmla="*/ 14514 h 174171"/>
                  <a:gd name="T4" fmla="*/ 206829 w 283029"/>
                  <a:gd name="T5" fmla="*/ 156028 h 174171"/>
                  <a:gd name="T6" fmla="*/ 283029 w 283029"/>
                  <a:gd name="T7" fmla="*/ 123371 h 17417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3029" h="174171">
                    <a:moveTo>
                      <a:pt x="0" y="68942"/>
                    </a:moveTo>
                    <a:cubicBezTo>
                      <a:pt x="37193" y="34471"/>
                      <a:pt x="74386" y="0"/>
                      <a:pt x="108857" y="14514"/>
                    </a:cubicBezTo>
                    <a:cubicBezTo>
                      <a:pt x="143328" y="29028"/>
                      <a:pt x="177800" y="137885"/>
                      <a:pt x="206829" y="156028"/>
                    </a:cubicBezTo>
                    <a:cubicBezTo>
                      <a:pt x="235858" y="174171"/>
                      <a:pt x="259443" y="148771"/>
                      <a:pt x="283029" y="123371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347" name="Forme libre 11"/>
              <p:cNvSpPr>
                <a:spLocks/>
              </p:cNvSpPr>
              <p:nvPr/>
            </p:nvSpPr>
            <p:spPr bwMode="auto">
              <a:xfrm>
                <a:off x="7550159" y="3407643"/>
                <a:ext cx="209731" cy="137319"/>
              </a:xfrm>
              <a:custGeom>
                <a:avLst/>
                <a:gdLst>
                  <a:gd name="T0" fmla="*/ 0 w 283029"/>
                  <a:gd name="T1" fmla="*/ 68942 h 174171"/>
                  <a:gd name="T2" fmla="*/ 108857 w 283029"/>
                  <a:gd name="T3" fmla="*/ 14514 h 174171"/>
                  <a:gd name="T4" fmla="*/ 206829 w 283029"/>
                  <a:gd name="T5" fmla="*/ 156028 h 174171"/>
                  <a:gd name="T6" fmla="*/ 283029 w 283029"/>
                  <a:gd name="T7" fmla="*/ 123371 h 17417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3029" h="174171">
                    <a:moveTo>
                      <a:pt x="0" y="68942"/>
                    </a:moveTo>
                    <a:cubicBezTo>
                      <a:pt x="37193" y="34471"/>
                      <a:pt x="74386" y="0"/>
                      <a:pt x="108857" y="14514"/>
                    </a:cubicBezTo>
                    <a:cubicBezTo>
                      <a:pt x="143328" y="29028"/>
                      <a:pt x="177800" y="137885"/>
                      <a:pt x="206829" y="156028"/>
                    </a:cubicBezTo>
                    <a:cubicBezTo>
                      <a:pt x="235858" y="174171"/>
                      <a:pt x="259443" y="148771"/>
                      <a:pt x="283029" y="123371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348" name="Line 10"/>
              <p:cNvSpPr>
                <a:spLocks noChangeShapeType="1"/>
              </p:cNvSpPr>
              <p:nvPr/>
            </p:nvSpPr>
            <p:spPr bwMode="auto">
              <a:xfrm flipV="1">
                <a:off x="7668344" y="981290"/>
                <a:ext cx="0" cy="2386424"/>
              </a:xfrm>
              <a:prstGeom prst="line">
                <a:avLst/>
              </a:prstGeom>
              <a:noFill/>
              <a:ln w="12600" cap="flat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49" name="Rectangle 11"/>
              <p:cNvSpPr>
                <a:spLocks noChangeArrowheads="1"/>
              </p:cNvSpPr>
              <p:nvPr/>
            </p:nvSpPr>
            <p:spPr bwMode="auto">
              <a:xfrm>
                <a:off x="9451638" y="2829916"/>
                <a:ext cx="764390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2000" dirty="0">
                    <a:solidFill>
                      <a:srgbClr val="FF0000"/>
                    </a:solidFill>
                    <a:latin typeface="Symbol" charset="2"/>
                  </a:rPr>
                  <a:t>  </a:t>
                </a:r>
                <a:r>
                  <a:rPr lang="en-GB" sz="2000" dirty="0" smtClean="0">
                    <a:solidFill>
                      <a:srgbClr val="0033CC"/>
                    </a:solidFill>
                    <a:latin typeface="Symbol" charset="2"/>
                  </a:rPr>
                  <a:t>s+</a:t>
                </a:r>
                <a:endParaRPr lang="en-GB" sz="2000" dirty="0">
                  <a:solidFill>
                    <a:srgbClr val="0033CC"/>
                  </a:solidFill>
                  <a:latin typeface="Symbol" charset="2"/>
                </a:endParaRPr>
              </a:p>
            </p:txBody>
          </p:sp>
          <p:sp>
            <p:nvSpPr>
              <p:cNvPr id="350" name="Rectangle 26"/>
              <p:cNvSpPr>
                <a:spLocks noChangeArrowheads="1"/>
              </p:cNvSpPr>
              <p:nvPr/>
            </p:nvSpPr>
            <p:spPr bwMode="auto">
              <a:xfrm>
                <a:off x="8074484" y="3671396"/>
                <a:ext cx="515755" cy="270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</a:pPr>
                <a:r>
                  <a:rPr lang="en-GB" sz="1800" dirty="0" err="1" smtClean="0">
                    <a:latin typeface="Times New Roman" pitchFamily="16" charset="0"/>
                  </a:rPr>
                  <a:t>S</a:t>
                </a:r>
                <a:r>
                  <a:rPr lang="en-GB" sz="1800" baseline="-25000" dirty="0" err="1" smtClean="0">
                    <a:latin typeface="Times New Roman" pitchFamily="16" charset="0"/>
                  </a:rPr>
                  <a:t>z</a:t>
                </a:r>
                <a:r>
                  <a:rPr lang="en-GB" sz="1800" dirty="0" smtClean="0">
                    <a:latin typeface="Times New Roman" pitchFamily="16" charset="0"/>
                  </a:rPr>
                  <a:t>=-2</a:t>
                </a:r>
                <a:endParaRPr lang="en-GB" sz="1800" dirty="0">
                  <a:latin typeface="Times New Roman" pitchFamily="16" charset="0"/>
                </a:endParaRPr>
              </a:p>
            </p:txBody>
          </p:sp>
          <p:sp>
            <p:nvSpPr>
              <p:cNvPr id="351" name="Rectangle 25"/>
              <p:cNvSpPr>
                <a:spLocks noChangeArrowheads="1"/>
              </p:cNvSpPr>
              <p:nvPr/>
            </p:nvSpPr>
            <p:spPr bwMode="auto">
              <a:xfrm>
                <a:off x="8099797" y="4583632"/>
                <a:ext cx="557566" cy="293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2000" dirty="0" err="1" smtClean="0">
                    <a:latin typeface="Times New Roman" pitchFamily="16" charset="0"/>
                  </a:rPr>
                  <a:t>S</a:t>
                </a:r>
                <a:r>
                  <a:rPr lang="en-GB" sz="2000" baseline="-25000" dirty="0" err="1" smtClean="0">
                    <a:latin typeface="Times New Roman" pitchFamily="16" charset="0"/>
                  </a:rPr>
                  <a:t>z</a:t>
                </a:r>
                <a:r>
                  <a:rPr lang="en-GB" sz="2000" dirty="0" smtClean="0">
                    <a:latin typeface="Times New Roman" pitchFamily="16" charset="0"/>
                  </a:rPr>
                  <a:t>=-1</a:t>
                </a:r>
                <a:endParaRPr lang="en-GB" sz="2000" dirty="0">
                  <a:latin typeface="Times New Roman" pitchFamily="16" charset="0"/>
                </a:endParaRPr>
              </a:p>
            </p:txBody>
          </p:sp>
          <p:sp>
            <p:nvSpPr>
              <p:cNvPr id="352" name="Rectangle 24"/>
              <p:cNvSpPr>
                <a:spLocks noChangeArrowheads="1"/>
              </p:cNvSpPr>
              <p:nvPr/>
            </p:nvSpPr>
            <p:spPr bwMode="auto">
              <a:xfrm>
                <a:off x="8896538" y="5142876"/>
                <a:ext cx="458416" cy="270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1800" dirty="0" err="1">
                    <a:latin typeface="Times New Roman" pitchFamily="16" charset="0"/>
                  </a:rPr>
                  <a:t>S</a:t>
                </a:r>
                <a:r>
                  <a:rPr lang="en-GB" sz="1800" baseline="-25000" dirty="0" err="1">
                    <a:latin typeface="Times New Roman" pitchFamily="16" charset="0"/>
                  </a:rPr>
                  <a:t>z</a:t>
                </a:r>
                <a:r>
                  <a:rPr lang="en-GB" sz="1800" dirty="0">
                    <a:latin typeface="Times New Roman" pitchFamily="16" charset="0"/>
                  </a:rPr>
                  <a:t>=0</a:t>
                </a:r>
              </a:p>
            </p:txBody>
          </p:sp>
          <p:cxnSp>
            <p:nvCxnSpPr>
              <p:cNvPr id="353" name="Connecteur droit avec flèche 352"/>
              <p:cNvCxnSpPr/>
              <p:nvPr/>
            </p:nvCxnSpPr>
            <p:spPr>
              <a:xfrm flipH="1">
                <a:off x="9434265" y="2466644"/>
                <a:ext cx="21437" cy="2380589"/>
              </a:xfrm>
              <a:prstGeom prst="straightConnector1">
                <a:avLst/>
              </a:prstGeom>
              <a:ln>
                <a:solidFill>
                  <a:srgbClr val="0033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Line 55"/>
              <p:cNvSpPr>
                <a:spLocks noChangeShapeType="1"/>
              </p:cNvSpPr>
              <p:nvPr/>
            </p:nvSpPr>
            <p:spPr bwMode="auto">
              <a:xfrm>
                <a:off x="9763189" y="1318099"/>
                <a:ext cx="156936" cy="0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cxnSp>
            <p:nvCxnSpPr>
              <p:cNvPr id="355" name="Connecteur droit avec flèche 354"/>
              <p:cNvCxnSpPr/>
              <p:nvPr/>
            </p:nvCxnSpPr>
            <p:spPr>
              <a:xfrm flipH="1">
                <a:off x="9529093" y="2697707"/>
                <a:ext cx="21437" cy="21499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6" name="ZoneTexte 355"/>
              <p:cNvSpPr txBox="1"/>
              <p:nvPr/>
            </p:nvSpPr>
            <p:spPr>
              <a:xfrm>
                <a:off x="7262181" y="4693429"/>
                <a:ext cx="339497" cy="298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fr-FR" sz="20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7" name="ZoneTexte 356"/>
              <p:cNvSpPr txBox="1"/>
              <p:nvPr/>
            </p:nvSpPr>
            <p:spPr>
              <a:xfrm>
                <a:off x="7172678" y="3835143"/>
                <a:ext cx="405198" cy="275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4D</a:t>
                </a:r>
                <a:r>
                  <a:rPr lang="fr-FR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" name="ZoneTexte 357"/>
              <p:cNvSpPr txBox="1"/>
              <p:nvPr/>
            </p:nvSpPr>
            <p:spPr>
              <a:xfrm>
                <a:off x="7347060" y="4963208"/>
                <a:ext cx="223623" cy="275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" name="Accolade ouvrante 358"/>
              <p:cNvSpPr/>
              <p:nvPr/>
            </p:nvSpPr>
            <p:spPr>
              <a:xfrm>
                <a:off x="7034075" y="1159464"/>
                <a:ext cx="189992" cy="1797689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Accolade ouvrante 359"/>
              <p:cNvSpPr/>
              <p:nvPr/>
            </p:nvSpPr>
            <p:spPr>
              <a:xfrm>
                <a:off x="7034075" y="3827009"/>
                <a:ext cx="189992" cy="1419852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/>
              <p:cNvSpPr/>
              <p:nvPr/>
            </p:nvSpPr>
            <p:spPr>
              <a:xfrm>
                <a:off x="9497960" y="3107144"/>
                <a:ext cx="220956" cy="1302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AutoShape 12"/>
              <p:cNvSpPr>
                <a:spLocks/>
              </p:cNvSpPr>
              <p:nvPr/>
            </p:nvSpPr>
            <p:spPr bwMode="auto">
              <a:xfrm>
                <a:off x="9476538" y="3107144"/>
                <a:ext cx="484757" cy="125929"/>
              </a:xfrm>
              <a:custGeom>
                <a:avLst/>
                <a:gdLst>
                  <a:gd name="G0" fmla="*/ 0 1604 1"/>
                  <a:gd name="G1" fmla="*/ G0 1 62639"/>
                  <a:gd name="G2" fmla="*/ 17013 454 1"/>
                  <a:gd name="G3" fmla="*/ G2 1 27677"/>
                  <a:gd name="G4" fmla="*/ 42863 1604 1"/>
                  <a:gd name="G5" fmla="*/ G4 1 62639"/>
                  <a:gd name="G6" fmla="*/ 11112 454 1"/>
                  <a:gd name="G7" fmla="*/ G6 1 27677"/>
                  <a:gd name="G8" fmla="*/ 48764 1604 1"/>
                  <a:gd name="G9" fmla="*/ G8 1 62639"/>
                  <a:gd name="G10" fmla="*/ 18152 454 1"/>
                  <a:gd name="G11" fmla="*/ G10 1 27677"/>
                  <a:gd name="G12" fmla="*/ 54666 1604 1"/>
                  <a:gd name="G13" fmla="*/ G12 1 62639"/>
                  <a:gd name="G14" fmla="*/ 20637 454 1"/>
                  <a:gd name="G15" fmla="*/ G14 1 27677"/>
                  <a:gd name="G16" fmla="*/ 60567 1604 1"/>
                  <a:gd name="G17" fmla="*/ G16 1 62639"/>
                  <a:gd name="G18" fmla="*/ 22915 454 1"/>
                  <a:gd name="G19" fmla="*/ G18 1 27677"/>
                  <a:gd name="G20" fmla="*/ 933 1604 1"/>
                  <a:gd name="G21" fmla="*/ G20 1 62639"/>
                  <a:gd name="G22" fmla="*/ 20637 454 1"/>
                  <a:gd name="G23" fmla="*/ G22 1 27677"/>
                  <a:gd name="G24" fmla="*/ 11597 1604 1"/>
                  <a:gd name="G25" fmla="*/ G24 1 62639"/>
                  <a:gd name="G26" fmla="*/ 27677 454 1"/>
                  <a:gd name="G27" fmla="*/ G26 1 27677"/>
                  <a:gd name="G28" fmla="*/ 17498 1604 1"/>
                  <a:gd name="G29" fmla="*/ G28 1 62639"/>
                  <a:gd name="G30" fmla="*/ 20637 454 1"/>
                  <a:gd name="G31" fmla="*/ G30 1 27677"/>
                  <a:gd name="G32" fmla="*/ 9112 1604 1"/>
                  <a:gd name="G33" fmla="*/ G32 1 62639"/>
                  <a:gd name="G34" fmla="*/ 21776 454 1"/>
                  <a:gd name="G35" fmla="*/ G34 1 27677"/>
                  <a:gd name="G36" fmla="*/ 42450 1604 1"/>
                  <a:gd name="G37" fmla="*/ G36 1 62639"/>
                  <a:gd name="G38" fmla="*/ 21776 454 1"/>
                  <a:gd name="G39" fmla="*/ G38 1 27677"/>
                  <a:gd name="G40" fmla="*/ 10251 1604 1"/>
                  <a:gd name="G41" fmla="*/ G40 1 62639"/>
                  <a:gd name="G42" fmla="*/ 21776 454 1"/>
                  <a:gd name="G43" fmla="*/ G42 1 27677"/>
                  <a:gd name="G44" fmla="*/ 62639 1604 1"/>
                  <a:gd name="G45" fmla="*/ G44 1 62639"/>
                  <a:gd name="G46" fmla="*/ 21776 454 1"/>
                  <a:gd name="G47" fmla="*/ G46 1 27677"/>
                  <a:gd name="G48" fmla="*/ 62639 1604 1"/>
                  <a:gd name="G49" fmla="*/ G48 1 62639"/>
                  <a:gd name="G50" fmla="*/ 21776 454 1"/>
                  <a:gd name="G51" fmla="*/ G50 1 27677"/>
                  <a:gd name="G52" fmla="*/ 62639 1604 1"/>
                  <a:gd name="G53" fmla="*/ G52 1 62639"/>
                  <a:gd name="G54" fmla="*/ 21776 454 1"/>
                  <a:gd name="G55" fmla="*/ G54 1 27677"/>
                  <a:gd name="G56" fmla="+- 1604 0 0"/>
                  <a:gd name="G57" fmla="+- 454 0 0"/>
                </a:gdLst>
                <a:ahLst/>
                <a:cxnLst>
                  <a:cxn ang="0">
                    <a:pos x="r" y="vc"/>
                  </a:cxn>
                  <a:cxn ang="5400000">
                    <a:pos x="hc" y="b"/>
                  </a:cxn>
                  <a:cxn ang="10800000">
                    <a:pos x="l" y="vc"/>
                  </a:cxn>
                  <a:cxn ang="16200000">
                    <a:pos x="hc" y="t"/>
                  </a:cxn>
                </a:cxnLst>
                <a:rect l="0" t="0" r="0" b="0"/>
                <a:pathLst>
                  <a:path>
                    <a:moveTo>
                      <a:pt x="0" y="82549"/>
                    </a:moveTo>
                    <a:cubicBezTo>
                      <a:pt x="11906" y="41274"/>
                      <a:pt x="23813" y="0"/>
                      <a:pt x="42863" y="11112"/>
                    </a:cubicBezTo>
                    <a:cubicBezTo>
                      <a:pt x="61913" y="22224"/>
                      <a:pt x="90487" y="147636"/>
                      <a:pt x="114300" y="149224"/>
                    </a:cubicBezTo>
                    <a:cubicBezTo>
                      <a:pt x="138113" y="150812"/>
                      <a:pt x="161926" y="19843"/>
                      <a:pt x="185738" y="20637"/>
                    </a:cubicBezTo>
                    <a:cubicBezTo>
                      <a:pt x="209550" y="21431"/>
                      <a:pt x="233363" y="153987"/>
                      <a:pt x="257175" y="153987"/>
                    </a:cubicBezTo>
                    <a:cubicBezTo>
                      <a:pt x="280987" y="153987"/>
                      <a:pt x="304007" y="19843"/>
                      <a:pt x="328613" y="20637"/>
                    </a:cubicBezTo>
                    <a:cubicBezTo>
                      <a:pt x="353219" y="21431"/>
                      <a:pt x="380207" y="158749"/>
                      <a:pt x="404813" y="158749"/>
                    </a:cubicBezTo>
                    <a:cubicBezTo>
                      <a:pt x="429419" y="158749"/>
                      <a:pt x="454819" y="32543"/>
                      <a:pt x="476250" y="20637"/>
                    </a:cubicBezTo>
                    <a:cubicBezTo>
                      <a:pt x="497681" y="8731"/>
                      <a:pt x="518319" y="76199"/>
                      <a:pt x="533400" y="87312"/>
                    </a:cubicBezTo>
                    <a:cubicBezTo>
                      <a:pt x="548481" y="98425"/>
                      <a:pt x="566738" y="87312"/>
                      <a:pt x="566738" y="87312"/>
                    </a:cubicBezTo>
                    <a:lnTo>
                      <a:pt x="600075" y="87312"/>
                    </a:lnTo>
                    <a:lnTo>
                      <a:pt x="652463" y="87312"/>
                    </a:lnTo>
                  </a:path>
                </a:pathLst>
              </a:custGeom>
              <a:noFill/>
              <a:ln w="9360" cap="flat">
                <a:solidFill>
                  <a:srgbClr val="0066CC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6895" tIns="43448" rIns="86895" bIns="43448" anchor="ctr"/>
              <a:lstStyle/>
              <a:p>
                <a:endParaRPr lang="fr-FR"/>
              </a:p>
            </p:txBody>
          </p:sp>
          <p:cxnSp>
            <p:nvCxnSpPr>
              <p:cNvPr id="363" name="Connecteur droit avec flèche 362"/>
              <p:cNvCxnSpPr/>
              <p:nvPr/>
            </p:nvCxnSpPr>
            <p:spPr>
              <a:xfrm flipH="1">
                <a:off x="8630711" y="2449510"/>
                <a:ext cx="13534" cy="237961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4" name="Connecteur droit avec flèche 363"/>
              <p:cNvCxnSpPr/>
              <p:nvPr/>
            </p:nvCxnSpPr>
            <p:spPr>
              <a:xfrm flipH="1">
                <a:off x="9185997" y="2843163"/>
                <a:ext cx="6689" cy="225318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5" name="Connecteur droit avec flèche 364"/>
              <p:cNvCxnSpPr/>
              <p:nvPr/>
            </p:nvCxnSpPr>
            <p:spPr>
              <a:xfrm flipH="1">
                <a:off x="9030761" y="2828875"/>
                <a:ext cx="19051" cy="2266950"/>
              </a:xfrm>
              <a:prstGeom prst="straightConnector1">
                <a:avLst/>
              </a:prstGeom>
              <a:ln>
                <a:solidFill>
                  <a:srgbClr val="0033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Connecteur droit avec flèche 365"/>
              <p:cNvCxnSpPr/>
              <p:nvPr/>
            </p:nvCxnSpPr>
            <p:spPr>
              <a:xfrm flipH="1">
                <a:off x="8745011" y="2696747"/>
                <a:ext cx="7045" cy="2127616"/>
              </a:xfrm>
              <a:prstGeom prst="straightConnector1">
                <a:avLst/>
              </a:prstGeom>
              <a:ln>
                <a:solidFill>
                  <a:srgbClr val="0033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7" name="Line 39"/>
              <p:cNvSpPr>
                <a:spLocks noChangeShapeType="1"/>
              </p:cNvSpPr>
              <p:nvPr/>
            </p:nvSpPr>
            <p:spPr bwMode="auto">
              <a:xfrm>
                <a:off x="7575145" y="3959205"/>
                <a:ext cx="932367" cy="213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68" name="Line 39"/>
              <p:cNvSpPr>
                <a:spLocks noChangeShapeType="1"/>
              </p:cNvSpPr>
              <p:nvPr/>
            </p:nvSpPr>
            <p:spPr bwMode="auto">
              <a:xfrm flipV="1">
                <a:off x="7594884" y="4863803"/>
                <a:ext cx="1191971" cy="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69" name="Line 39"/>
              <p:cNvSpPr>
                <a:spLocks noChangeShapeType="1"/>
              </p:cNvSpPr>
              <p:nvPr/>
            </p:nvSpPr>
            <p:spPr bwMode="auto">
              <a:xfrm flipV="1">
                <a:off x="7587108" y="5117096"/>
                <a:ext cx="1611044" cy="7304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70" name="Rectangle 26"/>
              <p:cNvSpPr>
                <a:spLocks noChangeArrowheads="1"/>
              </p:cNvSpPr>
              <p:nvPr/>
            </p:nvSpPr>
            <p:spPr bwMode="auto">
              <a:xfrm>
                <a:off x="9556136" y="3673871"/>
                <a:ext cx="555177" cy="270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</a:pPr>
                <a:r>
                  <a:rPr lang="en-GB" sz="1800" dirty="0" err="1" smtClean="0">
                    <a:latin typeface="Times New Roman" pitchFamily="16" charset="0"/>
                  </a:rPr>
                  <a:t>S</a:t>
                </a:r>
                <a:r>
                  <a:rPr lang="en-GB" sz="1800" baseline="-25000" dirty="0" err="1" smtClean="0">
                    <a:latin typeface="Times New Roman" pitchFamily="16" charset="0"/>
                  </a:rPr>
                  <a:t>z</a:t>
                </a:r>
                <a:r>
                  <a:rPr lang="en-GB" sz="1800" dirty="0" smtClean="0">
                    <a:latin typeface="Times New Roman" pitchFamily="16" charset="0"/>
                  </a:rPr>
                  <a:t>=+2</a:t>
                </a:r>
                <a:endParaRPr lang="en-GB" sz="1800" dirty="0">
                  <a:latin typeface="Times New Roman" pitchFamily="16" charset="0"/>
                </a:endParaRPr>
              </a:p>
            </p:txBody>
          </p:sp>
          <p:sp>
            <p:nvSpPr>
              <p:cNvPr id="371" name="Rectangle 25"/>
              <p:cNvSpPr>
                <a:spLocks noChangeArrowheads="1"/>
              </p:cNvSpPr>
              <p:nvPr/>
            </p:nvSpPr>
            <p:spPr bwMode="auto">
              <a:xfrm>
                <a:off x="9636411" y="4559771"/>
                <a:ext cx="555177" cy="270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1800" dirty="0" err="1" smtClean="0">
                    <a:latin typeface="Times New Roman" pitchFamily="16" charset="0"/>
                  </a:rPr>
                  <a:t>S</a:t>
                </a:r>
                <a:r>
                  <a:rPr lang="en-GB" sz="1800" baseline="-25000" dirty="0" err="1" smtClean="0">
                    <a:latin typeface="Times New Roman" pitchFamily="16" charset="0"/>
                  </a:rPr>
                  <a:t>z</a:t>
                </a:r>
                <a:r>
                  <a:rPr lang="en-GB" sz="1800" dirty="0" smtClean="0">
                    <a:latin typeface="Times New Roman" pitchFamily="16" charset="0"/>
                  </a:rPr>
                  <a:t>=+1</a:t>
                </a:r>
                <a:endParaRPr lang="en-GB" sz="1800" dirty="0">
                  <a:latin typeface="Times New Roman" pitchFamily="16" charset="0"/>
                </a:endParaRPr>
              </a:p>
            </p:txBody>
          </p:sp>
        </p:grpSp>
        <p:sp>
          <p:nvSpPr>
            <p:cNvPr id="315" name="Ellipse 314"/>
            <p:cNvSpPr>
              <a:spLocks noChangeArrowheads="1"/>
            </p:cNvSpPr>
            <p:nvPr/>
          </p:nvSpPr>
          <p:spPr bwMode="auto">
            <a:xfrm>
              <a:off x="6911188" y="2394667"/>
              <a:ext cx="1720890" cy="1089468"/>
            </a:xfrm>
            <a:prstGeom prst="ellipse">
              <a:avLst/>
            </a:prstGeom>
            <a:solidFill>
              <a:srgbClr val="4774AB">
                <a:alpha val="10000"/>
              </a:srgbClr>
            </a:solidFill>
            <a:ln w="12700" algn="ctr">
              <a:solidFill>
                <a:srgbClr val="4774AB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>
                <a:solidFill>
                  <a:schemeClr val="lt1"/>
                </a:solidFill>
                <a:latin typeface="+mn-lt"/>
              </a:endParaRPr>
            </a:p>
          </p:txBody>
        </p:sp>
      </p:grpSp>
      <p:pic>
        <p:nvPicPr>
          <p:cNvPr id="3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000444"/>
            <a:ext cx="11334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4389194"/>
            <a:ext cx="11334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20686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</Words>
  <Application>Microsoft Office PowerPoint</Application>
  <PresentationFormat>Personnalisé</PresentationFormat>
  <Paragraphs>14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4</cp:revision>
  <dcterms:created xsi:type="dcterms:W3CDTF">2017-06-26T13:45:55Z</dcterms:created>
  <dcterms:modified xsi:type="dcterms:W3CDTF">2017-06-26T14:37:58Z</dcterms:modified>
</cp:coreProperties>
</file>