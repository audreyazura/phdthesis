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10261600" cy="115220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13000" y="2696040"/>
            <a:ext cx="9234720" cy="6682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769680" y="3579480"/>
            <a:ext cx="8721720" cy="11447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30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2452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3000" y="6186600"/>
            <a:ext cx="923472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3000" y="6186600"/>
            <a:ext cx="923472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2452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30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942840" y="2696040"/>
            <a:ext cx="8375040" cy="668232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942840" y="2696040"/>
            <a:ext cx="8375040" cy="668232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1720" cy="246924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0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6088320" y="-71640"/>
            <a:ext cx="4209480" cy="7199280"/>
          </a:xfrm>
          <a:prstGeom prst="rect">
            <a:avLst/>
          </a:prstGeom>
          <a:ln>
            <a:noFill/>
          </a:ln>
        </p:spPr>
      </p:pic>
      <p:pic>
        <p:nvPicPr>
          <p:cNvPr id="37" name="Picture 9" descr=""/>
          <p:cNvPicPr/>
          <p:nvPr/>
        </p:nvPicPr>
        <p:blipFill>
          <a:blip r:embed="rId2"/>
          <a:srcRect l="0" t="0" r="6653" b="0"/>
          <a:stretch>
            <a:fillRect/>
          </a:stretch>
        </p:blipFill>
        <p:spPr>
          <a:xfrm>
            <a:off x="3024000" y="-71640"/>
            <a:ext cx="3932640" cy="7199280"/>
          </a:xfrm>
          <a:prstGeom prst="rect">
            <a:avLst/>
          </a:prstGeom>
          <a:ln>
            <a:noFill/>
          </a:ln>
        </p:spPr>
      </p:pic>
      <p:pic>
        <p:nvPicPr>
          <p:cNvPr id="38" name="Picture 6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" y="7128720"/>
            <a:ext cx="10439280" cy="4417920"/>
          </a:xfrm>
          <a:prstGeom prst="rect">
            <a:avLst/>
          </a:prstGeom>
          <a:ln>
            <a:noFill/>
          </a:ln>
        </p:spPr>
      </p:pic>
      <p:pic>
        <p:nvPicPr>
          <p:cNvPr id="39" name="Picture 7" descr=""/>
          <p:cNvPicPr/>
          <p:nvPr/>
        </p:nvPicPr>
        <p:blipFill>
          <a:blip r:embed="rId4"/>
          <a:srcRect l="0" t="0" r="7244" b="0"/>
          <a:stretch>
            <a:fillRect/>
          </a:stretch>
        </p:blipFill>
        <p:spPr>
          <a:xfrm>
            <a:off x="0" y="-71640"/>
            <a:ext cx="3903840" cy="7199280"/>
          </a:xfrm>
          <a:prstGeom prst="rect">
            <a:avLst/>
          </a:prstGeom>
          <a:ln>
            <a:noFill/>
          </a:ln>
        </p:spPr>
      </p:pic>
      <p:sp>
        <p:nvSpPr>
          <p:cNvPr id="40" name="CustomShape 1"/>
          <p:cNvSpPr/>
          <p:nvPr/>
        </p:nvSpPr>
        <p:spPr>
          <a:xfrm>
            <a:off x="1097640" y="5634720"/>
            <a:ext cx="2647440" cy="35928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41" name="CustomShape 2"/>
          <p:cNvSpPr/>
          <p:nvPr/>
        </p:nvSpPr>
        <p:spPr>
          <a:xfrm>
            <a:off x="899640" y="11412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2" name="Line 3"/>
          <p:cNvSpPr/>
          <p:nvPr/>
        </p:nvSpPr>
        <p:spPr>
          <a:xfrm flipH="1" flipV="1">
            <a:off x="1097280" y="5994360"/>
            <a:ext cx="7200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43" name="CustomShape 4"/>
          <p:cNvSpPr/>
          <p:nvPr/>
        </p:nvSpPr>
        <p:spPr>
          <a:xfrm>
            <a:off x="6957720" y="6700320"/>
            <a:ext cx="344160" cy="2152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44" name="Line 5"/>
          <p:cNvSpPr/>
          <p:nvPr/>
        </p:nvSpPr>
        <p:spPr>
          <a:xfrm>
            <a:off x="3745440" y="5994360"/>
            <a:ext cx="619164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45" name="CustomShape 6"/>
          <p:cNvSpPr/>
          <p:nvPr/>
        </p:nvSpPr>
        <p:spPr>
          <a:xfrm>
            <a:off x="1197720" y="7344720"/>
            <a:ext cx="5374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(d)</a:t>
            </a:r>
            <a:endParaRPr/>
          </a:p>
        </p:txBody>
      </p:sp>
      <p:sp>
        <p:nvSpPr>
          <p:cNvPr id="46" name="CustomShape 7"/>
          <p:cNvSpPr/>
          <p:nvPr/>
        </p:nvSpPr>
        <p:spPr>
          <a:xfrm>
            <a:off x="3940920" y="109800"/>
            <a:ext cx="5374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47" name="CustomShape 8"/>
          <p:cNvSpPr/>
          <p:nvPr/>
        </p:nvSpPr>
        <p:spPr>
          <a:xfrm>
            <a:off x="6985440" y="10980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(c)</a:t>
            </a:r>
            <a:endParaRPr/>
          </a:p>
        </p:txBody>
      </p:sp>
      <p:sp>
        <p:nvSpPr>
          <p:cNvPr id="48" name="CustomShape 9"/>
          <p:cNvSpPr/>
          <p:nvPr/>
        </p:nvSpPr>
        <p:spPr>
          <a:xfrm>
            <a:off x="3904920" y="6693840"/>
            <a:ext cx="344160" cy="2152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