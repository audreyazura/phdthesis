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6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7772400" cy="70231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82480" y="2181240"/>
            <a:ext cx="6606000" cy="1505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88440" y="1643400"/>
            <a:ext cx="6994800" cy="4073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82480" y="2181240"/>
            <a:ext cx="6606000" cy="1505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88440" y="1643400"/>
            <a:ext cx="6994800" cy="4073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82480" y="2181240"/>
            <a:ext cx="6606000" cy="1505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88440" y="1643400"/>
            <a:ext cx="3413160" cy="4073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3972600" y="1643400"/>
            <a:ext cx="3413160" cy="4073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82480" y="2181240"/>
            <a:ext cx="6606000" cy="1505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82480" y="2181240"/>
            <a:ext cx="6606000" cy="6978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82480" y="2181240"/>
            <a:ext cx="6606000" cy="1505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88440" y="1643400"/>
            <a:ext cx="3413160" cy="194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388440" y="3771000"/>
            <a:ext cx="3413160" cy="194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3972600" y="1643400"/>
            <a:ext cx="3413160" cy="4073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82480" y="2181240"/>
            <a:ext cx="6606000" cy="1505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88440" y="1643400"/>
            <a:ext cx="3413160" cy="4073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3972600" y="1643400"/>
            <a:ext cx="3413160" cy="194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3972600" y="3771000"/>
            <a:ext cx="3413160" cy="194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82480" y="2181240"/>
            <a:ext cx="6606000" cy="1505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88440" y="1643400"/>
            <a:ext cx="3413160" cy="194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3972600" y="1643400"/>
            <a:ext cx="3413160" cy="194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88440" y="3771000"/>
            <a:ext cx="6994800" cy="194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82480" y="2181240"/>
            <a:ext cx="6606000" cy="1505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88440" y="1643400"/>
            <a:ext cx="6994800" cy="194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388440" y="3771000"/>
            <a:ext cx="6994800" cy="194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82480" y="2181240"/>
            <a:ext cx="6606000" cy="1505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88440" y="1643400"/>
            <a:ext cx="3413160" cy="194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972600" y="1643400"/>
            <a:ext cx="3413160" cy="194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3972600" y="3771000"/>
            <a:ext cx="3413160" cy="194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388440" y="3771000"/>
            <a:ext cx="3413160" cy="194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82480" y="2181240"/>
            <a:ext cx="6606000" cy="1505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88440" y="1643400"/>
            <a:ext cx="6994800" cy="4073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88440" y="1643400"/>
            <a:ext cx="6994800" cy="4073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4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1333440" y="1643400"/>
            <a:ext cx="5104800" cy="407304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1333440" y="1643400"/>
            <a:ext cx="5104800" cy="40730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82480" y="2181240"/>
            <a:ext cx="6606000" cy="1505160"/>
          </a:xfrm>
          <a:prstGeom prst="rect">
            <a:avLst/>
          </a:prstGeom>
        </p:spPr>
        <p:txBody>
          <a:bodyPr lIns="0" rIns="0" tIns="0" bIns="0" anchor="ctr"/>
          <a:p>
            <a:r>
              <a:rPr lang="en-US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88440" y="1643400"/>
            <a:ext cx="6994800" cy="407304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US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2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3809880" y="-16920"/>
            <a:ext cx="4037760" cy="3884040"/>
          </a:xfrm>
          <a:prstGeom prst="rect">
            <a:avLst/>
          </a:prstGeom>
          <a:ln>
            <a:noFill/>
          </a:ln>
        </p:spPr>
      </p:pic>
      <p:pic>
        <p:nvPicPr>
          <p:cNvPr id="37" name="Picture 5" descr=""/>
          <p:cNvPicPr/>
          <p:nvPr/>
        </p:nvPicPr>
        <p:blipFill>
          <a:blip r:embed="rId2"/>
          <a:srcRect l="0" t="0" r="2142" b="0"/>
          <a:stretch>
            <a:fillRect/>
          </a:stretch>
        </p:blipFill>
        <p:spPr>
          <a:xfrm>
            <a:off x="36000" y="1642680"/>
            <a:ext cx="3923280" cy="5500800"/>
          </a:xfrm>
          <a:prstGeom prst="rect">
            <a:avLst/>
          </a:prstGeom>
          <a:ln>
            <a:noFill/>
          </a:ln>
        </p:spPr>
      </p:pic>
      <p:pic>
        <p:nvPicPr>
          <p:cNvPr id="38" name="Picture 6" descr=""/>
          <p:cNvPicPr/>
          <p:nvPr/>
        </p:nvPicPr>
        <p:blipFill>
          <a:blip r:embed="rId3"/>
          <a:srcRect l="0" t="0" r="0" b="4750"/>
          <a:stretch>
            <a:fillRect/>
          </a:stretch>
        </p:blipFill>
        <p:spPr>
          <a:xfrm>
            <a:off x="-50040" y="-16920"/>
            <a:ext cx="4009320" cy="1838880"/>
          </a:xfrm>
          <a:prstGeom prst="rect">
            <a:avLst/>
          </a:prstGeom>
          <a:ln>
            <a:noFill/>
          </a:ln>
        </p:spPr>
      </p:pic>
      <p:pic>
        <p:nvPicPr>
          <p:cNvPr id="39" name="Picture 15" descr=""/>
          <p:cNvPicPr/>
          <p:nvPr/>
        </p:nvPicPr>
        <p:blipFill>
          <a:blip r:embed="rId4"/>
          <a:srcRect l="2278" t="2697" r="0" b="0"/>
          <a:stretch>
            <a:fillRect/>
          </a:stretch>
        </p:blipFill>
        <p:spPr>
          <a:xfrm>
            <a:off x="3884040" y="3295440"/>
            <a:ext cx="3982680" cy="3815640"/>
          </a:xfrm>
          <a:prstGeom prst="rect">
            <a:avLst/>
          </a:prstGeom>
          <a:ln>
            <a:noFill/>
          </a:ln>
        </p:spPr>
      </p:pic>
      <p:sp>
        <p:nvSpPr>
          <p:cNvPr id="40" name="CustomShape 1"/>
          <p:cNvSpPr/>
          <p:nvPr/>
        </p:nvSpPr>
        <p:spPr>
          <a:xfrm>
            <a:off x="4444200" y="241560"/>
            <a:ext cx="52056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(c)</a:t>
            </a:r>
            <a:endParaRPr/>
          </a:p>
        </p:txBody>
      </p:sp>
      <p:sp>
        <p:nvSpPr>
          <p:cNvPr id="41" name="CustomShape 2"/>
          <p:cNvSpPr/>
          <p:nvPr/>
        </p:nvSpPr>
        <p:spPr>
          <a:xfrm>
            <a:off x="4444560" y="3439440"/>
            <a:ext cx="53748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(d)</a:t>
            </a:r>
            <a:endParaRPr/>
          </a:p>
        </p:txBody>
      </p:sp>
      <p:sp>
        <p:nvSpPr>
          <p:cNvPr id="42" name="CustomShape 3"/>
          <p:cNvSpPr/>
          <p:nvPr/>
        </p:nvSpPr>
        <p:spPr>
          <a:xfrm>
            <a:off x="842760" y="211680"/>
            <a:ext cx="52056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(a)</a:t>
            </a:r>
            <a:endParaRPr/>
          </a:p>
        </p:txBody>
      </p:sp>
      <p:sp>
        <p:nvSpPr>
          <p:cNvPr id="43" name="CustomShape 4"/>
          <p:cNvSpPr/>
          <p:nvPr/>
        </p:nvSpPr>
        <p:spPr>
          <a:xfrm>
            <a:off x="865080" y="1976040"/>
            <a:ext cx="53748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(b)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