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522075" cy="12312650"/>
  <p:notesSz cx="6858000" cy="9144000"/>
  <p:defaultTextStyle>
    <a:defPPr>
      <a:defRPr lang="fr-FR"/>
    </a:defPPr>
    <a:lvl1pPr marL="0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22138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44276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66415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88552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110690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532828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954966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377104" algn="l" defTabSz="84427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80" autoAdjust="0"/>
  </p:normalViewPr>
  <p:slideViewPr>
    <p:cSldViewPr>
      <p:cViewPr>
        <p:scale>
          <a:sx n="66" d="100"/>
          <a:sy n="66" d="100"/>
        </p:scale>
        <p:origin x="-1188" y="-144"/>
      </p:cViewPr>
      <p:guideLst>
        <p:guide orient="horz" pos="3880"/>
        <p:guide pos="36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64159" y="3824904"/>
            <a:ext cx="9793764" cy="263923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28316" y="6977171"/>
            <a:ext cx="8065452" cy="31465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2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7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5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81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0165" y="7912021"/>
            <a:ext cx="9793764" cy="2445428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0165" y="5218632"/>
            <a:ext cx="9793764" cy="2693392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221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442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6641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8855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106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3282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5496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771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82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76112" y="4828159"/>
            <a:ext cx="5088915" cy="13649372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857062" y="4828159"/>
            <a:ext cx="5088915" cy="13649372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22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105" y="493077"/>
            <a:ext cx="10369868" cy="205210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104" y="2756099"/>
            <a:ext cx="5090918" cy="1148608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22138" indent="0">
              <a:buNone/>
              <a:defRPr sz="1800" b="1"/>
            </a:lvl2pPr>
            <a:lvl3pPr marL="844276" indent="0">
              <a:buNone/>
              <a:defRPr sz="1600" b="1"/>
            </a:lvl3pPr>
            <a:lvl4pPr marL="1266415" indent="0">
              <a:buNone/>
              <a:defRPr sz="1400" b="1"/>
            </a:lvl4pPr>
            <a:lvl5pPr marL="1688552" indent="0">
              <a:buNone/>
              <a:defRPr sz="1400" b="1"/>
            </a:lvl5pPr>
            <a:lvl6pPr marL="2110690" indent="0">
              <a:buNone/>
              <a:defRPr sz="1400" b="1"/>
            </a:lvl6pPr>
            <a:lvl7pPr marL="2532828" indent="0">
              <a:buNone/>
              <a:defRPr sz="1400" b="1"/>
            </a:lvl7pPr>
            <a:lvl8pPr marL="2954966" indent="0">
              <a:buNone/>
              <a:defRPr sz="1400" b="1"/>
            </a:lvl8pPr>
            <a:lvl9pPr marL="3377104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76104" y="3904709"/>
            <a:ext cx="5090918" cy="7094026"/>
          </a:xfrm>
        </p:spPr>
        <p:txBody>
          <a:bodyPr/>
          <a:lstStyle>
            <a:lvl1pPr>
              <a:defRPr sz="23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853063" y="2756099"/>
            <a:ext cx="5092917" cy="1148608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22138" indent="0">
              <a:buNone/>
              <a:defRPr sz="1800" b="1"/>
            </a:lvl2pPr>
            <a:lvl3pPr marL="844276" indent="0">
              <a:buNone/>
              <a:defRPr sz="1600" b="1"/>
            </a:lvl3pPr>
            <a:lvl4pPr marL="1266415" indent="0">
              <a:buNone/>
              <a:defRPr sz="1400" b="1"/>
            </a:lvl4pPr>
            <a:lvl5pPr marL="1688552" indent="0">
              <a:buNone/>
              <a:defRPr sz="1400" b="1"/>
            </a:lvl5pPr>
            <a:lvl6pPr marL="2110690" indent="0">
              <a:buNone/>
              <a:defRPr sz="1400" b="1"/>
            </a:lvl6pPr>
            <a:lvl7pPr marL="2532828" indent="0">
              <a:buNone/>
              <a:defRPr sz="1400" b="1"/>
            </a:lvl7pPr>
            <a:lvl8pPr marL="2954966" indent="0">
              <a:buNone/>
              <a:defRPr sz="1400" b="1"/>
            </a:lvl8pPr>
            <a:lvl9pPr marL="3377104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853063" y="3904709"/>
            <a:ext cx="5092917" cy="7094026"/>
          </a:xfrm>
        </p:spPr>
        <p:txBody>
          <a:bodyPr/>
          <a:lstStyle>
            <a:lvl1pPr>
              <a:defRPr sz="23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80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15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8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6109" y="490228"/>
            <a:ext cx="3790684" cy="208630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04813" y="490228"/>
            <a:ext cx="6441160" cy="10508507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3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76109" y="2576537"/>
            <a:ext cx="3790684" cy="8422195"/>
          </a:xfrm>
        </p:spPr>
        <p:txBody>
          <a:bodyPr/>
          <a:lstStyle>
            <a:lvl1pPr marL="0" indent="0">
              <a:buNone/>
              <a:defRPr sz="1300"/>
            </a:lvl1pPr>
            <a:lvl2pPr marL="422138" indent="0">
              <a:buNone/>
              <a:defRPr sz="1100"/>
            </a:lvl2pPr>
            <a:lvl3pPr marL="844276" indent="0">
              <a:buNone/>
              <a:defRPr sz="900"/>
            </a:lvl3pPr>
            <a:lvl4pPr marL="1266415" indent="0">
              <a:buNone/>
              <a:defRPr sz="800"/>
            </a:lvl4pPr>
            <a:lvl5pPr marL="1688552" indent="0">
              <a:buNone/>
              <a:defRPr sz="800"/>
            </a:lvl5pPr>
            <a:lvl6pPr marL="2110690" indent="0">
              <a:buNone/>
              <a:defRPr sz="800"/>
            </a:lvl6pPr>
            <a:lvl7pPr marL="2532828" indent="0">
              <a:buNone/>
              <a:defRPr sz="800"/>
            </a:lvl7pPr>
            <a:lvl8pPr marL="2954966" indent="0">
              <a:buNone/>
              <a:defRPr sz="800"/>
            </a:lvl8pPr>
            <a:lvl9pPr marL="3377104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97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8414" y="8618859"/>
            <a:ext cx="6913245" cy="101750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58414" y="1100169"/>
            <a:ext cx="6913245" cy="7387590"/>
          </a:xfrm>
        </p:spPr>
        <p:txBody>
          <a:bodyPr/>
          <a:lstStyle>
            <a:lvl1pPr marL="0" indent="0">
              <a:buNone/>
              <a:defRPr sz="3000"/>
            </a:lvl1pPr>
            <a:lvl2pPr marL="422138" indent="0">
              <a:buNone/>
              <a:defRPr sz="2600"/>
            </a:lvl2pPr>
            <a:lvl3pPr marL="844276" indent="0">
              <a:buNone/>
              <a:defRPr sz="2300"/>
            </a:lvl3pPr>
            <a:lvl4pPr marL="1266415" indent="0">
              <a:buNone/>
              <a:defRPr sz="1800"/>
            </a:lvl4pPr>
            <a:lvl5pPr marL="1688552" indent="0">
              <a:buNone/>
              <a:defRPr sz="1800"/>
            </a:lvl5pPr>
            <a:lvl6pPr marL="2110690" indent="0">
              <a:buNone/>
              <a:defRPr sz="1800"/>
            </a:lvl6pPr>
            <a:lvl7pPr marL="2532828" indent="0">
              <a:buNone/>
              <a:defRPr sz="1800"/>
            </a:lvl7pPr>
            <a:lvl8pPr marL="2954966" indent="0">
              <a:buNone/>
              <a:defRPr sz="1800"/>
            </a:lvl8pPr>
            <a:lvl9pPr marL="3377104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58414" y="9636370"/>
            <a:ext cx="6913245" cy="1445026"/>
          </a:xfrm>
        </p:spPr>
        <p:txBody>
          <a:bodyPr/>
          <a:lstStyle>
            <a:lvl1pPr marL="0" indent="0">
              <a:buNone/>
              <a:defRPr sz="1300"/>
            </a:lvl1pPr>
            <a:lvl2pPr marL="422138" indent="0">
              <a:buNone/>
              <a:defRPr sz="1100"/>
            </a:lvl2pPr>
            <a:lvl3pPr marL="844276" indent="0">
              <a:buNone/>
              <a:defRPr sz="900"/>
            </a:lvl3pPr>
            <a:lvl4pPr marL="1266415" indent="0">
              <a:buNone/>
              <a:defRPr sz="800"/>
            </a:lvl4pPr>
            <a:lvl5pPr marL="1688552" indent="0">
              <a:buNone/>
              <a:defRPr sz="800"/>
            </a:lvl5pPr>
            <a:lvl6pPr marL="2110690" indent="0">
              <a:buNone/>
              <a:defRPr sz="800"/>
            </a:lvl6pPr>
            <a:lvl7pPr marL="2532828" indent="0">
              <a:buNone/>
              <a:defRPr sz="800"/>
            </a:lvl7pPr>
            <a:lvl8pPr marL="2954966" indent="0">
              <a:buNone/>
              <a:defRPr sz="800"/>
            </a:lvl8pPr>
            <a:lvl9pPr marL="3377104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2307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9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353512" y="829397"/>
            <a:ext cx="2592469" cy="1764813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76108" y="829397"/>
            <a:ext cx="7585366" cy="1764813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370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76105" y="493077"/>
            <a:ext cx="10369868" cy="2052109"/>
          </a:xfrm>
          <a:prstGeom prst="rect">
            <a:avLst/>
          </a:prstGeom>
        </p:spPr>
        <p:txBody>
          <a:bodyPr vert="horz" lIns="84427" tIns="42214" rIns="84427" bIns="4221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6105" y="2872963"/>
            <a:ext cx="10369868" cy="8125779"/>
          </a:xfrm>
          <a:prstGeom prst="rect">
            <a:avLst/>
          </a:prstGeom>
        </p:spPr>
        <p:txBody>
          <a:bodyPr vert="horz" lIns="84427" tIns="42214" rIns="84427" bIns="4221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76108" y="11412007"/>
            <a:ext cx="2688484" cy="655535"/>
          </a:xfrm>
          <a:prstGeom prst="rect">
            <a:avLst/>
          </a:prstGeom>
        </p:spPr>
        <p:txBody>
          <a:bodyPr vert="horz" lIns="84427" tIns="42214" rIns="84427" bIns="422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2C921-E2D9-4C60-A0F4-174E9EFE7024}" type="datetimeFigureOut">
              <a:rPr lang="fr-FR" smtClean="0"/>
              <a:t>30/06/2017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936710" y="11412007"/>
            <a:ext cx="3648658" cy="655535"/>
          </a:xfrm>
          <a:prstGeom prst="rect">
            <a:avLst/>
          </a:prstGeom>
        </p:spPr>
        <p:txBody>
          <a:bodyPr vert="horz" lIns="84427" tIns="42214" rIns="84427" bIns="422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57491" y="11412007"/>
            <a:ext cx="2688484" cy="655535"/>
          </a:xfrm>
          <a:prstGeom prst="rect">
            <a:avLst/>
          </a:prstGeom>
        </p:spPr>
        <p:txBody>
          <a:bodyPr vert="horz" lIns="84427" tIns="42214" rIns="84427" bIns="422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DEDC1-546E-4351-9DBA-DB3BB6031E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42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44276" rtl="0" eaLnBrk="1" latinLnBrk="0" hangingPunct="1">
        <a:spcBef>
          <a:spcPct val="0"/>
        </a:spcBef>
        <a:buNone/>
        <a:defRPr sz="4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603" indent="-316603" algn="l" defTabSz="844276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974" indent="-263837" algn="l" defTabSz="844276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55345" indent="-211069" algn="l" defTabSz="84427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477483" indent="-211069" algn="l" defTabSz="844276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99621" indent="-211069" algn="l" defTabSz="844276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1759" indent="-211069" algn="l" defTabSz="8442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97" indent="-211069" algn="l" defTabSz="8442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66035" indent="-211069" algn="l" defTabSz="8442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8173" indent="-211069" algn="l" defTabSz="84427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22138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44276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6415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88552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10690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828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54966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77104" algn="l" defTabSz="84427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11" y="8896771"/>
            <a:ext cx="3154362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611" y="5929"/>
            <a:ext cx="3422650" cy="875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8" name="Groupe 107"/>
          <p:cNvGrpSpPr/>
          <p:nvPr/>
        </p:nvGrpSpPr>
        <p:grpSpPr>
          <a:xfrm>
            <a:off x="3374258" y="-125610"/>
            <a:ext cx="3600000" cy="6161565"/>
            <a:chOff x="8803382" y="1723546"/>
            <a:chExt cx="3600000" cy="6161565"/>
          </a:xfrm>
        </p:grpSpPr>
        <p:pic>
          <p:nvPicPr>
            <p:cNvPr id="109" name="Picture 1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3382" y="1872605"/>
              <a:ext cx="3600000" cy="6012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0" name="ZoneTexte 109"/>
            <p:cNvSpPr txBox="1"/>
            <p:nvPr/>
          </p:nvSpPr>
          <p:spPr>
            <a:xfrm>
              <a:off x="9134254" y="1723546"/>
              <a:ext cx="52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 smtClean="0">
                  <a:latin typeface="Times New Roman" pitchFamily="18" charset="0"/>
                  <a:cs typeface="Times New Roman" pitchFamily="18" charset="0"/>
                </a:rPr>
                <a:t>(e)</a:t>
              </a:r>
              <a:endParaRPr lang="fr-FR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1" name="Groupe 110"/>
          <p:cNvGrpSpPr/>
          <p:nvPr/>
        </p:nvGrpSpPr>
        <p:grpSpPr>
          <a:xfrm>
            <a:off x="3224795" y="6420569"/>
            <a:ext cx="3786149" cy="5904656"/>
            <a:chOff x="4014217" y="5617021"/>
            <a:chExt cx="3786149" cy="5904656"/>
          </a:xfrm>
        </p:grpSpPr>
        <p:pic>
          <p:nvPicPr>
            <p:cNvPr id="112" name="Picture 14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3"/>
            <a:stretch/>
          </p:blipFill>
          <p:spPr bwMode="auto">
            <a:xfrm>
              <a:off x="4014217" y="5897588"/>
              <a:ext cx="3786149" cy="5624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3" name="ZoneTexte 112"/>
            <p:cNvSpPr txBox="1"/>
            <p:nvPr/>
          </p:nvSpPr>
          <p:spPr>
            <a:xfrm>
              <a:off x="4844669" y="5617021"/>
              <a:ext cx="52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 smtClean="0">
                  <a:latin typeface="Times New Roman" pitchFamily="18" charset="0"/>
                  <a:cs typeface="Times New Roman" pitchFamily="18" charset="0"/>
                </a:rPr>
                <a:t>(c)</a:t>
              </a:r>
              <a:endParaRPr lang="fr-FR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4" name="ZoneTexte 113"/>
          <p:cNvSpPr txBox="1"/>
          <p:nvPr/>
        </p:nvSpPr>
        <p:spPr>
          <a:xfrm>
            <a:off x="288429" y="-125610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620000" y="8095129"/>
            <a:ext cx="261913" cy="14401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Rectangle 115"/>
          <p:cNvSpPr/>
          <p:nvPr/>
        </p:nvSpPr>
        <p:spPr>
          <a:xfrm>
            <a:off x="828000" y="4909933"/>
            <a:ext cx="2106000" cy="253033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7" name="Connecteur droit 116"/>
          <p:cNvCxnSpPr/>
          <p:nvPr/>
        </p:nvCxnSpPr>
        <p:spPr>
          <a:xfrm flipH="1" flipV="1">
            <a:off x="1881000" y="8239145"/>
            <a:ext cx="2295861" cy="3510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Groupe 117"/>
          <p:cNvGrpSpPr/>
          <p:nvPr/>
        </p:nvGrpSpPr>
        <p:grpSpPr>
          <a:xfrm>
            <a:off x="6650904" y="1399066"/>
            <a:ext cx="5230813" cy="3562556"/>
            <a:chOff x="7496372" y="1148916"/>
            <a:chExt cx="5230813" cy="3562556"/>
          </a:xfrm>
        </p:grpSpPr>
        <p:pic>
          <p:nvPicPr>
            <p:cNvPr id="119" name="Picture 1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6372" y="1393597"/>
              <a:ext cx="5230813" cy="3317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0" name="ZoneTexte 119"/>
            <p:cNvSpPr txBox="1"/>
            <p:nvPr/>
          </p:nvSpPr>
          <p:spPr>
            <a:xfrm>
              <a:off x="8396782" y="1148916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 smtClean="0">
                  <a:latin typeface="Times New Roman" pitchFamily="18" charset="0"/>
                  <a:cs typeface="Times New Roman" pitchFamily="18" charset="0"/>
                </a:rPr>
                <a:t>(f)</a:t>
              </a:r>
              <a:endParaRPr lang="fr-FR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121" name="Connecteur droit 120"/>
          <p:cNvCxnSpPr/>
          <p:nvPr/>
        </p:nvCxnSpPr>
        <p:spPr>
          <a:xfrm flipV="1">
            <a:off x="2934000" y="5522001"/>
            <a:ext cx="1242861" cy="1918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/>
          <p:cNvCxnSpPr/>
          <p:nvPr/>
        </p:nvCxnSpPr>
        <p:spPr>
          <a:xfrm flipV="1">
            <a:off x="2934000" y="232671"/>
            <a:ext cx="1242861" cy="467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122"/>
          <p:cNvCxnSpPr/>
          <p:nvPr/>
        </p:nvCxnSpPr>
        <p:spPr>
          <a:xfrm flipV="1">
            <a:off x="1881913" y="6925995"/>
            <a:ext cx="2294948" cy="1169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e 123"/>
          <p:cNvGrpSpPr/>
          <p:nvPr/>
        </p:nvGrpSpPr>
        <p:grpSpPr>
          <a:xfrm>
            <a:off x="7180873" y="7356673"/>
            <a:ext cx="3826825" cy="4136605"/>
            <a:chOff x="8083053" y="6625133"/>
            <a:chExt cx="3826825" cy="4136605"/>
          </a:xfrm>
        </p:grpSpPr>
        <p:pic>
          <p:nvPicPr>
            <p:cNvPr id="125" name="Picture 16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150"/>
            <a:stretch/>
          </p:blipFill>
          <p:spPr bwMode="auto">
            <a:xfrm>
              <a:off x="8083053" y="6905700"/>
              <a:ext cx="3826825" cy="3856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6" name="ZoneTexte 125"/>
            <p:cNvSpPr txBox="1"/>
            <p:nvPr/>
          </p:nvSpPr>
          <p:spPr>
            <a:xfrm>
              <a:off x="8479407" y="6625133"/>
              <a:ext cx="543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 smtClean="0">
                  <a:latin typeface="Times New Roman" pitchFamily="18" charset="0"/>
                  <a:cs typeface="Times New Roman" pitchFamily="18" charset="0"/>
                </a:rPr>
                <a:t>(d)</a:t>
              </a:r>
              <a:endParaRPr lang="fr-FR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7" name="Rectangle 126"/>
          <p:cNvSpPr/>
          <p:nvPr/>
        </p:nvSpPr>
        <p:spPr>
          <a:xfrm>
            <a:off x="4882315" y="4729913"/>
            <a:ext cx="1553036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8" name="Connecteur droit 127"/>
          <p:cNvCxnSpPr/>
          <p:nvPr/>
        </p:nvCxnSpPr>
        <p:spPr>
          <a:xfrm flipV="1">
            <a:off x="6435351" y="1860731"/>
            <a:ext cx="1296144" cy="2869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/>
          <p:cNvCxnSpPr/>
          <p:nvPr/>
        </p:nvCxnSpPr>
        <p:spPr>
          <a:xfrm flipV="1">
            <a:off x="6435351" y="4297865"/>
            <a:ext cx="1296144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ZoneTexte 129"/>
          <p:cNvSpPr txBox="1"/>
          <p:nvPr/>
        </p:nvSpPr>
        <p:spPr>
          <a:xfrm>
            <a:off x="288429" y="8820621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051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18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18</cp:revision>
  <dcterms:created xsi:type="dcterms:W3CDTF">2017-05-08T09:18:00Z</dcterms:created>
  <dcterms:modified xsi:type="dcterms:W3CDTF">2017-06-30T20:26:21Z</dcterms:modified>
</cp:coreProperties>
</file>