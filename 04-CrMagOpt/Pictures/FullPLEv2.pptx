
<file path=[Content_Types].xml><?xml version="1.0" encoding="utf-8"?>
<Types xmlns="http://schemas.openxmlformats.org/package/2006/content-types">
  <Override PartName="/_rels/.rels" ContentType="application/vnd.openxmlformats-package.relationships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slideLayouts/slideLayout1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.xml.rels" ContentType="application/vnd.openxmlformats-package.relationships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media/image6.png" ContentType="image/png"/>
  <Override PartName="/ppt/media/image5.png" ContentType="image/png"/>
  <Override PartName="/ppt/media/image7.png" ContentType="image/png"/>
  <Override PartName="/ppt/media/image4.png" ContentType="image/png"/>
  <Override PartName="/ppt/media/image3.png" ContentType="image/png"/>
  <Override PartName="/ppt/media/image2.png" ContentType="image/png"/>
  <Override PartName="/ppt/media/image1.png" ContentType="image/png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2"/>
  </p:sldMasterIdLst>
  <p:sldIdLst>
    <p:sldId id="256" r:id="rId3"/>
  </p:sldIdLst>
  <p:sldSz cx="12241212" cy="9540875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12000" y="2232360"/>
            <a:ext cx="11016360" cy="553356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12000" y="2232360"/>
            <a:ext cx="11016360" cy="5533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12000" y="2232360"/>
            <a:ext cx="5375880" cy="5533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57160" y="2232360"/>
            <a:ext cx="5375880" cy="5533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918000" y="2963880"/>
            <a:ext cx="10404720" cy="9480240"/>
          </a:xfrm>
          <a:prstGeom prst="rect">
            <a:avLst/>
          </a:prstGeom>
        </p:spPr>
        <p:txBody>
          <a:bodyPr lIns="0" rIns="0" tIns="0" bIns="0" anchor="ctr"/>
          <a:p>
            <a:pPr algn="ctr"/>
            <a:endParaRPr/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12000" y="223236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12000" y="512280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257160" y="2232360"/>
            <a:ext cx="5375880" cy="5533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12000" y="2232360"/>
            <a:ext cx="5375880" cy="5533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57160" y="223236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57160" y="512280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12000" y="223236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57160" y="223236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12000" y="5122800"/>
            <a:ext cx="1101636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12000" y="2232360"/>
            <a:ext cx="1101636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2000" y="5122800"/>
            <a:ext cx="1101636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12000" y="223236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57160" y="223236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257160" y="512280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12000" y="5122800"/>
            <a:ext cx="5375880" cy="263916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5160"/>
          </a:xfrm>
          <a:prstGeom prst="rect">
            <a:avLst/>
          </a:prstGeom>
        </p:spPr>
        <p:txBody>
          <a:bodyPr lIns="0" rIns="0" tIns="0" bIns="0" anchor="ctr"/>
          <a:p>
            <a:endParaRPr/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12000" y="2232360"/>
            <a:ext cx="11016360" cy="5533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612000" y="2232360"/>
            <a:ext cx="11016360" cy="5533200"/>
          </a:xfrm>
          <a:prstGeom prst="rect">
            <a:avLst/>
          </a:prstGeom>
        </p:spPr>
        <p:txBody>
          <a:bodyPr lIns="0" rIns="0" tIns="0" bIns="0"/>
          <a:p>
            <a:endParaRPr/>
          </a:p>
        </p:txBody>
      </p:sp>
      <p:pic>
        <p:nvPicPr>
          <p:cNvPr id="37" name="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2652480" y="2232360"/>
            <a:ext cx="6934680" cy="5533200"/>
          </a:xfrm>
          <a:prstGeom prst="rect">
            <a:avLst/>
          </a:prstGeom>
          <a:ln>
            <a:noFill/>
          </a:ln>
        </p:spPr>
      </p:pic>
      <p:pic>
        <p:nvPicPr>
          <p:cNvPr id="38" name="" descr=""/>
          <p:cNvPicPr/>
          <p:nvPr/>
        </p:nvPicPr>
        <p:blipFill>
          <a:blip r:embed="rId3"/>
          <a:stretch>
            <a:fillRect/>
          </a:stretch>
        </p:blipFill>
        <p:spPr>
          <a:xfrm>
            <a:off x="2652480" y="2232360"/>
            <a:ext cx="6934680" cy="5533200"/>
          </a:xfrm>
          <a:prstGeom prst="rect">
            <a:avLst/>
          </a:prstGeom>
          <a:ln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918000" y="2963880"/>
            <a:ext cx="10404720" cy="2044800"/>
          </a:xfrm>
          <a:prstGeom prst="rect">
            <a:avLst/>
          </a:prstGeom>
        </p:spPr>
        <p:txBody>
          <a:bodyPr lIns="82440" rIns="82440" tIns="41400" bIns="41400" anchor="ctr"/>
          <a:p>
            <a:pPr algn="ctr">
              <a:lnSpc>
                <a:spcPct val="100000"/>
              </a:lnSpc>
            </a:pPr>
            <a:r>
              <a:rPr lang="fr-FR" sz="4000">
                <a:solidFill>
                  <a:srgbClr val="000000"/>
                </a:solidFill>
                <a:latin typeface="Calibri"/>
              </a:rPr>
              <a:t>Click to edit the title text formatModifiez le style du titre</a:t>
            </a:r>
            <a:endParaRPr/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612000" y="8843040"/>
            <a:ext cx="2855880" cy="507600"/>
          </a:xfrm>
          <a:prstGeom prst="rect">
            <a:avLst/>
          </a:prstGeom>
        </p:spPr>
        <p:txBody>
          <a:bodyPr lIns="82440" rIns="82440" tIns="41400" bIns="41400" anchor="ctr"/>
          <a:p>
            <a:pPr>
              <a:lnSpc>
                <a:spcPct val="100000"/>
              </a:lnSpc>
            </a:pPr>
            <a:r>
              <a:rPr lang="en-US" sz="1100">
                <a:solidFill>
                  <a:srgbClr val="8b8b8b"/>
                </a:solidFill>
                <a:latin typeface="Calibri"/>
              </a:rPr>
              <a:t>5/8/17</a:t>
            </a:r>
            <a:endParaRPr/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4182480" y="8843040"/>
            <a:ext cx="3876120" cy="507600"/>
          </a:xfrm>
          <a:prstGeom prst="rect">
            <a:avLst/>
          </a:prstGeom>
        </p:spPr>
        <p:txBody>
          <a:bodyPr lIns="82440" rIns="82440" tIns="41400" bIns="41400" anchor="ctr"/>
          <a:p>
            <a:endParaRPr/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8772840" y="8843040"/>
            <a:ext cx="2855880" cy="507600"/>
          </a:xfrm>
          <a:prstGeom prst="rect">
            <a:avLst/>
          </a:prstGeom>
        </p:spPr>
        <p:txBody>
          <a:bodyPr lIns="82440" rIns="82440" tIns="41400" bIns="41400" anchor="ctr"/>
          <a:p>
            <a:pPr algn="r">
              <a:lnSpc>
                <a:spcPct val="100000"/>
              </a:lnSpc>
            </a:pPr>
            <a:fld id="{15F7F5E2-06FF-45B9-AE0F-A02FE6462775}" type="slidenum">
              <a:rPr lang="en-US" sz="1100">
                <a:solidFill>
                  <a:srgbClr val="8b8b8b"/>
                </a:solidFill>
                <a:latin typeface="Calibri"/>
              </a:rPr>
              <a:t>&lt;number&gt;</a:t>
            </a:fld>
            <a:endParaRPr/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12000" y="2232360"/>
            <a:ext cx="11016360" cy="5533200"/>
          </a:xfrm>
          <a:prstGeom prst="rect">
            <a:avLst/>
          </a:prstGeom>
        </p:spPr>
        <p:txBody>
          <a:bodyPr lIns="0" rIns="0" tIns="0" bIns="0"/>
          <a:p>
            <a:pPr>
              <a:buSzPct val="45000"/>
              <a:buFont typeface="StarSymbol"/>
              <a:buChar char=""/>
            </a:pPr>
            <a:r>
              <a:rPr lang="fr-FR" sz="2900">
                <a:latin typeface="Calibri"/>
              </a:rPr>
              <a:t>Click to edit the outline text format</a:t>
            </a:r>
            <a:endParaRPr/>
          </a:p>
          <a:p>
            <a:pPr lvl="1">
              <a:buSzPct val="75000"/>
              <a:buFont typeface="StarSymbol"/>
              <a:buChar char=""/>
            </a:pPr>
            <a:r>
              <a:rPr lang="fr-FR" sz="2200">
                <a:latin typeface="Calibri"/>
              </a:rPr>
              <a:t>Second Outline Level</a:t>
            </a:r>
            <a:endParaRPr/>
          </a:p>
          <a:p>
            <a:pPr lvl="2">
              <a:buSzPct val="45000"/>
              <a:buFont typeface="StarSymbol"/>
              <a:buChar char=""/>
            </a:pPr>
            <a:r>
              <a:rPr lang="fr-FR">
                <a:latin typeface="Calibri"/>
              </a:rPr>
              <a:t>Third Outline Level</a:t>
            </a:r>
            <a:endParaRPr/>
          </a:p>
          <a:p>
            <a:pPr lvl="3">
              <a:buSzPct val="75000"/>
              <a:buFont typeface="StarSymbol"/>
              <a:buChar char=""/>
            </a:pPr>
            <a:r>
              <a:rPr lang="fr-FR">
                <a:latin typeface="Calibri"/>
              </a:rPr>
              <a:t>Fourth Outline Level</a:t>
            </a:r>
            <a:endParaRPr/>
          </a:p>
          <a:p>
            <a:pPr lvl="4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Fifth Outline Level</a:t>
            </a:r>
            <a:endParaRPr/>
          </a:p>
          <a:p>
            <a:pPr lvl="5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Sixth Outline Level</a:t>
            </a:r>
            <a:endParaRPr/>
          </a:p>
          <a:p>
            <a:pPr lvl="6">
              <a:buSzPct val="45000"/>
              <a:buFont typeface="StarSymbol"/>
              <a:buChar char=""/>
            </a:pPr>
            <a:r>
              <a:rPr lang="fr-FR" sz="2000">
                <a:latin typeface="Calibri"/>
              </a:rPr>
              <a:t>Seventh Outline Level</a:t>
            </a:r>
            <a:endParaRPr/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16" descr=""/>
          <p:cNvPicPr/>
          <p:nvPr/>
        </p:nvPicPr>
        <p:blipFill>
          <a:blip r:embed="rId1"/>
          <a:srcRect l="0" t="0" r="12149" b="0"/>
          <a:stretch>
            <a:fillRect/>
          </a:stretch>
        </p:blipFill>
        <p:spPr>
          <a:xfrm>
            <a:off x="204120" y="7200"/>
            <a:ext cx="3826440" cy="3855600"/>
          </a:xfrm>
          <a:prstGeom prst="rect">
            <a:avLst/>
          </a:prstGeom>
          <a:ln>
            <a:noFill/>
          </a:ln>
        </p:spPr>
      </p:pic>
      <p:sp>
        <p:nvSpPr>
          <p:cNvPr id="40" name="CustomShape 1"/>
          <p:cNvSpPr/>
          <p:nvPr/>
        </p:nvSpPr>
        <p:spPr>
          <a:xfrm>
            <a:off x="760680" y="20088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000000"/>
                </a:solidFill>
                <a:latin typeface="Times New Roman"/>
              </a:rPr>
              <a:t>(c)</a:t>
            </a:r>
            <a:endParaRPr/>
          </a:p>
        </p:txBody>
      </p:sp>
      <p:pic>
        <p:nvPicPr>
          <p:cNvPr id="41" name="Picture 19" descr=""/>
          <p:cNvPicPr/>
          <p:nvPr/>
        </p:nvPicPr>
        <p:blipFill>
          <a:blip r:embed="rId2"/>
          <a:stretch>
            <a:fillRect/>
          </a:stretch>
        </p:blipFill>
        <p:spPr>
          <a:xfrm>
            <a:off x="8227440" y="-15120"/>
            <a:ext cx="3599640" cy="6012000"/>
          </a:xfrm>
          <a:prstGeom prst="rect">
            <a:avLst/>
          </a:prstGeom>
          <a:ln>
            <a:noFill/>
          </a:ln>
        </p:spPr>
      </p:pic>
      <p:sp>
        <p:nvSpPr>
          <p:cNvPr id="42" name="CustomShape 2"/>
          <p:cNvSpPr/>
          <p:nvPr/>
        </p:nvSpPr>
        <p:spPr>
          <a:xfrm>
            <a:off x="8913600" y="122040"/>
            <a:ext cx="53784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ffffff"/>
                </a:solidFill>
                <a:latin typeface="Times New Roman"/>
              </a:rPr>
              <a:t>(d)</a:t>
            </a:r>
            <a:endParaRPr/>
          </a:p>
        </p:txBody>
      </p:sp>
      <p:pic>
        <p:nvPicPr>
          <p:cNvPr id="43" name="Picture 14" descr=""/>
          <p:cNvPicPr/>
          <p:nvPr/>
        </p:nvPicPr>
        <p:blipFill>
          <a:blip r:embed="rId3"/>
          <a:srcRect l="3508" t="0" r="0" b="0"/>
          <a:stretch>
            <a:fillRect/>
          </a:stretch>
        </p:blipFill>
        <p:spPr>
          <a:xfrm>
            <a:off x="90360" y="3945240"/>
            <a:ext cx="3785760" cy="5623560"/>
          </a:xfrm>
          <a:prstGeom prst="rect">
            <a:avLst/>
          </a:prstGeom>
          <a:ln>
            <a:noFill/>
          </a:ln>
        </p:spPr>
      </p:pic>
      <p:sp>
        <p:nvSpPr>
          <p:cNvPr id="44" name="CustomShape 3"/>
          <p:cNvSpPr/>
          <p:nvPr/>
        </p:nvSpPr>
        <p:spPr>
          <a:xfrm>
            <a:off x="1026000" y="4161240"/>
            <a:ext cx="53784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ffffff"/>
                </a:solidFill>
                <a:latin typeface="Times New Roman"/>
              </a:rPr>
              <a:t>(b)</a:t>
            </a:r>
            <a:endParaRPr/>
          </a:p>
        </p:txBody>
      </p:sp>
      <p:sp>
        <p:nvSpPr>
          <p:cNvPr id="45" name="CustomShape 4"/>
          <p:cNvSpPr/>
          <p:nvPr/>
        </p:nvSpPr>
        <p:spPr>
          <a:xfrm>
            <a:off x="4629240" y="17136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ffffff"/>
                </a:solidFill>
                <a:latin typeface="Times New Roman"/>
              </a:rPr>
              <a:t>(a)</a:t>
            </a:r>
            <a:endParaRPr/>
          </a:p>
        </p:txBody>
      </p:sp>
      <p:pic>
        <p:nvPicPr>
          <p:cNvPr id="46" name="Picture 20" descr=""/>
          <p:cNvPicPr/>
          <p:nvPr/>
        </p:nvPicPr>
        <p:blipFill>
          <a:blip r:embed="rId4"/>
          <a:srcRect l="2050" t="0" r="0" b="0"/>
          <a:stretch>
            <a:fillRect/>
          </a:stretch>
        </p:blipFill>
        <p:spPr>
          <a:xfrm>
            <a:off x="3876480" y="-15120"/>
            <a:ext cx="3774240" cy="9575640"/>
          </a:xfrm>
          <a:prstGeom prst="rect">
            <a:avLst/>
          </a:prstGeom>
          <a:ln>
            <a:noFill/>
          </a:ln>
        </p:spPr>
      </p:pic>
      <p:sp>
        <p:nvSpPr>
          <p:cNvPr id="47" name="CustomShape 5"/>
          <p:cNvSpPr/>
          <p:nvPr/>
        </p:nvSpPr>
        <p:spPr>
          <a:xfrm>
            <a:off x="5635080" y="8841960"/>
            <a:ext cx="332640" cy="183600"/>
          </a:xfrm>
          <a:prstGeom prst="rect">
            <a:avLst/>
          </a:prstGeom>
          <a:noFill/>
          <a:ln w="12600">
            <a:solidFill>
              <a:srgbClr val="3a5f8b"/>
            </a:solidFill>
            <a:round/>
          </a:ln>
        </p:spPr>
      </p:sp>
      <p:sp>
        <p:nvSpPr>
          <p:cNvPr id="48" name="CustomShape 6"/>
          <p:cNvSpPr/>
          <p:nvPr/>
        </p:nvSpPr>
        <p:spPr>
          <a:xfrm>
            <a:off x="4716720" y="4521600"/>
            <a:ext cx="2502360" cy="3351960"/>
          </a:xfrm>
          <a:prstGeom prst="rect">
            <a:avLst/>
          </a:prstGeom>
          <a:noFill/>
          <a:ln w="12600">
            <a:solidFill>
              <a:srgbClr val="3a5f8b"/>
            </a:solidFill>
            <a:round/>
          </a:ln>
        </p:spPr>
      </p:sp>
      <p:sp>
        <p:nvSpPr>
          <p:cNvPr id="49" name="Line 7"/>
          <p:cNvSpPr/>
          <p:nvPr/>
        </p:nvSpPr>
        <p:spPr>
          <a:xfrm flipH="1">
            <a:off x="3444480" y="9025560"/>
            <a:ext cx="2190240" cy="0"/>
          </a:xfrm>
          <a:prstGeom prst="line">
            <a:avLst/>
          </a:prstGeom>
          <a:ln w="9360">
            <a:solidFill>
              <a:srgbClr val="4a7ebb"/>
            </a:solidFill>
            <a:round/>
          </a:ln>
        </p:spPr>
      </p:sp>
      <p:pic>
        <p:nvPicPr>
          <p:cNvPr id="50" name="Picture 18" descr=""/>
          <p:cNvPicPr/>
          <p:nvPr/>
        </p:nvPicPr>
        <p:blipFill>
          <a:blip r:embed="rId5"/>
          <a:stretch>
            <a:fillRect/>
          </a:stretch>
        </p:blipFill>
        <p:spPr>
          <a:xfrm>
            <a:off x="7291080" y="6348960"/>
            <a:ext cx="5230440" cy="3317400"/>
          </a:xfrm>
          <a:prstGeom prst="rect">
            <a:avLst/>
          </a:prstGeom>
          <a:ln>
            <a:noFill/>
          </a:ln>
        </p:spPr>
      </p:pic>
      <p:sp>
        <p:nvSpPr>
          <p:cNvPr id="51" name="CustomShape 8"/>
          <p:cNvSpPr/>
          <p:nvPr/>
        </p:nvSpPr>
        <p:spPr>
          <a:xfrm>
            <a:off x="8456400" y="6612120"/>
            <a:ext cx="52092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ffffff"/>
                </a:solidFill>
                <a:latin typeface="Times New Roman"/>
              </a:rPr>
              <a:t>(e)</a:t>
            </a:r>
            <a:endParaRPr/>
          </a:p>
        </p:txBody>
      </p:sp>
      <p:sp>
        <p:nvSpPr>
          <p:cNvPr id="52" name="Line 9"/>
          <p:cNvSpPr/>
          <p:nvPr/>
        </p:nvSpPr>
        <p:spPr>
          <a:xfrm flipV="1">
            <a:off x="7219080" y="5457240"/>
            <a:ext cx="1800000" cy="2416320"/>
          </a:xfrm>
          <a:prstGeom prst="line">
            <a:avLst/>
          </a:prstGeom>
          <a:ln w="9360">
            <a:solidFill>
              <a:srgbClr val="4a7ebb"/>
            </a:solidFill>
            <a:round/>
          </a:ln>
        </p:spPr>
      </p:sp>
      <p:sp>
        <p:nvSpPr>
          <p:cNvPr id="53" name="Line 10"/>
          <p:cNvSpPr/>
          <p:nvPr/>
        </p:nvSpPr>
        <p:spPr>
          <a:xfrm flipV="1">
            <a:off x="7219080" y="122040"/>
            <a:ext cx="1800000" cy="4399200"/>
          </a:xfrm>
          <a:prstGeom prst="line">
            <a:avLst/>
          </a:prstGeom>
          <a:ln w="9360">
            <a:solidFill>
              <a:srgbClr val="4a7ebb"/>
            </a:solidFill>
            <a:round/>
          </a:ln>
        </p:spPr>
      </p:sp>
      <p:sp>
        <p:nvSpPr>
          <p:cNvPr id="54" name="Line 11"/>
          <p:cNvSpPr/>
          <p:nvPr/>
        </p:nvSpPr>
        <p:spPr>
          <a:xfrm flipH="1" flipV="1">
            <a:off x="3474720" y="4161240"/>
            <a:ext cx="2160000" cy="4680360"/>
          </a:xfrm>
          <a:prstGeom prst="line">
            <a:avLst/>
          </a:prstGeom>
          <a:ln w="9360">
            <a:solidFill>
              <a:srgbClr val="4a7ebb"/>
            </a:solidFill>
            <a:round/>
          </a:ln>
        </p:spPr>
      </p:sp>
      <p:sp>
        <p:nvSpPr>
          <p:cNvPr id="55" name="CustomShape 12"/>
          <p:cNvSpPr/>
          <p:nvPr/>
        </p:nvSpPr>
        <p:spPr>
          <a:xfrm>
            <a:off x="4628520" y="134280"/>
            <a:ext cx="537840" cy="456120"/>
          </a:xfrm>
          <a:prstGeom prst="rect">
            <a:avLst/>
          </a:prstGeom>
          <a:noFill/>
          <a:ln>
            <a:noFill/>
          </a:ln>
        </p:spPr>
        <p:txBody>
          <a:bodyPr wrap="none" lIns="90000" rIns="90000" tIns="45000" bIns="45000"/>
          <a:p>
            <a:pPr>
              <a:lnSpc>
                <a:spcPct val="100000"/>
              </a:lnSpc>
            </a:pPr>
            <a:r>
              <a:rPr lang="en-US" sz="2400">
                <a:solidFill>
                  <a:srgbClr val="ffffff"/>
                </a:solidFill>
                <a:latin typeface="Times New Roman"/>
              </a:rPr>
              <a:t>(a)</a:t>
            </a:r>
            <a:endParaRPr/>
          </a:p>
        </p:txBody>
      </p:sp>
    </p:spTree>
  </p:cSld>
  <p:timing>
    <p:tnLst>
      <p:par>
        <p:cTn id="1" dur="indefinite" restart="never" nodeType="tmRoot">
          <p:childTnLst>
            <p:seq>
              <p:cTn id="2" nodeType="mainSeq"/>
              <p:prevCondLst>
                <p:cond delay="0" evt="onPrev">
                  <p:tgtEl>
                    <p:sldTgt/>
                  </p:tgtEl>
                </p:cond>
              </p:prevCondLst>
              <p:nextCondLst>
                <p:cond delay="0"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