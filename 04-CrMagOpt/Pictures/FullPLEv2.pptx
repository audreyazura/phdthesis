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522075" cy="12422188"/>
  <p:notesSz cx="6858000" cy="9144000"/>
  <p:defaultTextStyle>
    <a:defPPr>
      <a:defRPr lang="fr-FR"/>
    </a:defPPr>
    <a:lvl1pPr marL="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2213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4427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66415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88552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11069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53282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95496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377104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80" autoAdjust="0"/>
  </p:normalViewPr>
  <p:slideViewPr>
    <p:cSldViewPr>
      <p:cViewPr>
        <p:scale>
          <a:sx n="50" d="100"/>
          <a:sy n="50" d="100"/>
        </p:scale>
        <p:origin x="-1584" y="1542"/>
      </p:cViewPr>
      <p:guideLst>
        <p:guide orient="horz" pos="3914"/>
        <p:guide pos="36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64159" y="3858931"/>
            <a:ext cx="9793764" cy="266271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28316" y="7039242"/>
            <a:ext cx="8065452" cy="317455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221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2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9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71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15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812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0165" y="7982409"/>
            <a:ext cx="9793764" cy="2467184"/>
          </a:xfrm>
        </p:spPr>
        <p:txBody>
          <a:bodyPr anchor="t"/>
          <a:lstStyle>
            <a:lvl1pPr algn="l">
              <a:defRPr sz="3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10165" y="5265058"/>
            <a:ext cx="9793764" cy="271735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221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4427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6641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8855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1069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32828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95496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37710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9822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6109" y="4871111"/>
            <a:ext cx="5088915" cy="13770802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57059" y="4871111"/>
            <a:ext cx="5088915" cy="13770802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22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5" y="497462"/>
            <a:ext cx="10369868" cy="2070366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4" y="2780617"/>
            <a:ext cx="5090918" cy="115882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76104" y="3939446"/>
            <a:ext cx="5090918" cy="7157137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853060" y="2780617"/>
            <a:ext cx="5092917" cy="1158827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853060" y="3939446"/>
            <a:ext cx="5092917" cy="7157137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9808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150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8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9" y="494588"/>
            <a:ext cx="3790684" cy="2104869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04813" y="494589"/>
            <a:ext cx="6441160" cy="10601994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3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6109" y="2599458"/>
            <a:ext cx="3790684" cy="8497122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97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8411" y="8695534"/>
            <a:ext cx="6913245" cy="102655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58411" y="1109955"/>
            <a:ext cx="6913245" cy="7453313"/>
          </a:xfrm>
        </p:spPr>
        <p:txBody>
          <a:bodyPr/>
          <a:lstStyle>
            <a:lvl1pPr marL="0" indent="0">
              <a:buNone/>
              <a:defRPr sz="3000"/>
            </a:lvl1pPr>
            <a:lvl2pPr marL="422138" indent="0">
              <a:buNone/>
              <a:defRPr sz="2600"/>
            </a:lvl2pPr>
            <a:lvl3pPr marL="844276" indent="0">
              <a:buNone/>
              <a:defRPr sz="2300"/>
            </a:lvl3pPr>
            <a:lvl4pPr marL="1266415" indent="0">
              <a:buNone/>
              <a:defRPr sz="1800"/>
            </a:lvl4pPr>
            <a:lvl5pPr marL="1688552" indent="0">
              <a:buNone/>
              <a:defRPr sz="1800"/>
            </a:lvl5pPr>
            <a:lvl6pPr marL="2110690" indent="0">
              <a:buNone/>
              <a:defRPr sz="1800"/>
            </a:lvl6pPr>
            <a:lvl7pPr marL="2532828" indent="0">
              <a:buNone/>
              <a:defRPr sz="1800"/>
            </a:lvl7pPr>
            <a:lvl8pPr marL="2954966" indent="0">
              <a:buNone/>
              <a:defRPr sz="1800"/>
            </a:lvl8pPr>
            <a:lvl9pPr marL="3377104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8411" y="9722098"/>
            <a:ext cx="6913245" cy="1457881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2307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9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353509" y="836775"/>
            <a:ext cx="2592469" cy="1780513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6108" y="836775"/>
            <a:ext cx="7585366" cy="1780513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3708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76105" y="497462"/>
            <a:ext cx="10369868" cy="2070366"/>
          </a:xfrm>
          <a:prstGeom prst="rect">
            <a:avLst/>
          </a:prstGeom>
        </p:spPr>
        <p:txBody>
          <a:bodyPr vert="horz" lIns="84427" tIns="42214" rIns="84427" bIns="4221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2898521"/>
            <a:ext cx="10369868" cy="8198069"/>
          </a:xfrm>
          <a:prstGeom prst="rect">
            <a:avLst/>
          </a:prstGeom>
        </p:spPr>
        <p:txBody>
          <a:bodyPr vert="horz" lIns="84427" tIns="42214" rIns="84427" bIns="4221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76108" y="11513532"/>
            <a:ext cx="2688484" cy="661367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936710" y="11513532"/>
            <a:ext cx="3648658" cy="661367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257491" y="11513532"/>
            <a:ext cx="2688484" cy="661367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42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44276" rtl="0" eaLnBrk="1" latinLnBrk="0" hangingPunct="1">
        <a:spcBef>
          <a:spcPct val="0"/>
        </a:spcBef>
        <a:buNone/>
        <a:defRPr sz="4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6603" indent="-316603" algn="l" defTabSz="844276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974" indent="-263837" algn="l" defTabSz="844276" rtl="0" eaLnBrk="1" latinLnBrk="0" hangingPunct="1">
        <a:spcBef>
          <a:spcPct val="20000"/>
        </a:spcBef>
        <a:buFont typeface="Arial" pitchFamily="34" charset="0"/>
        <a:buChar char="–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5534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477483" indent="-211069" algn="l" defTabSz="84427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99621" indent="-211069" algn="l" defTabSz="84427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21759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97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6603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588173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2213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4427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6415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88552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11069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53282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5496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77104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611" y="154800"/>
            <a:ext cx="3422650" cy="8755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50" name="Groupe 49"/>
          <p:cNvGrpSpPr/>
          <p:nvPr/>
        </p:nvGrpSpPr>
        <p:grpSpPr>
          <a:xfrm>
            <a:off x="3374258" y="-108247"/>
            <a:ext cx="3600000" cy="6293073"/>
            <a:chOff x="8803382" y="1592038"/>
            <a:chExt cx="3600000" cy="6293073"/>
          </a:xfrm>
        </p:grpSpPr>
        <p:pic>
          <p:nvPicPr>
            <p:cNvPr id="51" name="Picture 19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03382" y="1872605"/>
              <a:ext cx="3600000" cy="60125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2" name="ZoneTexte 51"/>
            <p:cNvSpPr txBox="1"/>
            <p:nvPr/>
          </p:nvSpPr>
          <p:spPr>
            <a:xfrm>
              <a:off x="9487062" y="1592038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(d)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53" name="Groupe 52"/>
          <p:cNvGrpSpPr/>
          <p:nvPr/>
        </p:nvGrpSpPr>
        <p:grpSpPr>
          <a:xfrm>
            <a:off x="3224795" y="6534968"/>
            <a:ext cx="3786149" cy="5904656"/>
            <a:chOff x="4014217" y="5617021"/>
            <a:chExt cx="3786149" cy="5904656"/>
          </a:xfrm>
        </p:grpSpPr>
        <p:pic>
          <p:nvPicPr>
            <p:cNvPr id="54" name="Picture 14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3"/>
            <a:stretch/>
          </p:blipFill>
          <p:spPr bwMode="auto">
            <a:xfrm>
              <a:off x="4014217" y="5897588"/>
              <a:ext cx="3786149" cy="56240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5" name="ZoneTexte 54"/>
            <p:cNvSpPr txBox="1"/>
            <p:nvPr/>
          </p:nvSpPr>
          <p:spPr>
            <a:xfrm>
              <a:off x="4844669" y="5617021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(b)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56" name="ZoneTexte 55"/>
          <p:cNvSpPr txBox="1"/>
          <p:nvPr/>
        </p:nvSpPr>
        <p:spPr>
          <a:xfrm>
            <a:off x="736588" y="-119385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620000" y="8244000"/>
            <a:ext cx="261913" cy="14401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Rectangle 57"/>
          <p:cNvSpPr/>
          <p:nvPr/>
        </p:nvSpPr>
        <p:spPr>
          <a:xfrm>
            <a:off x="828000" y="5284888"/>
            <a:ext cx="2106000" cy="230425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9" name="Connecteur droit 58"/>
          <p:cNvCxnSpPr/>
          <p:nvPr/>
        </p:nvCxnSpPr>
        <p:spPr>
          <a:xfrm flipH="1" flipV="1">
            <a:off x="1881913" y="8388017"/>
            <a:ext cx="2294948" cy="34755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e 59"/>
          <p:cNvGrpSpPr/>
          <p:nvPr/>
        </p:nvGrpSpPr>
        <p:grpSpPr>
          <a:xfrm>
            <a:off x="6650904" y="1547937"/>
            <a:ext cx="5230813" cy="3562556"/>
            <a:chOff x="7496372" y="1148916"/>
            <a:chExt cx="5230813" cy="3562556"/>
          </a:xfrm>
        </p:grpSpPr>
        <p:pic>
          <p:nvPicPr>
            <p:cNvPr id="61" name="Picture 1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6372" y="1393597"/>
              <a:ext cx="5230813" cy="3317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2" name="ZoneTexte 61"/>
            <p:cNvSpPr txBox="1"/>
            <p:nvPr/>
          </p:nvSpPr>
          <p:spPr>
            <a:xfrm>
              <a:off x="8396782" y="1148916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(e)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cxnSp>
        <p:nvCxnSpPr>
          <p:cNvPr id="63" name="Connecteur droit 62"/>
          <p:cNvCxnSpPr/>
          <p:nvPr/>
        </p:nvCxnSpPr>
        <p:spPr>
          <a:xfrm flipV="1">
            <a:off x="2934000" y="5670872"/>
            <a:ext cx="1242861" cy="19182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 flipV="1">
            <a:off x="2934000" y="381542"/>
            <a:ext cx="1242861" cy="49033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 flipV="1">
            <a:off x="1881913" y="6996633"/>
            <a:ext cx="2294948" cy="124736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oupe 65"/>
          <p:cNvGrpSpPr/>
          <p:nvPr/>
        </p:nvGrpSpPr>
        <p:grpSpPr>
          <a:xfrm>
            <a:off x="7180873" y="7471072"/>
            <a:ext cx="3826825" cy="4136605"/>
            <a:chOff x="8083053" y="6625133"/>
            <a:chExt cx="3826825" cy="4136605"/>
          </a:xfrm>
        </p:grpSpPr>
        <p:pic>
          <p:nvPicPr>
            <p:cNvPr id="67" name="Picture 16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150"/>
            <a:stretch/>
          </p:blipFill>
          <p:spPr bwMode="auto">
            <a:xfrm>
              <a:off x="8083053" y="6905700"/>
              <a:ext cx="3826825" cy="38560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8" name="ZoneTexte 67"/>
            <p:cNvSpPr txBox="1"/>
            <p:nvPr/>
          </p:nvSpPr>
          <p:spPr>
            <a:xfrm>
              <a:off x="8479407" y="6625133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(c)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69" name="Rectangle 68"/>
          <p:cNvSpPr/>
          <p:nvPr/>
        </p:nvSpPr>
        <p:spPr>
          <a:xfrm>
            <a:off x="4882315" y="4878784"/>
            <a:ext cx="1553036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0" name="Connecteur droit 69"/>
          <p:cNvCxnSpPr/>
          <p:nvPr/>
        </p:nvCxnSpPr>
        <p:spPr>
          <a:xfrm flipV="1">
            <a:off x="6435351" y="2009602"/>
            <a:ext cx="1296144" cy="28691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/>
          <p:cNvCxnSpPr/>
          <p:nvPr/>
        </p:nvCxnSpPr>
        <p:spPr>
          <a:xfrm flipV="1">
            <a:off x="6435351" y="4446736"/>
            <a:ext cx="1296144" cy="7920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0051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15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16</cp:revision>
  <dcterms:created xsi:type="dcterms:W3CDTF">2017-05-08T09:18:00Z</dcterms:created>
  <dcterms:modified xsi:type="dcterms:W3CDTF">2017-05-09T12:48:39Z</dcterms:modified>
</cp:coreProperties>
</file>