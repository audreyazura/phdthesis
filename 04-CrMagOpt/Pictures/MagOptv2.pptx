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ppt/_rels/presentation.xml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Layouts/slideLayout1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.xml.rels" ContentType="application/vnd.openxmlformats-package.relationships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media/image3.png" ContentType="image/png"/>
  <Override PartName="/ppt/media/image2.png" ContentType="image/png"/>
  <Override PartName="/ppt/media/image1.png" ContentType="image/png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2"/>
  </p:sldMasterIdLst>
  <p:sldIdLst>
    <p:sldId id="256" r:id="rId3"/>
  </p:sldIdLst>
  <p:sldSz cx="7561262" cy="7964487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67000" y="2474280"/>
            <a:ext cx="6426720" cy="17071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378000" y="1863720"/>
            <a:ext cx="6804720" cy="46191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67000" y="2474280"/>
            <a:ext cx="6426720" cy="17071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78000" y="1863720"/>
            <a:ext cx="6804720" cy="46188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67000" y="2474280"/>
            <a:ext cx="6426720" cy="17071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78000" y="1863720"/>
            <a:ext cx="3320640" cy="46188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3864960" y="1863720"/>
            <a:ext cx="3320640" cy="46188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67000" y="2474280"/>
            <a:ext cx="6426720" cy="17071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67000" y="2474280"/>
            <a:ext cx="6426720" cy="79131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67000" y="2474280"/>
            <a:ext cx="6426720" cy="17071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378000" y="1863720"/>
            <a:ext cx="3320640" cy="220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378000" y="4276080"/>
            <a:ext cx="3320640" cy="220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3864960" y="1863720"/>
            <a:ext cx="3320640" cy="46188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67000" y="2474280"/>
            <a:ext cx="6426720" cy="17071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378000" y="1863720"/>
            <a:ext cx="3320640" cy="46188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3864960" y="1863720"/>
            <a:ext cx="3320640" cy="220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3864960" y="4276080"/>
            <a:ext cx="3320640" cy="220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67000" y="2474280"/>
            <a:ext cx="6426720" cy="17071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378000" y="1863720"/>
            <a:ext cx="3320640" cy="220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3864960" y="1863720"/>
            <a:ext cx="3320640" cy="220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378000" y="4276080"/>
            <a:ext cx="6804720" cy="220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67000" y="2474280"/>
            <a:ext cx="6426720" cy="17071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378000" y="1863720"/>
            <a:ext cx="6804720" cy="220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378000" y="4276080"/>
            <a:ext cx="6804720" cy="220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67000" y="2474280"/>
            <a:ext cx="6426720" cy="17071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378000" y="1863720"/>
            <a:ext cx="3320640" cy="220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3864960" y="1863720"/>
            <a:ext cx="3320640" cy="220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3864960" y="4276080"/>
            <a:ext cx="3320640" cy="220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378000" y="4276080"/>
            <a:ext cx="3320640" cy="220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67000" y="2474280"/>
            <a:ext cx="6426720" cy="170712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378000" y="1863720"/>
            <a:ext cx="6804720" cy="46188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78000" y="1863720"/>
            <a:ext cx="6804720" cy="46188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pic>
        <p:nvPicPr>
          <p:cNvPr id="37" name="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885960" y="1863720"/>
            <a:ext cx="5788800" cy="4618800"/>
          </a:xfrm>
          <a:prstGeom prst="rect">
            <a:avLst/>
          </a:prstGeom>
          <a:ln>
            <a:noFill/>
          </a:ln>
        </p:spPr>
      </p:pic>
      <p:pic>
        <p:nvPicPr>
          <p:cNvPr id="38" name="" descr=""/>
          <p:cNvPicPr/>
          <p:nvPr/>
        </p:nvPicPr>
        <p:blipFill>
          <a:blip r:embed="rId3"/>
          <a:stretch>
            <a:fillRect/>
          </a:stretch>
        </p:blipFill>
        <p:spPr>
          <a:xfrm>
            <a:off x="885960" y="1863720"/>
            <a:ext cx="5788800" cy="4618800"/>
          </a:xfrm>
          <a:prstGeom prst="rect">
            <a:avLst/>
          </a:prstGeom>
          <a:ln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67000" y="2474280"/>
            <a:ext cx="6426720" cy="1706760"/>
          </a:xfrm>
          <a:prstGeom prst="rect">
            <a:avLst/>
          </a:prstGeom>
        </p:spPr>
        <p:txBody>
          <a:bodyPr lIns="87480" rIns="87480" tIns="43560" bIns="43560" anchor="ctr"/>
          <a:p>
            <a:pPr algn="ctr">
              <a:lnSpc>
                <a:spcPct val="100000"/>
              </a:lnSpc>
            </a:pPr>
            <a:r>
              <a:rPr lang="fr-FR" sz="4200">
                <a:solidFill>
                  <a:srgbClr val="000000"/>
                </a:solidFill>
                <a:latin typeface="Calibri"/>
              </a:rPr>
              <a:t>Click to edit the title text formatModifiez le style du titre</a:t>
            </a:r>
            <a:endParaRPr/>
          </a:p>
        </p:txBody>
      </p:sp>
      <p:sp>
        <p:nvSpPr>
          <p:cNvPr id="1" name="PlaceHolder 2"/>
          <p:cNvSpPr>
            <a:spLocks noGrp="1"/>
          </p:cNvSpPr>
          <p:nvPr>
            <p:ph type="dt"/>
          </p:nvPr>
        </p:nvSpPr>
        <p:spPr>
          <a:xfrm>
            <a:off x="378000" y="7381800"/>
            <a:ext cx="1764000" cy="423720"/>
          </a:xfrm>
          <a:prstGeom prst="rect">
            <a:avLst/>
          </a:prstGeom>
        </p:spPr>
        <p:txBody>
          <a:bodyPr lIns="87480" rIns="87480" tIns="43560" bIns="43560" anchor="ctr"/>
          <a:p>
            <a:pPr>
              <a:lnSpc>
                <a:spcPct val="100000"/>
              </a:lnSpc>
            </a:pPr>
            <a:r>
              <a:rPr lang="en-US" sz="1100">
                <a:solidFill>
                  <a:srgbClr val="8b8b8b"/>
                </a:solidFill>
                <a:latin typeface="Calibri"/>
              </a:rPr>
              <a:t>5/9/17</a:t>
            </a:r>
            <a:endParaRPr/>
          </a:p>
        </p:txBody>
      </p:sp>
      <p:sp>
        <p:nvSpPr>
          <p:cNvPr id="2" name="PlaceHolder 3"/>
          <p:cNvSpPr>
            <a:spLocks noGrp="1"/>
          </p:cNvSpPr>
          <p:nvPr>
            <p:ph type="ftr"/>
          </p:nvPr>
        </p:nvSpPr>
        <p:spPr>
          <a:xfrm>
            <a:off x="2583360" y="7381800"/>
            <a:ext cx="2394000" cy="423720"/>
          </a:xfrm>
          <a:prstGeom prst="rect">
            <a:avLst/>
          </a:prstGeom>
        </p:spPr>
        <p:txBody>
          <a:bodyPr lIns="87480" rIns="87480" tIns="43560" bIns="43560" anchor="ctr"/>
          <a:p>
            <a:endParaRPr/>
          </a:p>
        </p:txBody>
      </p:sp>
      <p:sp>
        <p:nvSpPr>
          <p:cNvPr id="3" name="PlaceHolder 4"/>
          <p:cNvSpPr>
            <a:spLocks noGrp="1"/>
          </p:cNvSpPr>
          <p:nvPr>
            <p:ph type="sldNum"/>
          </p:nvPr>
        </p:nvSpPr>
        <p:spPr>
          <a:xfrm>
            <a:off x="5419080" y="7381800"/>
            <a:ext cx="1764000" cy="423720"/>
          </a:xfrm>
          <a:prstGeom prst="rect">
            <a:avLst/>
          </a:prstGeom>
        </p:spPr>
        <p:txBody>
          <a:bodyPr lIns="87480" rIns="87480" tIns="43560" bIns="43560" anchor="ctr"/>
          <a:p>
            <a:pPr algn="r">
              <a:lnSpc>
                <a:spcPct val="100000"/>
              </a:lnSpc>
            </a:pPr>
            <a:fld id="{49A022F4-2B5A-4A1D-9EBB-5E50A4776D8C}" type="slidenum">
              <a:rPr lang="en-US" sz="1100">
                <a:solidFill>
                  <a:srgbClr val="8b8b8b"/>
                </a:solidFill>
                <a:latin typeface="Calibri"/>
              </a:rPr>
              <a:t>&lt;number&gt;</a:t>
            </a:fld>
            <a:endParaRPr/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378000" y="1863720"/>
            <a:ext cx="6804720" cy="4618800"/>
          </a:xfrm>
          <a:prstGeom prst="rect">
            <a:avLst/>
          </a:prstGeom>
        </p:spPr>
        <p:txBody>
          <a:bodyPr lIns="0" rIns="0" tIns="0" bIns="0"/>
          <a:p>
            <a:pPr>
              <a:buSzPct val="45000"/>
              <a:buFont typeface="StarSymbol"/>
              <a:buChar char=""/>
            </a:pPr>
            <a:r>
              <a:rPr lang="fr-FR" sz="3100">
                <a:latin typeface="Calibri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fr-FR" sz="2300">
                <a:latin typeface="Calibri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fr-FR" sz="1900">
                <a:latin typeface="Calibri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fr-FR" sz="1900">
                <a:latin typeface="Calibri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Seventh Outline Level</a:t>
            </a:r>
            <a:endParaRPr/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" descr=""/>
          <p:cNvPicPr/>
          <p:nvPr/>
        </p:nvPicPr>
        <p:blipFill>
          <a:blip r:embed="rId1"/>
          <a:stretch>
            <a:fillRect/>
          </a:stretch>
        </p:blipFill>
        <p:spPr>
          <a:xfrm>
            <a:off x="-65160" y="1440"/>
            <a:ext cx="7692840" cy="7961040"/>
          </a:xfrm>
          <a:prstGeom prst="rect">
            <a:avLst/>
          </a:prstGeom>
          <a:ln>
            <a:noFill/>
          </a:ln>
        </p:spPr>
      </p:pic>
      <p:sp>
        <p:nvSpPr>
          <p:cNvPr id="40" name="TextShape 1"/>
          <p:cNvSpPr txBox="1"/>
          <p:nvPr/>
        </p:nvSpPr>
        <p:spPr>
          <a:xfrm>
            <a:off x="883440" y="289440"/>
            <a:ext cx="548640" cy="430200"/>
          </a:xfrm>
          <a:prstGeom prst="rect">
            <a:avLst/>
          </a:prstGeom>
        </p:spPr>
        <p:txBody>
          <a:bodyPr lIns="90000" rIns="90000" tIns="45000" bIns="45000"/>
          <a:p>
            <a:r>
              <a:rPr lang="en-US" sz="2400">
                <a:solidFill>
                  <a:srgbClr val="ffffff"/>
                </a:solidFill>
                <a:latin typeface="Times new roman"/>
              </a:rPr>
              <a:t>(a)</a:t>
            </a:r>
            <a:endParaRPr/>
          </a:p>
        </p:txBody>
      </p:sp>
      <p:sp>
        <p:nvSpPr>
          <p:cNvPr id="41" name="TextShape 2"/>
          <p:cNvSpPr txBox="1"/>
          <p:nvPr/>
        </p:nvSpPr>
        <p:spPr>
          <a:xfrm>
            <a:off x="4879440" y="289800"/>
            <a:ext cx="548640" cy="430200"/>
          </a:xfrm>
          <a:prstGeom prst="rect">
            <a:avLst/>
          </a:prstGeom>
        </p:spPr>
        <p:txBody>
          <a:bodyPr lIns="90000" rIns="90000" tIns="45000" bIns="45000"/>
          <a:p>
            <a:r>
              <a:rPr lang="en-US" sz="2400">
                <a:latin typeface="Times new roman"/>
              </a:rPr>
              <a:t>(b)</a:t>
            </a:r>
            <a:endParaRPr/>
          </a:p>
        </p:txBody>
      </p:sp>
      <p:sp>
        <p:nvSpPr>
          <p:cNvPr id="42" name="CustomShape 3"/>
          <p:cNvSpPr/>
          <p:nvPr/>
        </p:nvSpPr>
        <p:spPr>
          <a:xfrm>
            <a:off x="182880" y="182880"/>
            <a:ext cx="365760" cy="2743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id="43" name="CustomShape 4"/>
          <p:cNvSpPr/>
          <p:nvPr/>
        </p:nvSpPr>
        <p:spPr>
          <a:xfrm>
            <a:off x="4480560" y="18288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</p:spTree>
  </p:cSld>
  <p:timing>
    <p:tnLst>
      <p:par>
        <p:cTn id="1" dur="indefinite" restart="never" nodeType="tmRoot">
          <p:childTnLst>
            <p:seq>
              <p:cTn id="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