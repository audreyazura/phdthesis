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021513" cy="79644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932" y="-90"/>
      </p:cViewPr>
      <p:guideLst>
        <p:guide orient="horz" pos="2508"/>
        <p:guide pos="2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51017" y="1863720"/>
            <a:ext cx="6318975" cy="461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6318975" cy="46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3083601" cy="46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589065" y="1863720"/>
            <a:ext cx="3083601" cy="46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26525" y="2474280"/>
            <a:ext cx="5967958" cy="7913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51017" y="427608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589065" y="1863720"/>
            <a:ext cx="3083601" cy="46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3083601" cy="46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589065" y="186372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3589065" y="427608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589065" y="186372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51017" y="4276080"/>
            <a:ext cx="6318975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6318975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51017" y="4276080"/>
            <a:ext cx="6318975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589065" y="186372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589065" y="427608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351017" y="4276080"/>
            <a:ext cx="3083601" cy="22028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71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51017" y="1863720"/>
            <a:ext cx="6318975" cy="46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1017" y="1863720"/>
            <a:ext cx="6318975" cy="46188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37" name="Image 36"/>
          <p:cNvPicPr/>
          <p:nvPr/>
        </p:nvPicPr>
        <p:blipFill>
          <a:blip r:embed="rId2"/>
          <a:stretch>
            <a:fillRect/>
          </a:stretch>
        </p:blipFill>
        <p:spPr>
          <a:xfrm>
            <a:off x="822717" y="1863720"/>
            <a:ext cx="5375575" cy="4618800"/>
          </a:xfrm>
          <a:prstGeom prst="rect">
            <a:avLst/>
          </a:prstGeom>
          <a:ln>
            <a:noFill/>
          </a:ln>
        </p:spPr>
      </p:pic>
      <p:pic>
        <p:nvPicPr>
          <p:cNvPr id="38" name="Image 37"/>
          <p:cNvPicPr/>
          <p:nvPr/>
        </p:nvPicPr>
        <p:blipFill>
          <a:blip r:embed="rId2"/>
          <a:stretch>
            <a:fillRect/>
          </a:stretch>
        </p:blipFill>
        <p:spPr>
          <a:xfrm>
            <a:off x="822717" y="1863720"/>
            <a:ext cx="5375575" cy="4618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26525" y="2474280"/>
            <a:ext cx="5967958" cy="1706760"/>
          </a:xfrm>
          <a:prstGeom prst="rect">
            <a:avLst/>
          </a:prstGeom>
        </p:spPr>
        <p:txBody>
          <a:bodyPr lIns="87480" tIns="43560" rIns="87480" bIns="43560" anchor="ctr"/>
          <a:lstStyle/>
          <a:p>
            <a:pPr algn="ctr">
              <a:lnSpc>
                <a:spcPct val="100000"/>
              </a:lnSpc>
            </a:pPr>
            <a:r>
              <a:rPr lang="fr-FR" sz="42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351017" y="7381800"/>
            <a:ext cx="1638079" cy="423720"/>
          </a:xfrm>
          <a:prstGeom prst="rect">
            <a:avLst/>
          </a:prstGeom>
        </p:spPr>
        <p:txBody>
          <a:bodyPr lIns="87480" tIns="43560" rIns="87480" bIns="43560" anchor="ctr"/>
          <a:lstStyle/>
          <a:p>
            <a:pPr>
              <a:lnSpc>
                <a:spcPct val="100000"/>
              </a:lnSpc>
            </a:pPr>
            <a:r>
              <a:rPr lang="en-US" sz="1100">
                <a:solidFill>
                  <a:srgbClr val="8B8B8B"/>
                </a:solidFill>
                <a:latin typeface="Calibri"/>
              </a:rPr>
              <a:t>5/9/17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2398950" y="7381800"/>
            <a:ext cx="2223108" cy="423720"/>
          </a:xfrm>
          <a:prstGeom prst="rect">
            <a:avLst/>
          </a:prstGeom>
        </p:spPr>
        <p:txBody>
          <a:bodyPr lIns="87480" tIns="43560" rIns="87480" bIns="43560" anchor="ctr"/>
          <a:lstStyle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5032247" y="7381800"/>
            <a:ext cx="1638079" cy="423720"/>
          </a:xfrm>
          <a:prstGeom prst="rect">
            <a:avLst/>
          </a:prstGeom>
        </p:spPr>
        <p:txBody>
          <a:bodyPr lIns="87480" tIns="43560" rIns="87480" bIns="43560" anchor="ctr"/>
          <a:lstStyle/>
          <a:p>
            <a:pPr algn="r">
              <a:lnSpc>
                <a:spcPct val="100000"/>
              </a:lnSpc>
            </a:pPr>
            <a:fld id="{49A022F4-2B5A-4A1D-9EBB-5E50A4776D8C}" type="slidenum">
              <a:rPr lang="en-US" sz="1100">
                <a:solidFill>
                  <a:srgbClr val="8B8B8B"/>
                </a:solidFill>
                <a:latin typeface="Calibri"/>
              </a:rPr>
              <a:t>‹N°›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51017" y="1863720"/>
            <a:ext cx="6318975" cy="4618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fr-FR" sz="31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3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19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19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-323825" y="1440"/>
            <a:ext cx="7692840" cy="7961040"/>
            <a:chOff x="-323825" y="1440"/>
            <a:chExt cx="7692840" cy="7961040"/>
          </a:xfrm>
        </p:grpSpPr>
        <p:pic>
          <p:nvPicPr>
            <p:cNvPr id="7" name="Picture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-323825" y="1440"/>
              <a:ext cx="7692840" cy="7961040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CustomShape 3"/>
            <p:cNvSpPr/>
            <p:nvPr/>
          </p:nvSpPr>
          <p:spPr>
            <a:xfrm>
              <a:off x="-75785" y="182880"/>
              <a:ext cx="365760" cy="2743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</p:sp>
        <p:sp>
          <p:nvSpPr>
            <p:cNvPr id="9" name="CustomShape 4"/>
            <p:cNvSpPr/>
            <p:nvPr/>
          </p:nvSpPr>
          <p:spPr>
            <a:xfrm>
              <a:off x="4221895" y="182880"/>
              <a:ext cx="274320" cy="2743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</p:sp>
      </p:grpSp>
      <p:sp>
        <p:nvSpPr>
          <p:cNvPr id="10" name="TextShape 1"/>
          <p:cNvSpPr txBox="1"/>
          <p:nvPr/>
        </p:nvSpPr>
        <p:spPr>
          <a:xfrm>
            <a:off x="20998" y="-46800"/>
            <a:ext cx="548640" cy="43020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US" sz="2400" dirty="0">
                <a:latin typeface="Times new roman"/>
              </a:rPr>
              <a:t>(a)</a:t>
            </a:r>
            <a:endParaRPr dirty="0"/>
          </a:p>
        </p:txBody>
      </p:sp>
      <p:sp>
        <p:nvSpPr>
          <p:cNvPr id="11" name="TextShape 2"/>
          <p:cNvSpPr txBox="1"/>
          <p:nvPr/>
        </p:nvSpPr>
        <p:spPr>
          <a:xfrm>
            <a:off x="4170038" y="-48356"/>
            <a:ext cx="548640" cy="43020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US" sz="2400" dirty="0">
                <a:latin typeface="Times new roman"/>
              </a:rPr>
              <a:t>(b)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Theme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3</cp:revision>
  <dcterms:modified xsi:type="dcterms:W3CDTF">2017-06-29T16:51:04Z</dcterms:modified>
</cp:coreProperties>
</file>