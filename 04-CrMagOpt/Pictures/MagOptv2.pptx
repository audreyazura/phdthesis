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7380288" cy="7740650"/>
  <p:notesSz cx="6858000" cy="9144000"/>
  <p:defaultTextStyle>
    <a:defPPr>
      <a:defRPr lang="fr-FR"/>
    </a:defPPr>
    <a:lvl1pPr marL="0" algn="l" defTabSz="87416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37083" algn="l" defTabSz="87416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874166" algn="l" defTabSz="87416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311250" algn="l" defTabSz="87416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748333" algn="l" defTabSz="87416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185416" algn="l" defTabSz="87416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622499" algn="l" defTabSz="87416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3059582" algn="l" defTabSz="87416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496666" algn="l" defTabSz="87416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6" d="100"/>
          <a:sy n="46" d="100"/>
        </p:scale>
        <p:origin x="-2334" y="-108"/>
      </p:cViewPr>
      <p:guideLst>
        <p:guide orient="horz" pos="2438"/>
        <p:guide pos="232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53525" y="2404622"/>
            <a:ext cx="6273245" cy="165922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107043" y="4386367"/>
            <a:ext cx="5166202" cy="197816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370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741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112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7483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1854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6224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0595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4966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5309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6960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2995" y="4974084"/>
            <a:ext cx="6273245" cy="1537379"/>
          </a:xfrm>
        </p:spPr>
        <p:txBody>
          <a:bodyPr anchor="t"/>
          <a:lstStyle>
            <a:lvl1pPr algn="l">
              <a:defRPr sz="38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2995" y="3280823"/>
            <a:ext cx="6273245" cy="1693266"/>
          </a:xfrm>
        </p:spPr>
        <p:txBody>
          <a:bodyPr anchor="b"/>
          <a:lstStyle>
            <a:lvl1pPr marL="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1pPr>
            <a:lvl2pPr marL="437083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87416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3pPr>
            <a:lvl4pPr marL="13112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74833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2185416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62249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3059582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3496666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18810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21610" y="2216482"/>
            <a:ext cx="2830391" cy="6265984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275007" y="2216482"/>
            <a:ext cx="2831673" cy="6265984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5455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69016" y="309988"/>
            <a:ext cx="6642259" cy="1290109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69014" y="1732691"/>
            <a:ext cx="3260909" cy="722102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37083" indent="0">
              <a:buNone/>
              <a:defRPr sz="1900" b="1"/>
            </a:lvl2pPr>
            <a:lvl3pPr marL="874166" indent="0">
              <a:buNone/>
              <a:defRPr sz="1700" b="1"/>
            </a:lvl3pPr>
            <a:lvl4pPr marL="1311250" indent="0">
              <a:buNone/>
              <a:defRPr sz="1500" b="1"/>
            </a:lvl4pPr>
            <a:lvl5pPr marL="1748333" indent="0">
              <a:buNone/>
              <a:defRPr sz="1500" b="1"/>
            </a:lvl5pPr>
            <a:lvl6pPr marL="2185416" indent="0">
              <a:buNone/>
              <a:defRPr sz="1500" b="1"/>
            </a:lvl6pPr>
            <a:lvl7pPr marL="2622499" indent="0">
              <a:buNone/>
              <a:defRPr sz="1500" b="1"/>
            </a:lvl7pPr>
            <a:lvl8pPr marL="3059582" indent="0">
              <a:buNone/>
              <a:defRPr sz="1500" b="1"/>
            </a:lvl8pPr>
            <a:lvl9pPr marL="3496666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69014" y="2454793"/>
            <a:ext cx="3260909" cy="4459833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749085" y="1732691"/>
            <a:ext cx="3262190" cy="722102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37083" indent="0">
              <a:buNone/>
              <a:defRPr sz="1900" b="1"/>
            </a:lvl2pPr>
            <a:lvl3pPr marL="874166" indent="0">
              <a:buNone/>
              <a:defRPr sz="1700" b="1"/>
            </a:lvl3pPr>
            <a:lvl4pPr marL="1311250" indent="0">
              <a:buNone/>
              <a:defRPr sz="1500" b="1"/>
            </a:lvl4pPr>
            <a:lvl5pPr marL="1748333" indent="0">
              <a:buNone/>
              <a:defRPr sz="1500" b="1"/>
            </a:lvl5pPr>
            <a:lvl6pPr marL="2185416" indent="0">
              <a:buNone/>
              <a:defRPr sz="1500" b="1"/>
            </a:lvl6pPr>
            <a:lvl7pPr marL="2622499" indent="0">
              <a:buNone/>
              <a:defRPr sz="1500" b="1"/>
            </a:lvl7pPr>
            <a:lvl8pPr marL="3059582" indent="0">
              <a:buNone/>
              <a:defRPr sz="1500" b="1"/>
            </a:lvl8pPr>
            <a:lvl9pPr marL="3496666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749085" y="2454793"/>
            <a:ext cx="3262190" cy="4459833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537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405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138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69016" y="308193"/>
            <a:ext cx="2428064" cy="1311610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885489" y="308193"/>
            <a:ext cx="4125786" cy="6606430"/>
          </a:xfrm>
        </p:spPr>
        <p:txBody>
          <a:bodyPr/>
          <a:lstStyle>
            <a:lvl1pPr>
              <a:defRPr sz="3100"/>
            </a:lvl1pPr>
            <a:lvl2pPr>
              <a:defRPr sz="2700"/>
            </a:lvl2pPr>
            <a:lvl3pPr>
              <a:defRPr sz="23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69016" y="1619807"/>
            <a:ext cx="2428064" cy="5294820"/>
          </a:xfrm>
        </p:spPr>
        <p:txBody>
          <a:bodyPr/>
          <a:lstStyle>
            <a:lvl1pPr marL="0" indent="0">
              <a:buNone/>
              <a:defRPr sz="1300"/>
            </a:lvl1pPr>
            <a:lvl2pPr marL="437083" indent="0">
              <a:buNone/>
              <a:defRPr sz="1100"/>
            </a:lvl2pPr>
            <a:lvl3pPr marL="874166" indent="0">
              <a:buNone/>
              <a:defRPr sz="1000"/>
            </a:lvl3pPr>
            <a:lvl4pPr marL="1311250" indent="0">
              <a:buNone/>
              <a:defRPr sz="900"/>
            </a:lvl4pPr>
            <a:lvl5pPr marL="1748333" indent="0">
              <a:buNone/>
              <a:defRPr sz="900"/>
            </a:lvl5pPr>
            <a:lvl6pPr marL="2185416" indent="0">
              <a:buNone/>
              <a:defRPr sz="900"/>
            </a:lvl6pPr>
            <a:lvl7pPr marL="2622499" indent="0">
              <a:buNone/>
              <a:defRPr sz="900"/>
            </a:lvl7pPr>
            <a:lvl8pPr marL="3059582" indent="0">
              <a:buNone/>
              <a:defRPr sz="900"/>
            </a:lvl8pPr>
            <a:lvl9pPr marL="3496666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8022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46588" y="5418459"/>
            <a:ext cx="4428173" cy="639679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446588" y="691645"/>
            <a:ext cx="4428173" cy="4644390"/>
          </a:xfrm>
        </p:spPr>
        <p:txBody>
          <a:bodyPr/>
          <a:lstStyle>
            <a:lvl1pPr marL="0" indent="0">
              <a:buNone/>
              <a:defRPr sz="3100"/>
            </a:lvl1pPr>
            <a:lvl2pPr marL="437083" indent="0">
              <a:buNone/>
              <a:defRPr sz="2700"/>
            </a:lvl2pPr>
            <a:lvl3pPr marL="874166" indent="0">
              <a:buNone/>
              <a:defRPr sz="2300"/>
            </a:lvl3pPr>
            <a:lvl4pPr marL="1311250" indent="0">
              <a:buNone/>
              <a:defRPr sz="1900"/>
            </a:lvl4pPr>
            <a:lvl5pPr marL="1748333" indent="0">
              <a:buNone/>
              <a:defRPr sz="1900"/>
            </a:lvl5pPr>
            <a:lvl6pPr marL="2185416" indent="0">
              <a:buNone/>
              <a:defRPr sz="1900"/>
            </a:lvl6pPr>
            <a:lvl7pPr marL="2622499" indent="0">
              <a:buNone/>
              <a:defRPr sz="1900"/>
            </a:lvl7pPr>
            <a:lvl8pPr marL="3059582" indent="0">
              <a:buNone/>
              <a:defRPr sz="1900"/>
            </a:lvl8pPr>
            <a:lvl9pPr marL="3496666" indent="0">
              <a:buNone/>
              <a:defRPr sz="19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446588" y="6058135"/>
            <a:ext cx="4428173" cy="908450"/>
          </a:xfrm>
        </p:spPr>
        <p:txBody>
          <a:bodyPr/>
          <a:lstStyle>
            <a:lvl1pPr marL="0" indent="0">
              <a:buNone/>
              <a:defRPr sz="1300"/>
            </a:lvl1pPr>
            <a:lvl2pPr marL="437083" indent="0">
              <a:buNone/>
              <a:defRPr sz="1100"/>
            </a:lvl2pPr>
            <a:lvl3pPr marL="874166" indent="0">
              <a:buNone/>
              <a:defRPr sz="1000"/>
            </a:lvl3pPr>
            <a:lvl4pPr marL="1311250" indent="0">
              <a:buNone/>
              <a:defRPr sz="900"/>
            </a:lvl4pPr>
            <a:lvl5pPr marL="1748333" indent="0">
              <a:buNone/>
              <a:defRPr sz="900"/>
            </a:lvl5pPr>
            <a:lvl6pPr marL="2185416" indent="0">
              <a:buNone/>
              <a:defRPr sz="900"/>
            </a:lvl6pPr>
            <a:lvl7pPr marL="2622499" indent="0">
              <a:buNone/>
              <a:defRPr sz="900"/>
            </a:lvl7pPr>
            <a:lvl8pPr marL="3059582" indent="0">
              <a:buNone/>
              <a:defRPr sz="900"/>
            </a:lvl8pPr>
            <a:lvl9pPr marL="3496666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6863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608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661371" y="379866"/>
            <a:ext cx="1445306" cy="8102597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21608" y="379866"/>
            <a:ext cx="4216758" cy="8102597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06926-2D2D-4FE7-A7C5-22013CE4FEE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5432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69016" y="309988"/>
            <a:ext cx="6642259" cy="1290109"/>
          </a:xfrm>
          <a:prstGeom prst="rect">
            <a:avLst/>
          </a:prstGeom>
        </p:spPr>
        <p:txBody>
          <a:bodyPr vert="horz" lIns="87417" tIns="43708" rIns="87417" bIns="43708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69016" y="1806152"/>
            <a:ext cx="6642259" cy="5108471"/>
          </a:xfrm>
          <a:prstGeom prst="rect">
            <a:avLst/>
          </a:prstGeom>
        </p:spPr>
        <p:txBody>
          <a:bodyPr vert="horz" lIns="87417" tIns="43708" rIns="87417" bIns="43708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69016" y="7174441"/>
            <a:ext cx="1722067" cy="412118"/>
          </a:xfrm>
          <a:prstGeom prst="rect">
            <a:avLst/>
          </a:prstGeom>
        </p:spPr>
        <p:txBody>
          <a:bodyPr vert="horz" lIns="87417" tIns="43708" rIns="87417" bIns="43708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D06926-2D2D-4FE7-A7C5-22013CE4FEE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521601" y="7174441"/>
            <a:ext cx="2337091" cy="412118"/>
          </a:xfrm>
          <a:prstGeom prst="rect">
            <a:avLst/>
          </a:prstGeom>
        </p:spPr>
        <p:txBody>
          <a:bodyPr vert="horz" lIns="87417" tIns="43708" rIns="87417" bIns="43708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5289208" y="7174441"/>
            <a:ext cx="1722067" cy="412118"/>
          </a:xfrm>
          <a:prstGeom prst="rect">
            <a:avLst/>
          </a:prstGeom>
        </p:spPr>
        <p:txBody>
          <a:bodyPr vert="horz" lIns="87417" tIns="43708" rIns="87417" bIns="43708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BF762D-07F1-46C5-9D5C-C41983E17DE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1488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74166" rtl="0" eaLnBrk="1" latinLnBrk="0" hangingPunct="1">
        <a:spcBef>
          <a:spcPct val="0"/>
        </a:spcBef>
        <a:buNone/>
        <a:defRPr sz="4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7812" indent="-327812" algn="l" defTabSz="874166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1pPr>
      <a:lvl2pPr marL="710260" indent="-273177" algn="l" defTabSz="874166" rtl="0" eaLnBrk="1" latinLnBrk="0" hangingPunct="1">
        <a:spcBef>
          <a:spcPct val="20000"/>
        </a:spcBef>
        <a:buFont typeface="Arial" pitchFamily="34" charset="0"/>
        <a:buChar char="–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092708" indent="-218542" algn="l" defTabSz="874166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529791" indent="-218542" algn="l" defTabSz="874166" rtl="0" eaLnBrk="1" latinLnBrk="0" hangingPunct="1">
        <a:spcBef>
          <a:spcPct val="20000"/>
        </a:spcBef>
        <a:buFont typeface="Arial" pitchFamily="34" charset="0"/>
        <a:buChar char="–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966874" indent="-218542" algn="l" defTabSz="874166" rtl="0" eaLnBrk="1" latinLnBrk="0" hangingPunct="1">
        <a:spcBef>
          <a:spcPct val="20000"/>
        </a:spcBef>
        <a:buFont typeface="Arial" pitchFamily="34" charset="0"/>
        <a:buChar char="»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403958" indent="-218542" algn="l" defTabSz="874166" rtl="0" eaLnBrk="1" latinLnBrk="0" hangingPunct="1">
        <a:spcBef>
          <a:spcPct val="20000"/>
        </a:spcBef>
        <a:buFont typeface="Arial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841041" indent="-218542" algn="l" defTabSz="874166" rtl="0" eaLnBrk="1" latinLnBrk="0" hangingPunct="1">
        <a:spcBef>
          <a:spcPct val="20000"/>
        </a:spcBef>
        <a:buFont typeface="Arial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78124" indent="-218542" algn="l" defTabSz="874166" rtl="0" eaLnBrk="1" latinLnBrk="0" hangingPunct="1">
        <a:spcBef>
          <a:spcPct val="20000"/>
        </a:spcBef>
        <a:buFont typeface="Arial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715207" indent="-218542" algn="l" defTabSz="874166" rtl="0" eaLnBrk="1" latinLnBrk="0" hangingPunct="1">
        <a:spcBef>
          <a:spcPct val="20000"/>
        </a:spcBef>
        <a:buFont typeface="Arial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7416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37083" algn="l" defTabSz="87416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74166" algn="l" defTabSz="87416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11250" algn="l" defTabSz="87416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48333" algn="l" defTabSz="87416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185416" algn="l" defTabSz="87416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622499" algn="l" defTabSz="87416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059582" algn="l" defTabSz="87416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496666" algn="l" defTabSz="874166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01775" y="-162644"/>
            <a:ext cx="7970838" cy="7961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34488064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0</Words>
  <Application>Microsoft Office PowerPoint</Application>
  <PresentationFormat>Personnalisé</PresentationFormat>
  <Paragraphs>0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user</cp:lastModifiedBy>
  <cp:revision>3</cp:revision>
  <dcterms:created xsi:type="dcterms:W3CDTF">2017-03-29T03:23:55Z</dcterms:created>
  <dcterms:modified xsi:type="dcterms:W3CDTF">2017-10-31T11:19:42Z</dcterms:modified>
</cp:coreProperties>
</file>