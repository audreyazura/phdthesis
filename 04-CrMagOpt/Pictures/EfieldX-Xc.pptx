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8461375" cy="6911975"/>
  <p:notesSz cx="6858000" cy="9144000"/>
  <p:defaultTextStyle>
    <a:defPPr>
      <a:defRPr lang="fr-FR"/>
    </a:defPPr>
    <a:lvl1pPr marL="0" algn="l" defTabSz="87014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35073" algn="l" defTabSz="87014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70147" algn="l" defTabSz="87014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05220" algn="l" defTabSz="87014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40294" algn="l" defTabSz="87014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75367" algn="l" defTabSz="87014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10441" algn="l" defTabSz="87014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45513" algn="l" defTabSz="87014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80588" algn="l" defTabSz="870147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872" y="-540"/>
      </p:cViewPr>
      <p:guideLst>
        <p:guide orient="horz" pos="2178"/>
        <p:guide pos="26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34606" y="2147192"/>
            <a:ext cx="7192169" cy="1481596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69209" y="3916787"/>
            <a:ext cx="5922963" cy="176639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35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701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05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402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75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10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455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805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78DB-14DC-41AF-B126-0E499707604E}" type="datetimeFigureOut">
              <a:rPr lang="fr-FR" smtClean="0"/>
              <a:t>08/11/2017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3F0A-F05C-40AC-91B0-779961C51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1779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78DB-14DC-41AF-B126-0E499707604E}" type="datetimeFigureOut">
              <a:rPr lang="fr-FR" smtClean="0"/>
              <a:t>08/11/2017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3F0A-F05C-40AC-91B0-779961C51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7242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8392" y="4441586"/>
            <a:ext cx="7192169" cy="1372794"/>
          </a:xfrm>
        </p:spPr>
        <p:txBody>
          <a:bodyPr anchor="t"/>
          <a:lstStyle>
            <a:lvl1pPr algn="l">
              <a:defRPr sz="38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68392" y="2929591"/>
            <a:ext cx="7192169" cy="1511994"/>
          </a:xfrm>
        </p:spPr>
        <p:txBody>
          <a:bodyPr anchor="b"/>
          <a:lstStyle>
            <a:lvl1pPr marL="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1pPr>
            <a:lvl2pPr marL="435073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8701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30522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74029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175367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610441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304551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48058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78DB-14DC-41AF-B126-0E499707604E}" type="datetimeFigureOut">
              <a:rPr lang="fr-FR" smtClean="0"/>
              <a:t>08/11/2017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3F0A-F05C-40AC-91B0-779961C51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6527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92223" y="1523197"/>
            <a:ext cx="3452123" cy="4310385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985367" y="1523197"/>
            <a:ext cx="3453592" cy="4310385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78DB-14DC-41AF-B126-0E499707604E}" type="datetimeFigureOut">
              <a:rPr lang="fr-FR" smtClean="0"/>
              <a:t>08/11/2017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3F0A-F05C-40AC-91B0-779961C51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123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3069" y="276802"/>
            <a:ext cx="7615238" cy="1151995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23072" y="1547195"/>
            <a:ext cx="3738577" cy="644797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5073" indent="0">
              <a:buNone/>
              <a:defRPr sz="1900" b="1"/>
            </a:lvl2pPr>
            <a:lvl3pPr marL="870147" indent="0">
              <a:buNone/>
              <a:defRPr sz="1700" b="1"/>
            </a:lvl3pPr>
            <a:lvl4pPr marL="1305220" indent="0">
              <a:buNone/>
              <a:defRPr sz="1500" b="1"/>
            </a:lvl4pPr>
            <a:lvl5pPr marL="1740294" indent="0">
              <a:buNone/>
              <a:defRPr sz="1500" b="1"/>
            </a:lvl5pPr>
            <a:lvl6pPr marL="2175367" indent="0">
              <a:buNone/>
              <a:defRPr sz="1500" b="1"/>
            </a:lvl6pPr>
            <a:lvl7pPr marL="2610441" indent="0">
              <a:buNone/>
              <a:defRPr sz="1500" b="1"/>
            </a:lvl7pPr>
            <a:lvl8pPr marL="3045513" indent="0">
              <a:buNone/>
              <a:defRPr sz="1500" b="1"/>
            </a:lvl8pPr>
            <a:lvl9pPr marL="3480588" indent="0">
              <a:buNone/>
              <a:defRPr sz="15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23072" y="2191993"/>
            <a:ext cx="3738577" cy="398238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298265" y="1547195"/>
            <a:ext cx="3740045" cy="644797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5073" indent="0">
              <a:buNone/>
              <a:defRPr sz="1900" b="1"/>
            </a:lvl2pPr>
            <a:lvl3pPr marL="870147" indent="0">
              <a:buNone/>
              <a:defRPr sz="1700" b="1"/>
            </a:lvl3pPr>
            <a:lvl4pPr marL="1305220" indent="0">
              <a:buNone/>
              <a:defRPr sz="1500" b="1"/>
            </a:lvl4pPr>
            <a:lvl5pPr marL="1740294" indent="0">
              <a:buNone/>
              <a:defRPr sz="1500" b="1"/>
            </a:lvl5pPr>
            <a:lvl6pPr marL="2175367" indent="0">
              <a:buNone/>
              <a:defRPr sz="1500" b="1"/>
            </a:lvl6pPr>
            <a:lvl7pPr marL="2610441" indent="0">
              <a:buNone/>
              <a:defRPr sz="1500" b="1"/>
            </a:lvl7pPr>
            <a:lvl8pPr marL="3045513" indent="0">
              <a:buNone/>
              <a:defRPr sz="1500" b="1"/>
            </a:lvl8pPr>
            <a:lvl9pPr marL="3480588" indent="0">
              <a:buNone/>
              <a:defRPr sz="15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298265" y="2191993"/>
            <a:ext cx="3740045" cy="3982387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78DB-14DC-41AF-B126-0E499707604E}" type="datetimeFigureOut">
              <a:rPr lang="fr-FR" smtClean="0"/>
              <a:t>08/11/2017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3F0A-F05C-40AC-91B0-779961C51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76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78DB-14DC-41AF-B126-0E499707604E}" type="datetimeFigureOut">
              <a:rPr lang="fr-FR" smtClean="0"/>
              <a:t>08/11/2017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3F0A-F05C-40AC-91B0-779961C51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779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78DB-14DC-41AF-B126-0E499707604E}" type="datetimeFigureOut">
              <a:rPr lang="fr-FR" smtClean="0"/>
              <a:t>08/11/2017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3F0A-F05C-40AC-91B0-779961C51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7433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3069" y="275200"/>
            <a:ext cx="2783734" cy="1171196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308162" y="275201"/>
            <a:ext cx="4730144" cy="5899178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23069" y="1446395"/>
            <a:ext cx="2783734" cy="4727984"/>
          </a:xfrm>
        </p:spPr>
        <p:txBody>
          <a:bodyPr/>
          <a:lstStyle>
            <a:lvl1pPr marL="0" indent="0">
              <a:buNone/>
              <a:defRPr sz="1300"/>
            </a:lvl1pPr>
            <a:lvl2pPr marL="435073" indent="0">
              <a:buNone/>
              <a:defRPr sz="1100"/>
            </a:lvl2pPr>
            <a:lvl3pPr marL="870147" indent="0">
              <a:buNone/>
              <a:defRPr sz="1000"/>
            </a:lvl3pPr>
            <a:lvl4pPr marL="1305220" indent="0">
              <a:buNone/>
              <a:defRPr sz="900"/>
            </a:lvl4pPr>
            <a:lvl5pPr marL="1740294" indent="0">
              <a:buNone/>
              <a:defRPr sz="900"/>
            </a:lvl5pPr>
            <a:lvl6pPr marL="2175367" indent="0">
              <a:buNone/>
              <a:defRPr sz="900"/>
            </a:lvl6pPr>
            <a:lvl7pPr marL="2610441" indent="0">
              <a:buNone/>
              <a:defRPr sz="900"/>
            </a:lvl7pPr>
            <a:lvl8pPr marL="3045513" indent="0">
              <a:buNone/>
              <a:defRPr sz="900"/>
            </a:lvl8pPr>
            <a:lvl9pPr marL="3480588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78DB-14DC-41AF-B126-0E499707604E}" type="datetimeFigureOut">
              <a:rPr lang="fr-FR" smtClean="0"/>
              <a:t>08/11/2017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3F0A-F05C-40AC-91B0-779961C51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2737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58492" y="4838384"/>
            <a:ext cx="5076825" cy="571198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658492" y="617600"/>
            <a:ext cx="5076825" cy="4147185"/>
          </a:xfrm>
        </p:spPr>
        <p:txBody>
          <a:bodyPr/>
          <a:lstStyle>
            <a:lvl1pPr marL="0" indent="0">
              <a:buNone/>
              <a:defRPr sz="3000"/>
            </a:lvl1pPr>
            <a:lvl2pPr marL="435073" indent="0">
              <a:buNone/>
              <a:defRPr sz="2700"/>
            </a:lvl2pPr>
            <a:lvl3pPr marL="870147" indent="0">
              <a:buNone/>
              <a:defRPr sz="2300"/>
            </a:lvl3pPr>
            <a:lvl4pPr marL="1305220" indent="0">
              <a:buNone/>
              <a:defRPr sz="1900"/>
            </a:lvl4pPr>
            <a:lvl5pPr marL="1740294" indent="0">
              <a:buNone/>
              <a:defRPr sz="1900"/>
            </a:lvl5pPr>
            <a:lvl6pPr marL="2175367" indent="0">
              <a:buNone/>
              <a:defRPr sz="1900"/>
            </a:lvl6pPr>
            <a:lvl7pPr marL="2610441" indent="0">
              <a:buNone/>
              <a:defRPr sz="1900"/>
            </a:lvl7pPr>
            <a:lvl8pPr marL="3045513" indent="0">
              <a:buNone/>
              <a:defRPr sz="1900"/>
            </a:lvl8pPr>
            <a:lvl9pPr marL="3480588" indent="0">
              <a:buNone/>
              <a:defRPr sz="19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658492" y="5409582"/>
            <a:ext cx="5076825" cy="811197"/>
          </a:xfrm>
        </p:spPr>
        <p:txBody>
          <a:bodyPr/>
          <a:lstStyle>
            <a:lvl1pPr marL="0" indent="0">
              <a:buNone/>
              <a:defRPr sz="1300"/>
            </a:lvl1pPr>
            <a:lvl2pPr marL="435073" indent="0">
              <a:buNone/>
              <a:defRPr sz="1100"/>
            </a:lvl2pPr>
            <a:lvl3pPr marL="870147" indent="0">
              <a:buNone/>
              <a:defRPr sz="1000"/>
            </a:lvl3pPr>
            <a:lvl4pPr marL="1305220" indent="0">
              <a:buNone/>
              <a:defRPr sz="900"/>
            </a:lvl4pPr>
            <a:lvl5pPr marL="1740294" indent="0">
              <a:buNone/>
              <a:defRPr sz="900"/>
            </a:lvl5pPr>
            <a:lvl6pPr marL="2175367" indent="0">
              <a:buNone/>
              <a:defRPr sz="900"/>
            </a:lvl6pPr>
            <a:lvl7pPr marL="2610441" indent="0">
              <a:buNone/>
              <a:defRPr sz="900"/>
            </a:lvl7pPr>
            <a:lvl8pPr marL="3045513" indent="0">
              <a:buNone/>
              <a:defRPr sz="900"/>
            </a:lvl8pPr>
            <a:lvl9pPr marL="3480588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78DB-14DC-41AF-B126-0E499707604E}" type="datetimeFigureOut">
              <a:rPr lang="fr-FR" smtClean="0"/>
              <a:t>08/11/2017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3F0A-F05C-40AC-91B0-779961C51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3653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78DB-14DC-41AF-B126-0E499707604E}" type="datetimeFigureOut">
              <a:rPr lang="fr-FR" smtClean="0"/>
              <a:t>08/11/2017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3F0A-F05C-40AC-91B0-779961C51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551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5677645" y="260801"/>
            <a:ext cx="1761317" cy="5572779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92221" y="260801"/>
            <a:ext cx="5144398" cy="5572779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A78DB-14DC-41AF-B126-0E499707604E}" type="datetimeFigureOut">
              <a:rPr lang="fr-FR" smtClean="0"/>
              <a:t>08/11/2017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E3F0A-F05C-40AC-91B0-779961C51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0397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23069" y="276802"/>
            <a:ext cx="7615238" cy="1151995"/>
          </a:xfrm>
          <a:prstGeom prst="rect">
            <a:avLst/>
          </a:prstGeom>
        </p:spPr>
        <p:txBody>
          <a:bodyPr vert="horz" lIns="87015" tIns="43508" rIns="87015" bIns="43508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23069" y="1612795"/>
            <a:ext cx="7615238" cy="4561584"/>
          </a:xfrm>
          <a:prstGeom prst="rect">
            <a:avLst/>
          </a:prstGeom>
        </p:spPr>
        <p:txBody>
          <a:bodyPr vert="horz" lIns="87015" tIns="43508" rIns="87015" bIns="43508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23072" y="6406379"/>
            <a:ext cx="1974321" cy="367998"/>
          </a:xfrm>
          <a:prstGeom prst="rect">
            <a:avLst/>
          </a:prstGeom>
        </p:spPr>
        <p:txBody>
          <a:bodyPr vert="horz" lIns="87015" tIns="43508" rIns="87015" bIns="43508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A78DB-14DC-41AF-B126-0E499707604E}" type="datetimeFigureOut">
              <a:rPr lang="fr-FR" smtClean="0"/>
              <a:t>08/11/2017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890973" y="6406379"/>
            <a:ext cx="2679435" cy="367998"/>
          </a:xfrm>
          <a:prstGeom prst="rect">
            <a:avLst/>
          </a:prstGeom>
        </p:spPr>
        <p:txBody>
          <a:bodyPr vert="horz" lIns="87015" tIns="43508" rIns="87015" bIns="43508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063987" y="6406379"/>
            <a:ext cx="1974321" cy="367998"/>
          </a:xfrm>
          <a:prstGeom prst="rect">
            <a:avLst/>
          </a:prstGeom>
        </p:spPr>
        <p:txBody>
          <a:bodyPr vert="horz" lIns="87015" tIns="43508" rIns="87015" bIns="43508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E3F0A-F05C-40AC-91B0-779961C51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5918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70147" rtl="0" eaLnBrk="1" latinLnBrk="0" hangingPunct="1"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6306" indent="-326306" algn="l" defTabSz="870147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06994" indent="-271921" algn="l" defTabSz="870147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087684" indent="-217537" algn="l" defTabSz="870147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522757" indent="-217537" algn="l" defTabSz="870147" rtl="0" eaLnBrk="1" latinLnBrk="0" hangingPunct="1">
        <a:spcBef>
          <a:spcPct val="20000"/>
        </a:spcBef>
        <a:buFont typeface="Arial" pitchFamily="34" charset="0"/>
        <a:buChar char="–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57830" indent="-217537" algn="l" defTabSz="870147" rtl="0" eaLnBrk="1" latinLnBrk="0" hangingPunct="1">
        <a:spcBef>
          <a:spcPct val="20000"/>
        </a:spcBef>
        <a:buFont typeface="Arial" pitchFamily="34" charset="0"/>
        <a:buChar char="»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2904" indent="-217537" algn="l" defTabSz="870147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27978" indent="-217537" algn="l" defTabSz="870147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63050" indent="-217537" algn="l" defTabSz="870147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98124" indent="-217537" algn="l" defTabSz="870147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7014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5073" algn="l" defTabSz="87014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0147" algn="l" defTabSz="87014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5220" algn="l" defTabSz="87014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40294" algn="l" defTabSz="87014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75367" algn="l" defTabSz="87014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10441" algn="l" defTabSz="87014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45513" algn="l" defTabSz="87014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80588" algn="l" defTabSz="87014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800" y="0"/>
            <a:ext cx="8653463" cy="674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5" name="ZoneTexte 84"/>
          <p:cNvSpPr txBox="1"/>
          <p:nvPr/>
        </p:nvSpPr>
        <p:spPr>
          <a:xfrm>
            <a:off x="-89793" y="174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" name="ZoneTexte 85"/>
          <p:cNvSpPr txBox="1"/>
          <p:nvPr/>
        </p:nvSpPr>
        <p:spPr>
          <a:xfrm>
            <a:off x="5598839" y="174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ZoneTexte 86"/>
          <p:cNvSpPr txBox="1"/>
          <p:nvPr/>
        </p:nvSpPr>
        <p:spPr>
          <a:xfrm>
            <a:off x="1494383" y="4723085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(c)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2145022" y="6004142"/>
            <a:ext cx="2181338" cy="42341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2145022" y="5681354"/>
            <a:ext cx="2181338" cy="4380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Ellipse 89"/>
          <p:cNvSpPr/>
          <p:nvPr/>
        </p:nvSpPr>
        <p:spPr>
          <a:xfrm>
            <a:off x="2247154" y="5587173"/>
            <a:ext cx="211097" cy="13798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Ellipse 90"/>
          <p:cNvSpPr/>
          <p:nvPr/>
        </p:nvSpPr>
        <p:spPr>
          <a:xfrm>
            <a:off x="2637582" y="5587173"/>
            <a:ext cx="211097" cy="13798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Ellipse 91"/>
          <p:cNvSpPr/>
          <p:nvPr/>
        </p:nvSpPr>
        <p:spPr>
          <a:xfrm>
            <a:off x="2919045" y="5587173"/>
            <a:ext cx="211097" cy="13798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Ellipse 92"/>
          <p:cNvSpPr/>
          <p:nvPr/>
        </p:nvSpPr>
        <p:spPr>
          <a:xfrm>
            <a:off x="3481971" y="5587173"/>
            <a:ext cx="211097" cy="13798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Ellipse 93"/>
          <p:cNvSpPr/>
          <p:nvPr/>
        </p:nvSpPr>
        <p:spPr>
          <a:xfrm>
            <a:off x="4044897" y="5587173"/>
            <a:ext cx="211097" cy="13798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2145022" y="5329828"/>
            <a:ext cx="2181338" cy="4380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Connecteur droit 95"/>
          <p:cNvCxnSpPr>
            <a:endCxn id="95" idx="1"/>
          </p:cNvCxnSpPr>
          <p:nvPr/>
        </p:nvCxnSpPr>
        <p:spPr>
          <a:xfrm flipV="1">
            <a:off x="2145022" y="5351730"/>
            <a:ext cx="0" cy="10758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7" name="Connecteur droit 96"/>
          <p:cNvCxnSpPr>
            <a:endCxn id="95" idx="3"/>
          </p:cNvCxnSpPr>
          <p:nvPr/>
        </p:nvCxnSpPr>
        <p:spPr>
          <a:xfrm flipH="1" flipV="1">
            <a:off x="4326360" y="5351730"/>
            <a:ext cx="1" cy="10758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2145022" y="5373632"/>
            <a:ext cx="218133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2097096" y="6104745"/>
            <a:ext cx="75158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ZnTe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2101356" y="5733672"/>
            <a:ext cx="166552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i-ZnTe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(150 - 200 nm)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1388757" y="5236194"/>
            <a:ext cx="88750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 (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nm)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" name="Image 101" descr="Image3.png"/>
          <p:cNvPicPr>
            <a:picLocks noChangeAspect="1"/>
          </p:cNvPicPr>
          <p:nvPr/>
        </p:nvPicPr>
        <p:blipFill>
          <a:blip r:embed="rId3" cstate="print"/>
          <a:srcRect b="48823"/>
          <a:stretch>
            <a:fillRect/>
          </a:stretch>
        </p:blipFill>
        <p:spPr>
          <a:xfrm>
            <a:off x="2168932" y="4752702"/>
            <a:ext cx="1875965" cy="577126"/>
          </a:xfrm>
          <a:prstGeom prst="rect">
            <a:avLst/>
          </a:prstGeom>
        </p:spPr>
      </p:pic>
      <p:sp>
        <p:nvSpPr>
          <p:cNvPr id="103" name="Rectangle 102"/>
          <p:cNvSpPr/>
          <p:nvPr/>
        </p:nvSpPr>
        <p:spPr>
          <a:xfrm>
            <a:off x="2343901" y="5085323"/>
            <a:ext cx="4130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Ellipse 103"/>
          <p:cNvSpPr/>
          <p:nvPr/>
        </p:nvSpPr>
        <p:spPr>
          <a:xfrm>
            <a:off x="4748555" y="5551373"/>
            <a:ext cx="422194" cy="38926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Connecteur droit 104"/>
          <p:cNvCxnSpPr/>
          <p:nvPr/>
        </p:nvCxnSpPr>
        <p:spPr>
          <a:xfrm flipV="1">
            <a:off x="4150446" y="4890686"/>
            <a:ext cx="0" cy="4343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/>
          <p:cNvCxnSpPr/>
          <p:nvPr/>
        </p:nvCxnSpPr>
        <p:spPr>
          <a:xfrm>
            <a:off x="4150446" y="4890686"/>
            <a:ext cx="8092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eur droit 106"/>
          <p:cNvCxnSpPr>
            <a:endCxn id="104" idx="0"/>
          </p:cNvCxnSpPr>
          <p:nvPr/>
        </p:nvCxnSpPr>
        <p:spPr>
          <a:xfrm>
            <a:off x="4959652" y="4890686"/>
            <a:ext cx="0" cy="6606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droit 107"/>
          <p:cNvCxnSpPr>
            <a:stCxn id="104" idx="4"/>
          </p:cNvCxnSpPr>
          <p:nvPr/>
        </p:nvCxnSpPr>
        <p:spPr>
          <a:xfrm>
            <a:off x="4959652" y="5940639"/>
            <a:ext cx="0" cy="6122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/>
          <p:cNvCxnSpPr/>
          <p:nvPr/>
        </p:nvCxnSpPr>
        <p:spPr>
          <a:xfrm>
            <a:off x="4150446" y="6427554"/>
            <a:ext cx="0" cy="2693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/>
          <p:cNvCxnSpPr/>
          <p:nvPr/>
        </p:nvCxnSpPr>
        <p:spPr>
          <a:xfrm>
            <a:off x="4150446" y="6552902"/>
            <a:ext cx="8092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4791110" y="5515173"/>
            <a:ext cx="313932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 smtClean="0"/>
              <a:t>V</a:t>
            </a:r>
            <a:endParaRPr lang="en-US" sz="2400" dirty="0"/>
          </a:p>
        </p:txBody>
      </p:sp>
      <p:sp>
        <p:nvSpPr>
          <p:cNvPr id="112" name="Rectangle 111"/>
          <p:cNvSpPr/>
          <p:nvPr/>
        </p:nvSpPr>
        <p:spPr>
          <a:xfrm>
            <a:off x="1656762" y="5636764"/>
            <a:ext cx="52408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CdTe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2101357" y="5355626"/>
            <a:ext cx="130548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i-ZnTe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(110 nm)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4" name="Connecteur droit 113"/>
          <p:cNvCxnSpPr/>
          <p:nvPr/>
        </p:nvCxnSpPr>
        <p:spPr>
          <a:xfrm flipV="1">
            <a:off x="3996774" y="6696918"/>
            <a:ext cx="320400" cy="2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eur droit 114"/>
          <p:cNvCxnSpPr/>
          <p:nvPr/>
        </p:nvCxnSpPr>
        <p:spPr>
          <a:xfrm flipH="1">
            <a:off x="3978126" y="6697099"/>
            <a:ext cx="7200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eur droit 115"/>
          <p:cNvCxnSpPr/>
          <p:nvPr/>
        </p:nvCxnSpPr>
        <p:spPr>
          <a:xfrm flipH="1">
            <a:off x="4189222" y="6697099"/>
            <a:ext cx="7200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eur droit 116"/>
          <p:cNvCxnSpPr/>
          <p:nvPr/>
        </p:nvCxnSpPr>
        <p:spPr>
          <a:xfrm flipH="1">
            <a:off x="4083674" y="6697099"/>
            <a:ext cx="7200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/>
          <p:nvPr/>
        </p:nvCxnSpPr>
        <p:spPr>
          <a:xfrm flipH="1">
            <a:off x="4135998" y="6697099"/>
            <a:ext cx="7200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/>
          <p:cNvCxnSpPr/>
          <p:nvPr/>
        </p:nvCxnSpPr>
        <p:spPr>
          <a:xfrm flipH="1">
            <a:off x="4031598" y="6696918"/>
            <a:ext cx="7200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119"/>
          <p:cNvCxnSpPr/>
          <p:nvPr/>
        </p:nvCxnSpPr>
        <p:spPr>
          <a:xfrm flipH="1">
            <a:off x="4245174" y="6696993"/>
            <a:ext cx="7200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120"/>
          <p:cNvCxnSpPr/>
          <p:nvPr/>
        </p:nvCxnSpPr>
        <p:spPr>
          <a:xfrm flipH="1">
            <a:off x="3924774" y="6696993"/>
            <a:ext cx="7200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4153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</Words>
  <Application>Microsoft Office PowerPoint</Application>
  <PresentationFormat>Personnalisé</PresentationFormat>
  <Paragraphs>10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Alban Lafuente</cp:lastModifiedBy>
  <cp:revision>3</cp:revision>
  <dcterms:created xsi:type="dcterms:W3CDTF">2017-03-29T15:02:14Z</dcterms:created>
  <dcterms:modified xsi:type="dcterms:W3CDTF">2017-11-08T13:23:56Z</dcterms:modified>
</cp:coreProperties>
</file>