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1522075" cy="6948488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57" autoAdjust="0"/>
  </p:normalViewPr>
  <p:slideViewPr>
    <p:cSldViewPr>
      <p:cViewPr>
        <p:scale>
          <a:sx n="75" d="100"/>
          <a:sy n="75" d="100"/>
        </p:scale>
        <p:origin x="-900" y="-336"/>
      </p:cViewPr>
      <p:guideLst>
        <p:guide orient="horz" pos="2189"/>
        <p:guide pos="36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64157" y="2158540"/>
            <a:ext cx="9793764" cy="1489421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728312" y="3937481"/>
            <a:ext cx="8065453" cy="177572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A8FD-0BE8-4236-A661-54A1E3FD23D6}" type="datetimeFigureOut">
              <a:rPr lang="fr-FR" smtClean="0"/>
              <a:t>26/06/2017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759-D5A5-420D-A119-291B9CAA73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887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A8FD-0BE8-4236-A661-54A1E3FD23D6}" type="datetimeFigureOut">
              <a:rPr lang="fr-FR" smtClean="0"/>
              <a:t>26/06/2017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759-D5A5-420D-A119-291B9CAA73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4867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0164" y="4465048"/>
            <a:ext cx="9793764" cy="138004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10164" y="2945072"/>
            <a:ext cx="9793764" cy="1519981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A8FD-0BE8-4236-A661-54A1E3FD23D6}" type="datetimeFigureOut">
              <a:rPr lang="fr-FR" smtClean="0"/>
              <a:t>26/06/2017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759-D5A5-420D-A119-291B9CAA73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131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76104" y="1659920"/>
            <a:ext cx="5088916" cy="469505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857056" y="1659920"/>
            <a:ext cx="5088916" cy="469505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A8FD-0BE8-4236-A661-54A1E3FD23D6}" type="datetimeFigureOut">
              <a:rPr lang="fr-FR" smtClean="0"/>
              <a:t>26/06/2017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759-D5A5-420D-A119-291B9CAA73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6385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6105" y="278262"/>
            <a:ext cx="10369868" cy="1158082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76105" y="1555368"/>
            <a:ext cx="5090917" cy="64820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76105" y="2203576"/>
            <a:ext cx="5090917" cy="400342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853059" y="1555368"/>
            <a:ext cx="5092917" cy="64820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853059" y="2203576"/>
            <a:ext cx="5092917" cy="400342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A8FD-0BE8-4236-A661-54A1E3FD23D6}" type="datetimeFigureOut">
              <a:rPr lang="fr-FR" smtClean="0"/>
              <a:t>26/06/2017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759-D5A5-420D-A119-291B9CAA73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5153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A8FD-0BE8-4236-A661-54A1E3FD23D6}" type="datetimeFigureOut">
              <a:rPr lang="fr-FR" smtClean="0"/>
              <a:t>26/06/2017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759-D5A5-420D-A119-291B9CAA73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3898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A8FD-0BE8-4236-A661-54A1E3FD23D6}" type="datetimeFigureOut">
              <a:rPr lang="fr-FR" smtClean="0"/>
              <a:t>26/06/2017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759-D5A5-420D-A119-291B9CAA73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268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6108" y="276653"/>
            <a:ext cx="3790684" cy="11773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04812" y="276654"/>
            <a:ext cx="6441160" cy="593034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76108" y="1454039"/>
            <a:ext cx="3790684" cy="475295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A8FD-0BE8-4236-A661-54A1E3FD23D6}" type="datetimeFigureOut">
              <a:rPr lang="fr-FR" smtClean="0"/>
              <a:t>26/06/2017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759-D5A5-420D-A119-291B9CAA73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0105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58407" y="4863945"/>
            <a:ext cx="6913245" cy="5742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258407" y="620864"/>
            <a:ext cx="6913245" cy="416909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258407" y="5438158"/>
            <a:ext cx="6913245" cy="81548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A8FD-0BE8-4236-A661-54A1E3FD23D6}" type="datetimeFigureOut">
              <a:rPr lang="fr-FR" smtClean="0"/>
              <a:t>26/06/2017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759-D5A5-420D-A119-291B9CAA73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95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A8FD-0BE8-4236-A661-54A1E3FD23D6}" type="datetimeFigureOut">
              <a:rPr lang="fr-FR" smtClean="0"/>
              <a:t>26/06/2017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759-D5A5-420D-A119-291B9CAA73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2853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353505" y="284700"/>
            <a:ext cx="2592467" cy="6070277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76104" y="284700"/>
            <a:ext cx="7585366" cy="6070277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A8FD-0BE8-4236-A661-54A1E3FD23D6}" type="datetimeFigureOut">
              <a:rPr lang="fr-FR" smtClean="0"/>
              <a:t>26/06/2017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759-D5A5-420D-A119-291B9CAA73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992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76105" y="278262"/>
            <a:ext cx="10369868" cy="11580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76105" y="1621319"/>
            <a:ext cx="10369868" cy="45856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76105" y="6440224"/>
            <a:ext cx="2688485" cy="3699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BA8FD-0BE8-4236-A661-54A1E3FD23D6}" type="datetimeFigureOut">
              <a:rPr lang="fr-FR" smtClean="0"/>
              <a:t>26/06/2017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936710" y="6440224"/>
            <a:ext cx="3648658" cy="3699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257488" y="6440224"/>
            <a:ext cx="2688485" cy="3699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1F759-D5A5-420D-A119-291B9CAA73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4845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e 96"/>
          <p:cNvGrpSpPr/>
          <p:nvPr/>
        </p:nvGrpSpPr>
        <p:grpSpPr>
          <a:xfrm>
            <a:off x="1691680" y="-128191"/>
            <a:ext cx="4192587" cy="7077075"/>
            <a:chOff x="-36512" y="-128191"/>
            <a:chExt cx="4192587" cy="7077075"/>
          </a:xfrm>
        </p:grpSpPr>
        <p:pic>
          <p:nvPicPr>
            <p:cNvPr id="9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6512" y="-128191"/>
              <a:ext cx="4192587" cy="7077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9" name="Rectangle 98"/>
            <p:cNvSpPr/>
            <p:nvPr/>
          </p:nvSpPr>
          <p:spPr>
            <a:xfrm>
              <a:off x="291600" y="233884"/>
              <a:ext cx="72008" cy="1440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388800" y="1702800"/>
              <a:ext cx="72008" cy="1440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000" y="-126000"/>
            <a:ext cx="4187263" cy="707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Rectangle 109"/>
          <p:cNvSpPr/>
          <p:nvPr/>
        </p:nvSpPr>
        <p:spPr>
          <a:xfrm>
            <a:off x="5994000" y="4554364"/>
            <a:ext cx="72008" cy="1440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1" name="Rectangle 110"/>
          <p:cNvSpPr/>
          <p:nvPr/>
        </p:nvSpPr>
        <p:spPr>
          <a:xfrm>
            <a:off x="5921992" y="5994524"/>
            <a:ext cx="72008" cy="1440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2" name="Picture 2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3989" y="-126000"/>
            <a:ext cx="2192337" cy="285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" name="Groupe 102"/>
          <p:cNvGrpSpPr/>
          <p:nvPr/>
        </p:nvGrpSpPr>
        <p:grpSpPr>
          <a:xfrm>
            <a:off x="-36512" y="-126000"/>
            <a:ext cx="1837117" cy="7074000"/>
            <a:chOff x="3779912" y="-126000"/>
            <a:chExt cx="1837117" cy="7074000"/>
          </a:xfrm>
        </p:grpSpPr>
        <p:pic>
          <p:nvPicPr>
            <p:cNvPr id="104" name="Picture 15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704" r="12767" b="20137"/>
            <a:stretch/>
          </p:blipFill>
          <p:spPr bwMode="auto">
            <a:xfrm>
              <a:off x="3779912" y="2156457"/>
              <a:ext cx="1837117" cy="2118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" name="Picture 9"/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35" r="12764"/>
            <a:stretch/>
          </p:blipFill>
          <p:spPr bwMode="auto">
            <a:xfrm>
              <a:off x="3780727" y="4274820"/>
              <a:ext cx="1836302" cy="2673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6" name="Picture 16"/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772" b="19074"/>
            <a:stretch/>
          </p:blipFill>
          <p:spPr bwMode="auto">
            <a:xfrm>
              <a:off x="3780000" y="-126000"/>
              <a:ext cx="1837029" cy="2246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07" name="Picture 28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1"/>
          <a:stretch/>
        </p:blipFill>
        <p:spPr bwMode="auto">
          <a:xfrm>
            <a:off x="9433445" y="2160000"/>
            <a:ext cx="2192337" cy="2704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Picture 24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51"/>
          <a:stretch/>
        </p:blipFill>
        <p:spPr bwMode="auto">
          <a:xfrm>
            <a:off x="9433989" y="4335780"/>
            <a:ext cx="2116137" cy="2618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5" name="ZoneTexte 1024"/>
          <p:cNvSpPr txBox="1"/>
          <p:nvPr/>
        </p:nvSpPr>
        <p:spPr>
          <a:xfrm>
            <a:off x="8931" y="-83765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ZoneTexte 112"/>
          <p:cNvSpPr txBox="1"/>
          <p:nvPr/>
        </p:nvSpPr>
        <p:spPr>
          <a:xfrm>
            <a:off x="5625555" y="-83765"/>
            <a:ext cx="4411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96799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</Words>
  <Application>Microsoft Office PowerPoint</Application>
  <PresentationFormat>Personnalisé</PresentationFormat>
  <Paragraphs>2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11</cp:revision>
  <dcterms:created xsi:type="dcterms:W3CDTF">2017-06-23T18:17:35Z</dcterms:created>
  <dcterms:modified xsi:type="dcterms:W3CDTF">2017-06-26T12:03:59Z</dcterms:modified>
</cp:coreProperties>
</file>