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522075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57" autoAdjust="0"/>
  </p:normalViewPr>
  <p:slideViewPr>
    <p:cSldViewPr>
      <p:cViewPr>
        <p:scale>
          <a:sx n="75" d="100"/>
          <a:sy n="75" d="100"/>
        </p:scale>
        <p:origin x="-900" y="-336"/>
      </p:cViewPr>
      <p:guideLst>
        <p:guide orient="horz" pos="2189"/>
        <p:guide pos="36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64157" y="2158540"/>
            <a:ext cx="9793764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28312" y="3937481"/>
            <a:ext cx="8065453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87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4867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0164" y="4465048"/>
            <a:ext cx="9793764" cy="138004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10164" y="2945072"/>
            <a:ext cx="9793764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9131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6104" y="1659920"/>
            <a:ext cx="5088916" cy="469505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57056" y="1659920"/>
            <a:ext cx="5088916" cy="469505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38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5" y="278262"/>
            <a:ext cx="10369868" cy="1158082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1555368"/>
            <a:ext cx="5090917" cy="64820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76105" y="2203576"/>
            <a:ext cx="5090917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853059" y="1555368"/>
            <a:ext cx="5092917" cy="64820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853059" y="2203576"/>
            <a:ext cx="5092917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5153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898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268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8" y="276653"/>
            <a:ext cx="3790684" cy="11773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04812" y="276654"/>
            <a:ext cx="6441160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6108" y="1454039"/>
            <a:ext cx="3790684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105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8407" y="4863945"/>
            <a:ext cx="6913245" cy="57421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58407" y="620864"/>
            <a:ext cx="6913245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8407" y="5438158"/>
            <a:ext cx="6913245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9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2853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353505" y="284700"/>
            <a:ext cx="2592467" cy="607027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6104" y="284700"/>
            <a:ext cx="7585366" cy="607027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992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76105" y="278262"/>
            <a:ext cx="10369868" cy="1158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1621319"/>
            <a:ext cx="10369868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76105" y="6440224"/>
            <a:ext cx="268848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DBA8FD-0BE8-4236-A661-54A1E3FD23D6}" type="datetimeFigureOut">
              <a:rPr lang="fr-FR" smtClean="0"/>
              <a:t>23/06/2017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936710" y="6440224"/>
            <a:ext cx="3648658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257488" y="6440224"/>
            <a:ext cx="268848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845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e 96"/>
          <p:cNvGrpSpPr/>
          <p:nvPr/>
        </p:nvGrpSpPr>
        <p:grpSpPr>
          <a:xfrm>
            <a:off x="1691680" y="-128191"/>
            <a:ext cx="4192587" cy="7077075"/>
            <a:chOff x="-36512" y="-128191"/>
            <a:chExt cx="4192587" cy="7077075"/>
          </a:xfrm>
        </p:grpSpPr>
        <p:pic>
          <p:nvPicPr>
            <p:cNvPr id="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36512" y="-128191"/>
              <a:ext cx="4192587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9" name="Rectangle 98"/>
            <p:cNvSpPr/>
            <p:nvPr/>
          </p:nvSpPr>
          <p:spPr>
            <a:xfrm>
              <a:off x="291600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388800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54" name="Groupe 1053"/>
          <p:cNvGrpSpPr/>
          <p:nvPr/>
        </p:nvGrpSpPr>
        <p:grpSpPr>
          <a:xfrm>
            <a:off x="5580112" y="-126000"/>
            <a:ext cx="4187262" cy="7077600"/>
            <a:chOff x="5580112" y="-126000"/>
            <a:chExt cx="4187262" cy="7077600"/>
          </a:xfrm>
        </p:grpSpPr>
        <p:pic>
          <p:nvPicPr>
            <p:cNvPr id="101" name="Picture 2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80112" y="-126000"/>
              <a:ext cx="4187262" cy="7077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0" name="Rectangle 109"/>
            <p:cNvSpPr/>
            <p:nvPr/>
          </p:nvSpPr>
          <p:spPr>
            <a:xfrm>
              <a:off x="5994000" y="455436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5921992" y="599452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02" name="Picture 2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3989" y="-126000"/>
            <a:ext cx="2192337" cy="2855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3" name="Groupe 102"/>
          <p:cNvGrpSpPr/>
          <p:nvPr/>
        </p:nvGrpSpPr>
        <p:grpSpPr>
          <a:xfrm>
            <a:off x="-36512" y="-126000"/>
            <a:ext cx="1837117" cy="7074000"/>
            <a:chOff x="3779912" y="-126000"/>
            <a:chExt cx="1837117" cy="7074000"/>
          </a:xfrm>
        </p:grpSpPr>
        <p:pic>
          <p:nvPicPr>
            <p:cNvPr id="104" name="Picture 1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704" r="12767" b="20137"/>
            <a:stretch/>
          </p:blipFill>
          <p:spPr bwMode="auto">
            <a:xfrm>
              <a:off x="3779912" y="2156457"/>
              <a:ext cx="1837117" cy="21183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9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5" r="12764"/>
            <a:stretch/>
          </p:blipFill>
          <p:spPr bwMode="auto">
            <a:xfrm>
              <a:off x="3780727" y="4274820"/>
              <a:ext cx="1836302" cy="267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16"/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772" b="19074"/>
            <a:stretch/>
          </p:blipFill>
          <p:spPr bwMode="auto">
            <a:xfrm>
              <a:off x="3780000" y="-126000"/>
              <a:ext cx="1837029" cy="2246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07" name="Picture 28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/>
          <a:stretch/>
        </p:blipFill>
        <p:spPr bwMode="auto">
          <a:xfrm>
            <a:off x="9433445" y="2160000"/>
            <a:ext cx="2192337" cy="2704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8" name="Picture 24"/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51"/>
          <a:stretch/>
        </p:blipFill>
        <p:spPr bwMode="auto">
          <a:xfrm>
            <a:off x="9433989" y="4335780"/>
            <a:ext cx="2116137" cy="2618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5" name="ZoneTexte 1024"/>
          <p:cNvSpPr txBox="1"/>
          <p:nvPr/>
        </p:nvSpPr>
        <p:spPr>
          <a:xfrm>
            <a:off x="8931" y="-155773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ZoneTexte 112"/>
          <p:cNvSpPr txBox="1"/>
          <p:nvPr/>
        </p:nvSpPr>
        <p:spPr>
          <a:xfrm>
            <a:off x="5625555" y="-155773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9679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9</cp:revision>
  <dcterms:created xsi:type="dcterms:W3CDTF">2017-06-23T18:17:35Z</dcterms:created>
  <dcterms:modified xsi:type="dcterms:W3CDTF">2017-06-23T19:30:16Z</dcterms:modified>
</cp:coreProperties>
</file>