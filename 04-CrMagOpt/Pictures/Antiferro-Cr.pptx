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5653088" cy="6948488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2364" y="-330"/>
      </p:cViewPr>
      <p:guideLst>
        <p:guide orient="horz" pos="2189"/>
        <p:guide pos="17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23982" y="2158541"/>
            <a:ext cx="4805126" cy="1489421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847965" y="3937481"/>
            <a:ext cx="3957162" cy="177572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ED350-09DA-47B2-96B1-414F1C332C84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EF8AA-8491-4CA1-A017-AF6C6837F9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6886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ED350-09DA-47B2-96B1-414F1C332C84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EF8AA-8491-4CA1-A017-AF6C6837F9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4576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6555" y="4465052"/>
            <a:ext cx="4805126" cy="138004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46555" y="2945071"/>
            <a:ext cx="4805126" cy="1519981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ED350-09DA-47B2-96B1-414F1C332C84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EF8AA-8491-4CA1-A017-AF6C6837F9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484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66846" y="1642230"/>
            <a:ext cx="1455474" cy="464680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716539" y="1642230"/>
            <a:ext cx="1455473" cy="464680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ED350-09DA-47B2-96B1-414F1C332C84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EF8AA-8491-4CA1-A017-AF6C6837F9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7726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82655" y="278267"/>
            <a:ext cx="5087780" cy="1158081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82656" y="1555368"/>
            <a:ext cx="2497763" cy="6482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82656" y="2203577"/>
            <a:ext cx="2497763" cy="400342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2871693" y="1555368"/>
            <a:ext cx="2498742" cy="6482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2871693" y="2203577"/>
            <a:ext cx="2498742" cy="400342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ED350-09DA-47B2-96B1-414F1C332C84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EF8AA-8491-4CA1-A017-AF6C6837F9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9718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ED350-09DA-47B2-96B1-414F1C332C84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EF8AA-8491-4CA1-A017-AF6C6837F9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929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ED350-09DA-47B2-96B1-414F1C332C84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EF8AA-8491-4CA1-A017-AF6C6837F9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327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82656" y="276658"/>
            <a:ext cx="1859827" cy="117738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10202" y="276653"/>
            <a:ext cx="3160233" cy="593034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82656" y="1454041"/>
            <a:ext cx="1859827" cy="475295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ED350-09DA-47B2-96B1-414F1C332C84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EF8AA-8491-4CA1-A017-AF6C6837F9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734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08046" y="4863942"/>
            <a:ext cx="3391853" cy="57421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108046" y="620865"/>
            <a:ext cx="3391853" cy="416909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108046" y="5438157"/>
            <a:ext cx="3391853" cy="8154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ED350-09DA-47B2-96B1-414F1C332C84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EF8AA-8491-4CA1-A017-AF6C6837F9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9798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ED350-09DA-47B2-96B1-414F1C332C84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EF8AA-8491-4CA1-A017-AF6C6837F9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7174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2421211" y="281479"/>
            <a:ext cx="750801" cy="6007546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66847" y="281479"/>
            <a:ext cx="2160147" cy="6007546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ED350-09DA-47B2-96B1-414F1C332C84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EF8AA-8491-4CA1-A017-AF6C6837F9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8873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82655" y="278267"/>
            <a:ext cx="5087780" cy="11580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82655" y="1621319"/>
            <a:ext cx="5087780" cy="45856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82656" y="6440224"/>
            <a:ext cx="1319055" cy="3699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ED350-09DA-47B2-96B1-414F1C332C84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931473" y="6440224"/>
            <a:ext cx="1790145" cy="3699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051381" y="6440224"/>
            <a:ext cx="1319055" cy="3699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EF8AA-8491-4CA1-A017-AF6C6837F99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3578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/>
          <p:cNvGrpSpPr/>
          <p:nvPr/>
        </p:nvGrpSpPr>
        <p:grpSpPr>
          <a:xfrm>
            <a:off x="-90000" y="-270000"/>
            <a:ext cx="5742607" cy="7218000"/>
            <a:chOff x="-35743" y="-270000"/>
            <a:chExt cx="5742607" cy="7218000"/>
          </a:xfrm>
        </p:grpSpPr>
        <p:grpSp>
          <p:nvGrpSpPr>
            <p:cNvPr id="71" name="Groupe 70"/>
            <p:cNvGrpSpPr/>
            <p:nvPr/>
          </p:nvGrpSpPr>
          <p:grpSpPr>
            <a:xfrm>
              <a:off x="3869747" y="-126000"/>
              <a:ext cx="1837117" cy="7074000"/>
              <a:chOff x="3779912" y="-126000"/>
              <a:chExt cx="1837117" cy="7074000"/>
            </a:xfrm>
          </p:grpSpPr>
          <p:pic>
            <p:nvPicPr>
              <p:cNvPr id="72" name="Picture 15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704" r="12767" b="20137"/>
              <a:stretch/>
            </p:blipFill>
            <p:spPr bwMode="auto">
              <a:xfrm>
                <a:off x="3779912" y="2156457"/>
                <a:ext cx="1837117" cy="2118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3" name="Picture 9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935" r="12764"/>
              <a:stretch/>
            </p:blipFill>
            <p:spPr bwMode="auto">
              <a:xfrm>
                <a:off x="3780727" y="4274820"/>
                <a:ext cx="1836302" cy="26731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4" name="Picture 16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2772" b="19074"/>
              <a:stretch/>
            </p:blipFill>
            <p:spPr bwMode="auto">
              <a:xfrm>
                <a:off x="3780000" y="-126000"/>
                <a:ext cx="1837029" cy="22466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75" name="Groupe 74"/>
            <p:cNvGrpSpPr/>
            <p:nvPr/>
          </p:nvGrpSpPr>
          <p:grpSpPr>
            <a:xfrm>
              <a:off x="18232" y="-129600"/>
              <a:ext cx="3844095" cy="7077075"/>
              <a:chOff x="-115200" y="-129600"/>
              <a:chExt cx="3844095" cy="7077075"/>
            </a:xfrm>
          </p:grpSpPr>
          <p:pic>
            <p:nvPicPr>
              <p:cNvPr id="76" name="Picture 5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312"/>
              <a:stretch/>
            </p:blipFill>
            <p:spPr bwMode="auto">
              <a:xfrm>
                <a:off x="-115200" y="-129600"/>
                <a:ext cx="3844095" cy="7077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" name="Rectangle 76"/>
              <p:cNvSpPr/>
              <p:nvPr/>
            </p:nvSpPr>
            <p:spPr>
              <a:xfrm>
                <a:off x="211592" y="233884"/>
                <a:ext cx="72008" cy="1440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308792" y="1702800"/>
                <a:ext cx="72008" cy="1440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79" name="ZoneTexte 78"/>
            <p:cNvSpPr txBox="1"/>
            <p:nvPr/>
          </p:nvSpPr>
          <p:spPr>
            <a:xfrm>
              <a:off x="-35743" y="-126156"/>
              <a:ext cx="5261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fr-FR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ZoneTexte 79"/>
            <p:cNvSpPr txBox="1"/>
            <p:nvPr/>
          </p:nvSpPr>
          <p:spPr>
            <a:xfrm>
              <a:off x="738312" y="255950"/>
              <a:ext cx="628698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3000" dirty="0" smtClean="0">
                  <a:solidFill>
                    <a:srgbClr val="FF0000"/>
                  </a:solidFill>
                  <a:latin typeface="Symbol" panose="05050102010706020507" pitchFamily="18" charset="2"/>
                </a:rPr>
                <a:t>s-</a:t>
              </a:r>
              <a:endParaRPr lang="fr-FR" sz="3000" dirty="0">
                <a:solidFill>
                  <a:srgbClr val="FF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81" name="ZoneTexte 80"/>
            <p:cNvSpPr txBox="1"/>
            <p:nvPr/>
          </p:nvSpPr>
          <p:spPr>
            <a:xfrm>
              <a:off x="3866981" y="-126156"/>
              <a:ext cx="5437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fr-FR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ZoneTexte 81"/>
            <p:cNvSpPr txBox="1"/>
            <p:nvPr/>
          </p:nvSpPr>
          <p:spPr>
            <a:xfrm>
              <a:off x="738312" y="5800566"/>
              <a:ext cx="628698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3000" dirty="0" smtClean="0">
                  <a:solidFill>
                    <a:srgbClr val="FF0000"/>
                  </a:solidFill>
                  <a:latin typeface="Symbol" panose="05050102010706020507" pitchFamily="18" charset="2"/>
                </a:rPr>
                <a:t>s+</a:t>
              </a:r>
              <a:endParaRPr lang="fr-FR" sz="3000" dirty="0">
                <a:solidFill>
                  <a:srgbClr val="FF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14" name="CustomShape 2"/>
            <p:cNvSpPr/>
            <p:nvPr/>
          </p:nvSpPr>
          <p:spPr>
            <a:xfrm>
              <a:off x="1404417" y="2309241"/>
              <a:ext cx="757487" cy="588939"/>
            </a:xfrm>
            <a:prstGeom prst="ellipse">
              <a:avLst/>
            </a:prstGeom>
            <a:noFill/>
            <a:ln w="19080">
              <a:solidFill>
                <a:srgbClr val="FF0000"/>
              </a:solidFill>
              <a:prstDash val="dash"/>
              <a:round/>
            </a:ln>
          </p:spPr>
        </p:sp>
        <p:sp>
          <p:nvSpPr>
            <p:cNvPr id="15" name="ZoneTexte 14"/>
            <p:cNvSpPr txBox="1"/>
            <p:nvPr/>
          </p:nvSpPr>
          <p:spPr>
            <a:xfrm>
              <a:off x="950447" y="2528848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rgbClr val="FF0000"/>
                  </a:solidFill>
                  <a:latin typeface="Symbol" panose="05050102010706020507" pitchFamily="18" charset="2"/>
                </a:rPr>
                <a:t>(4)</a:t>
              </a:r>
              <a:endParaRPr lang="fr-FR" dirty="0">
                <a:solidFill>
                  <a:srgbClr val="FF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16" name="CustomShape 2"/>
            <p:cNvSpPr/>
            <p:nvPr/>
          </p:nvSpPr>
          <p:spPr>
            <a:xfrm>
              <a:off x="2161904" y="1350819"/>
              <a:ext cx="538657" cy="539249"/>
            </a:xfrm>
            <a:prstGeom prst="ellipse">
              <a:avLst/>
            </a:prstGeom>
            <a:noFill/>
            <a:ln w="19080">
              <a:solidFill>
                <a:srgbClr val="FF0000"/>
              </a:solidFill>
              <a:prstDash val="dash"/>
              <a:round/>
            </a:ln>
          </p:spPr>
        </p:sp>
        <p:sp>
          <p:nvSpPr>
            <p:cNvPr id="17" name="ZoneTexte 16"/>
            <p:cNvSpPr txBox="1"/>
            <p:nvPr/>
          </p:nvSpPr>
          <p:spPr>
            <a:xfrm>
              <a:off x="2700561" y="1530028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rgbClr val="FF0000"/>
                  </a:solidFill>
                  <a:latin typeface="Symbol" panose="05050102010706020507" pitchFamily="18" charset="2"/>
                </a:rPr>
                <a:t>(2)</a:t>
              </a:r>
              <a:endParaRPr lang="fr-FR" dirty="0">
                <a:solidFill>
                  <a:srgbClr val="FF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18" name="CustomShape 2"/>
            <p:cNvSpPr/>
            <p:nvPr/>
          </p:nvSpPr>
          <p:spPr>
            <a:xfrm>
              <a:off x="2089896" y="2946013"/>
              <a:ext cx="538657" cy="539249"/>
            </a:xfrm>
            <a:prstGeom prst="ellipse">
              <a:avLst/>
            </a:prstGeom>
            <a:noFill/>
            <a:ln w="19080">
              <a:solidFill>
                <a:srgbClr val="FF0000"/>
              </a:solidFill>
              <a:prstDash val="dash"/>
              <a:round/>
            </a:ln>
          </p:spPr>
        </p:sp>
        <p:sp>
          <p:nvSpPr>
            <p:cNvPr id="19" name="ZoneTexte 18"/>
            <p:cNvSpPr txBox="1"/>
            <p:nvPr/>
          </p:nvSpPr>
          <p:spPr>
            <a:xfrm>
              <a:off x="2799678" y="2842368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rgbClr val="FF0000"/>
                  </a:solidFill>
                  <a:latin typeface="Symbol" panose="05050102010706020507" pitchFamily="18" charset="2"/>
                </a:rPr>
                <a:t>(1)</a:t>
              </a:r>
              <a:endParaRPr lang="fr-FR" dirty="0">
                <a:solidFill>
                  <a:srgbClr val="FF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21" name="CustomShape 2"/>
            <p:cNvSpPr/>
            <p:nvPr/>
          </p:nvSpPr>
          <p:spPr>
            <a:xfrm>
              <a:off x="1476425" y="-211115"/>
              <a:ext cx="538657" cy="539249"/>
            </a:xfrm>
            <a:prstGeom prst="ellipse">
              <a:avLst/>
            </a:prstGeom>
            <a:noFill/>
            <a:ln w="19080">
              <a:solidFill>
                <a:srgbClr val="FF0000"/>
              </a:solidFill>
              <a:prstDash val="dash"/>
              <a:round/>
            </a:ln>
          </p:spPr>
        </p:sp>
        <p:sp>
          <p:nvSpPr>
            <p:cNvPr id="2" name="Rectangle 1"/>
            <p:cNvSpPr/>
            <p:nvPr/>
          </p:nvSpPr>
          <p:spPr>
            <a:xfrm>
              <a:off x="1404417" y="-270000"/>
              <a:ext cx="792088" cy="30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/>
            <p:cNvSpPr txBox="1"/>
            <p:nvPr/>
          </p:nvSpPr>
          <p:spPr>
            <a:xfrm>
              <a:off x="1044377" y="8568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rgbClr val="FF0000"/>
                  </a:solidFill>
                  <a:latin typeface="Symbol" panose="05050102010706020507" pitchFamily="18" charset="2"/>
                </a:rPr>
                <a:t>(6)</a:t>
              </a:r>
              <a:endParaRPr lang="fr-FR" dirty="0">
                <a:solidFill>
                  <a:srgbClr val="FF0000"/>
                </a:solidFill>
                <a:latin typeface="Symbol" panose="05050102010706020507" pitchFamily="18" charset="2"/>
              </a:endParaRPr>
            </a:p>
          </p:txBody>
        </p:sp>
        <p:sp>
          <p:nvSpPr>
            <p:cNvPr id="24" name="CustomShape 2"/>
            <p:cNvSpPr/>
            <p:nvPr/>
          </p:nvSpPr>
          <p:spPr>
            <a:xfrm>
              <a:off x="2124497" y="4519171"/>
              <a:ext cx="538657" cy="539249"/>
            </a:xfrm>
            <a:prstGeom prst="ellipse">
              <a:avLst/>
            </a:prstGeom>
            <a:noFill/>
            <a:ln w="19080">
              <a:solidFill>
                <a:srgbClr val="FF0000"/>
              </a:solidFill>
              <a:prstDash val="dash"/>
              <a:round/>
            </a:ln>
          </p:spPr>
        </p:sp>
        <p:sp>
          <p:nvSpPr>
            <p:cNvPr id="25" name="ZoneTexte 24"/>
            <p:cNvSpPr txBox="1"/>
            <p:nvPr/>
          </p:nvSpPr>
          <p:spPr>
            <a:xfrm>
              <a:off x="1620441" y="4554364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rgbClr val="FF0000"/>
                  </a:solidFill>
                  <a:latin typeface="Symbol" panose="05050102010706020507" pitchFamily="18" charset="2"/>
                </a:rPr>
                <a:t>(3)</a:t>
              </a:r>
              <a:endParaRPr lang="fr-FR" dirty="0">
                <a:solidFill>
                  <a:srgbClr val="FF0000"/>
                </a:solidFill>
                <a:latin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013104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24</Words>
  <Application>Microsoft Office PowerPoint</Application>
  <PresentationFormat>Personnalisé</PresentationFormat>
  <Paragraphs>9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13</cp:revision>
  <dcterms:created xsi:type="dcterms:W3CDTF">2017-06-26T12:28:01Z</dcterms:created>
  <dcterms:modified xsi:type="dcterms:W3CDTF">2017-06-29T16:27:54Z</dcterms:modified>
</cp:coreProperties>
</file>