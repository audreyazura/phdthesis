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7740650" cy="694848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6" d="100"/>
          <a:sy n="86" d="100"/>
        </p:scale>
        <p:origin x="-1464" y="-120"/>
      </p:cViewPr>
      <p:guideLst>
        <p:guide orient="horz" pos="2189"/>
        <p:guide pos="24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1132E1-805D-4665-B78D-1BCC811E5833}" type="datetimeFigureOut">
              <a:rPr lang="fr-FR" smtClean="0"/>
              <a:t>20/09/2017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519238" y="685800"/>
            <a:ext cx="38195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17429B-0ED3-4856-9976-6ECFDA90534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4579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519238" y="685800"/>
            <a:ext cx="3819525" cy="34290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017429B-0ED3-4856-9976-6ECFDA905346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3438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0550" y="2158547"/>
            <a:ext cx="6579556" cy="148942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61103" y="3937487"/>
            <a:ext cx="5418455" cy="177572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6886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4576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11459" y="4465058"/>
            <a:ext cx="6579556" cy="138004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11459" y="2945077"/>
            <a:ext cx="6579556" cy="1519981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484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28460" y="1642236"/>
            <a:ext cx="1992948" cy="464680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350423" y="1642236"/>
            <a:ext cx="1992947" cy="464680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20/09/2017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7726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87034" y="278273"/>
            <a:ext cx="6966586" cy="1158081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87037" y="1555368"/>
            <a:ext cx="3420132" cy="64820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87037" y="2203583"/>
            <a:ext cx="3420132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932146" y="1555368"/>
            <a:ext cx="3421474" cy="64820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932146" y="2203583"/>
            <a:ext cx="3421474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20/09/2017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9718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20/09/2017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929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20/09/2017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327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87036" y="276664"/>
            <a:ext cx="2546620" cy="117738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026383" y="276653"/>
            <a:ext cx="4327239" cy="593034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87036" y="1454047"/>
            <a:ext cx="2546620" cy="475295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20/09/2017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34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517225" y="4863942"/>
            <a:ext cx="4644390" cy="57421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517225" y="620871"/>
            <a:ext cx="4644390" cy="416909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517225" y="5438157"/>
            <a:ext cx="4644390" cy="81548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20/09/2017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979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7174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3315313" y="281479"/>
            <a:ext cx="1028056" cy="600754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28461" y="281479"/>
            <a:ext cx="2957843" cy="600754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8873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87034" y="278273"/>
            <a:ext cx="6966586" cy="11580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87034" y="1621325"/>
            <a:ext cx="6966586" cy="45856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87037" y="6440230"/>
            <a:ext cx="1806152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6ED350-09DA-47B2-96B1-414F1C332C84}" type="datetimeFigureOut">
              <a:rPr lang="fr-FR" smtClean="0"/>
              <a:t>20/09/2017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644724" y="6440230"/>
            <a:ext cx="2451207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5547469" y="6440230"/>
            <a:ext cx="1806152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3578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49"/>
          <a:stretch/>
        </p:blipFill>
        <p:spPr bwMode="auto">
          <a:xfrm>
            <a:off x="3787200" y="2192400"/>
            <a:ext cx="2116137" cy="2666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1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7200" y="4276800"/>
            <a:ext cx="2116137" cy="276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91"/>
          <a:stretch/>
        </p:blipFill>
        <p:spPr bwMode="auto">
          <a:xfrm>
            <a:off x="3787200" y="-126000"/>
            <a:ext cx="2100263" cy="22483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23" name="Groupe 122"/>
          <p:cNvGrpSpPr>
            <a:grpSpLocks noChangeAspect="1"/>
          </p:cNvGrpSpPr>
          <p:nvPr/>
        </p:nvGrpSpPr>
        <p:grpSpPr>
          <a:xfrm>
            <a:off x="5926795" y="4842396"/>
            <a:ext cx="2247129" cy="1800000"/>
            <a:chOff x="6262062" y="5205167"/>
            <a:chExt cx="1438161" cy="1151399"/>
          </a:xfrm>
        </p:grpSpPr>
        <p:sp>
          <p:nvSpPr>
            <p:cNvPr id="124" name="Line 70"/>
            <p:cNvSpPr>
              <a:spLocks noChangeShapeType="1"/>
            </p:cNvSpPr>
            <p:nvPr/>
          </p:nvSpPr>
          <p:spPr bwMode="auto">
            <a:xfrm>
              <a:off x="6631950" y="5536954"/>
              <a:ext cx="2651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Line 71"/>
            <p:cNvSpPr>
              <a:spLocks noChangeShapeType="1"/>
            </p:cNvSpPr>
            <p:nvPr/>
          </p:nvSpPr>
          <p:spPr bwMode="auto">
            <a:xfrm>
              <a:off x="6627187" y="5862392"/>
              <a:ext cx="2698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Line 75"/>
            <p:cNvSpPr>
              <a:spLocks noChangeShapeType="1"/>
            </p:cNvSpPr>
            <p:nvPr/>
          </p:nvSpPr>
          <p:spPr bwMode="auto">
            <a:xfrm rot="10800000">
              <a:off x="6766887" y="5421067"/>
              <a:ext cx="0" cy="20478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triangl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79"/>
            <p:cNvSpPr>
              <a:spLocks/>
            </p:cNvSpPr>
            <p:nvPr/>
          </p:nvSpPr>
          <p:spPr bwMode="auto">
            <a:xfrm>
              <a:off x="6268412" y="5205167"/>
              <a:ext cx="949325" cy="463550"/>
            </a:xfrm>
            <a:custGeom>
              <a:avLst/>
              <a:gdLst>
                <a:gd name="T0" fmla="*/ 0 w 1242"/>
                <a:gd name="T1" fmla="*/ 0 h 366"/>
                <a:gd name="T2" fmla="*/ 474 w 1242"/>
                <a:gd name="T3" fmla="*/ 0 h 366"/>
                <a:gd name="T4" fmla="*/ 474 w 1242"/>
                <a:gd name="T5" fmla="*/ 366 h 366"/>
                <a:gd name="T6" fmla="*/ 840 w 1242"/>
                <a:gd name="T7" fmla="*/ 366 h 366"/>
                <a:gd name="T8" fmla="*/ 840 w 1242"/>
                <a:gd name="T9" fmla="*/ 6 h 366"/>
                <a:gd name="T10" fmla="*/ 1242 w 1242"/>
                <a:gd name="T11" fmla="*/ 6 h 3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42" h="366">
                  <a:moveTo>
                    <a:pt x="0" y="0"/>
                  </a:moveTo>
                  <a:lnTo>
                    <a:pt x="474" y="0"/>
                  </a:lnTo>
                  <a:lnTo>
                    <a:pt x="474" y="366"/>
                  </a:lnTo>
                  <a:lnTo>
                    <a:pt x="840" y="366"/>
                  </a:lnTo>
                  <a:lnTo>
                    <a:pt x="840" y="6"/>
                  </a:lnTo>
                  <a:lnTo>
                    <a:pt x="1242" y="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80"/>
            <p:cNvSpPr>
              <a:spLocks/>
            </p:cNvSpPr>
            <p:nvPr/>
          </p:nvSpPr>
          <p:spPr bwMode="auto">
            <a:xfrm flipV="1">
              <a:off x="6262062" y="5797304"/>
              <a:ext cx="949325" cy="261938"/>
            </a:xfrm>
            <a:custGeom>
              <a:avLst/>
              <a:gdLst>
                <a:gd name="T0" fmla="*/ 0 w 1242"/>
                <a:gd name="T1" fmla="*/ 0 h 366"/>
                <a:gd name="T2" fmla="*/ 474 w 1242"/>
                <a:gd name="T3" fmla="*/ 0 h 366"/>
                <a:gd name="T4" fmla="*/ 474 w 1242"/>
                <a:gd name="T5" fmla="*/ 366 h 366"/>
                <a:gd name="T6" fmla="*/ 840 w 1242"/>
                <a:gd name="T7" fmla="*/ 366 h 366"/>
                <a:gd name="T8" fmla="*/ 840 w 1242"/>
                <a:gd name="T9" fmla="*/ 6 h 366"/>
                <a:gd name="T10" fmla="*/ 1242 w 1242"/>
                <a:gd name="T11" fmla="*/ 6 h 3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42" h="366">
                  <a:moveTo>
                    <a:pt x="0" y="0"/>
                  </a:moveTo>
                  <a:lnTo>
                    <a:pt x="474" y="0"/>
                  </a:lnTo>
                  <a:lnTo>
                    <a:pt x="474" y="366"/>
                  </a:lnTo>
                  <a:lnTo>
                    <a:pt x="840" y="366"/>
                  </a:lnTo>
                  <a:lnTo>
                    <a:pt x="840" y="6"/>
                  </a:lnTo>
                  <a:lnTo>
                    <a:pt x="1242" y="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Line 83"/>
            <p:cNvSpPr>
              <a:spLocks noChangeShapeType="1"/>
            </p:cNvSpPr>
            <p:nvPr/>
          </p:nvSpPr>
          <p:spPr bwMode="auto">
            <a:xfrm>
              <a:off x="7054150" y="5396459"/>
              <a:ext cx="0" cy="544513"/>
            </a:xfrm>
            <a:prstGeom prst="line">
              <a:avLst/>
            </a:prstGeom>
            <a:noFill/>
            <a:ln w="28575">
              <a:solidFill>
                <a:srgbClr val="00B050"/>
              </a:solidFill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Line 96"/>
            <p:cNvSpPr>
              <a:spLocks noChangeShapeType="1"/>
            </p:cNvSpPr>
            <p:nvPr/>
          </p:nvSpPr>
          <p:spPr bwMode="auto">
            <a:xfrm>
              <a:off x="6766887" y="5781429"/>
              <a:ext cx="0" cy="204788"/>
            </a:xfrm>
            <a:prstGeom prst="line">
              <a:avLst/>
            </a:prstGeom>
            <a:noFill/>
            <a:ln w="38100" cmpd="dbl">
              <a:solidFill>
                <a:srgbClr val="0066CC"/>
              </a:solidFill>
              <a:round/>
              <a:headEnd type="triangl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Rectangle 130"/>
            <p:cNvSpPr>
              <a:spLocks noChangeArrowheads="1"/>
            </p:cNvSpPr>
            <p:nvPr/>
          </p:nvSpPr>
          <p:spPr bwMode="auto">
            <a:xfrm>
              <a:off x="7065834" y="5541087"/>
              <a:ext cx="634389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600" dirty="0" err="1">
                  <a:latin typeface="Times New Roman" pitchFamily="16" charset="0"/>
                </a:rPr>
                <a:t>S</a:t>
              </a:r>
              <a:r>
                <a:rPr lang="en-GB" sz="1600" baseline="-25000" dirty="0" err="1">
                  <a:latin typeface="Times New Roman" pitchFamily="16" charset="0"/>
                </a:rPr>
                <a:t>z</a:t>
              </a:r>
              <a:r>
                <a:rPr lang="en-GB" sz="1600" dirty="0" smtClean="0">
                  <a:latin typeface="Times New Roman" pitchFamily="16" charset="0"/>
                </a:rPr>
                <a:t>=</a:t>
              </a:r>
              <a:r>
                <a:rPr lang="en-GB" sz="1600" i="1" dirty="0" smtClean="0">
                  <a:latin typeface="Times New Roman" pitchFamily="16" charset="0"/>
                </a:rPr>
                <a:t>-</a:t>
              </a:r>
              <a:r>
                <a:rPr lang="en-GB" sz="1600" dirty="0">
                  <a:latin typeface="Times New Roman" pitchFamily="16" charset="0"/>
                </a:rPr>
                <a:t>1</a:t>
              </a:r>
            </a:p>
          </p:txBody>
        </p:sp>
        <p:sp>
          <p:nvSpPr>
            <p:cNvPr id="132" name="ZoneTexte 131"/>
            <p:cNvSpPr txBox="1"/>
            <p:nvPr/>
          </p:nvSpPr>
          <p:spPr>
            <a:xfrm>
              <a:off x="6607056" y="5987234"/>
              <a:ext cx="4587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smtClean="0">
                  <a:solidFill>
                    <a:srgbClr val="FF0000"/>
                  </a:solidFill>
                  <a:latin typeface="Symbol" panose="05050102010706020507" pitchFamily="18" charset="2"/>
                </a:rPr>
                <a:t>s</a:t>
              </a:r>
              <a:r>
                <a:rPr lang="fr-FR" dirty="0" smtClean="0">
                  <a:solidFill>
                    <a:srgbClr val="FF0000"/>
                  </a:solidFill>
                </a:rPr>
                <a:t>+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33" name="Groupe 132"/>
          <p:cNvGrpSpPr/>
          <p:nvPr/>
        </p:nvGrpSpPr>
        <p:grpSpPr>
          <a:xfrm>
            <a:off x="-36025" y="-129600"/>
            <a:ext cx="3844095" cy="7077075"/>
            <a:chOff x="-115200" y="-129600"/>
            <a:chExt cx="3844095" cy="7077075"/>
          </a:xfrm>
        </p:grpSpPr>
        <p:pic>
          <p:nvPicPr>
            <p:cNvPr id="134" name="Picture 5"/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312"/>
            <a:stretch/>
          </p:blipFill>
          <p:spPr bwMode="auto">
            <a:xfrm>
              <a:off x="-115200" y="-129600"/>
              <a:ext cx="3844095" cy="70770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5" name="Rectangle 134"/>
            <p:cNvSpPr/>
            <p:nvPr/>
          </p:nvSpPr>
          <p:spPr>
            <a:xfrm>
              <a:off x="211592" y="233884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308792" y="1702800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7" name="Rectangle 136"/>
          <p:cNvSpPr/>
          <p:nvPr/>
        </p:nvSpPr>
        <p:spPr>
          <a:xfrm>
            <a:off x="2745421" y="75600"/>
            <a:ext cx="1023859" cy="281538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8" name="ZoneTexte 137"/>
          <p:cNvSpPr txBox="1"/>
          <p:nvPr/>
        </p:nvSpPr>
        <p:spPr>
          <a:xfrm>
            <a:off x="-90000" y="-126156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ZoneTexte 138"/>
          <p:cNvSpPr txBox="1"/>
          <p:nvPr/>
        </p:nvSpPr>
        <p:spPr>
          <a:xfrm>
            <a:off x="684055" y="255950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s-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140" name="ZoneTexte 139"/>
          <p:cNvSpPr txBox="1"/>
          <p:nvPr/>
        </p:nvSpPr>
        <p:spPr>
          <a:xfrm>
            <a:off x="3812724" y="-126156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ZoneTexte 140"/>
          <p:cNvSpPr txBox="1"/>
          <p:nvPr/>
        </p:nvSpPr>
        <p:spPr>
          <a:xfrm>
            <a:off x="684055" y="5800566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s+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142" name="CustomShape 2"/>
          <p:cNvSpPr/>
          <p:nvPr/>
        </p:nvSpPr>
        <p:spPr>
          <a:xfrm>
            <a:off x="1350160" y="2309241"/>
            <a:ext cx="757487" cy="58893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143" name="ZoneTexte 142"/>
          <p:cNvSpPr txBox="1"/>
          <p:nvPr/>
        </p:nvSpPr>
        <p:spPr>
          <a:xfrm>
            <a:off x="896190" y="252884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(4)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144" name="CustomShape 2"/>
          <p:cNvSpPr/>
          <p:nvPr/>
        </p:nvSpPr>
        <p:spPr>
          <a:xfrm>
            <a:off x="2107647" y="1350819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145" name="CustomShape 2"/>
          <p:cNvSpPr/>
          <p:nvPr/>
        </p:nvSpPr>
        <p:spPr>
          <a:xfrm>
            <a:off x="2035639" y="2946013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146" name="CustomShape 2"/>
          <p:cNvSpPr/>
          <p:nvPr/>
        </p:nvSpPr>
        <p:spPr>
          <a:xfrm>
            <a:off x="1422168" y="-211115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147" name="Rectangle 146"/>
          <p:cNvSpPr/>
          <p:nvPr/>
        </p:nvSpPr>
        <p:spPr>
          <a:xfrm>
            <a:off x="1350160" y="-270000"/>
            <a:ext cx="792088" cy="306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8" name="ZoneTexte 147"/>
          <p:cNvSpPr txBox="1"/>
          <p:nvPr/>
        </p:nvSpPr>
        <p:spPr>
          <a:xfrm>
            <a:off x="990120" y="85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(6)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149" name="CustomShape 2"/>
          <p:cNvSpPr/>
          <p:nvPr/>
        </p:nvSpPr>
        <p:spPr>
          <a:xfrm>
            <a:off x="2070240" y="4519171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150" name="ZoneTexte 149"/>
          <p:cNvSpPr txBox="1"/>
          <p:nvPr/>
        </p:nvSpPr>
        <p:spPr>
          <a:xfrm>
            <a:off x="1566184" y="455436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(3)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2772000" y="2528848"/>
            <a:ext cx="1000800" cy="61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2" name="ZoneTexte 151"/>
          <p:cNvSpPr txBox="1"/>
          <p:nvPr/>
        </p:nvSpPr>
        <p:spPr>
          <a:xfrm>
            <a:off x="2646304" y="153002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(2)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2873289" y="2934252"/>
            <a:ext cx="899511" cy="61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4" name="ZoneTexte 153"/>
          <p:cNvSpPr txBox="1"/>
          <p:nvPr/>
        </p:nvSpPr>
        <p:spPr>
          <a:xfrm>
            <a:off x="2745421" y="28423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(1)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cxnSp>
        <p:nvCxnSpPr>
          <p:cNvPr id="155" name="Connecteur droit 154"/>
          <p:cNvCxnSpPr/>
          <p:nvPr/>
        </p:nvCxnSpPr>
        <p:spPr>
          <a:xfrm>
            <a:off x="2826544" y="3211200"/>
            <a:ext cx="9612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6" name="Groupe 155"/>
          <p:cNvGrpSpPr>
            <a:grpSpLocks noChangeAspect="1"/>
          </p:cNvGrpSpPr>
          <p:nvPr/>
        </p:nvGrpSpPr>
        <p:grpSpPr>
          <a:xfrm>
            <a:off x="5926134" y="449908"/>
            <a:ext cx="2210795" cy="1800000"/>
            <a:chOff x="9300914" y="1046733"/>
            <a:chExt cx="1426477" cy="1161420"/>
          </a:xfrm>
        </p:grpSpPr>
        <p:sp>
          <p:nvSpPr>
            <p:cNvPr id="157" name="Line 70"/>
            <p:cNvSpPr>
              <a:spLocks noChangeShapeType="1"/>
            </p:cNvSpPr>
            <p:nvPr/>
          </p:nvSpPr>
          <p:spPr bwMode="auto">
            <a:xfrm>
              <a:off x="9670802" y="1378520"/>
              <a:ext cx="2651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Line 71"/>
            <p:cNvSpPr>
              <a:spLocks noChangeShapeType="1"/>
            </p:cNvSpPr>
            <p:nvPr/>
          </p:nvSpPr>
          <p:spPr bwMode="auto">
            <a:xfrm>
              <a:off x="9666039" y="1703958"/>
              <a:ext cx="2698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Line 75"/>
            <p:cNvSpPr>
              <a:spLocks noChangeShapeType="1"/>
            </p:cNvSpPr>
            <p:nvPr/>
          </p:nvSpPr>
          <p:spPr bwMode="auto">
            <a:xfrm rot="10800000">
              <a:off x="9805739" y="1262633"/>
              <a:ext cx="0" cy="20478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79"/>
            <p:cNvSpPr>
              <a:spLocks/>
            </p:cNvSpPr>
            <p:nvPr/>
          </p:nvSpPr>
          <p:spPr bwMode="auto">
            <a:xfrm>
              <a:off x="9307264" y="1046733"/>
              <a:ext cx="949325" cy="463550"/>
            </a:xfrm>
            <a:custGeom>
              <a:avLst/>
              <a:gdLst>
                <a:gd name="T0" fmla="*/ 0 w 1242"/>
                <a:gd name="T1" fmla="*/ 0 h 366"/>
                <a:gd name="T2" fmla="*/ 474 w 1242"/>
                <a:gd name="T3" fmla="*/ 0 h 366"/>
                <a:gd name="T4" fmla="*/ 474 w 1242"/>
                <a:gd name="T5" fmla="*/ 366 h 366"/>
                <a:gd name="T6" fmla="*/ 840 w 1242"/>
                <a:gd name="T7" fmla="*/ 366 h 366"/>
                <a:gd name="T8" fmla="*/ 840 w 1242"/>
                <a:gd name="T9" fmla="*/ 6 h 366"/>
                <a:gd name="T10" fmla="*/ 1242 w 1242"/>
                <a:gd name="T11" fmla="*/ 6 h 3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42" h="366">
                  <a:moveTo>
                    <a:pt x="0" y="0"/>
                  </a:moveTo>
                  <a:lnTo>
                    <a:pt x="474" y="0"/>
                  </a:lnTo>
                  <a:lnTo>
                    <a:pt x="474" y="366"/>
                  </a:lnTo>
                  <a:lnTo>
                    <a:pt x="840" y="366"/>
                  </a:lnTo>
                  <a:lnTo>
                    <a:pt x="840" y="6"/>
                  </a:lnTo>
                  <a:lnTo>
                    <a:pt x="1242" y="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80"/>
            <p:cNvSpPr>
              <a:spLocks/>
            </p:cNvSpPr>
            <p:nvPr/>
          </p:nvSpPr>
          <p:spPr bwMode="auto">
            <a:xfrm flipV="1">
              <a:off x="9300914" y="1638870"/>
              <a:ext cx="949325" cy="261938"/>
            </a:xfrm>
            <a:custGeom>
              <a:avLst/>
              <a:gdLst>
                <a:gd name="T0" fmla="*/ 0 w 1242"/>
                <a:gd name="T1" fmla="*/ 0 h 366"/>
                <a:gd name="T2" fmla="*/ 474 w 1242"/>
                <a:gd name="T3" fmla="*/ 0 h 366"/>
                <a:gd name="T4" fmla="*/ 474 w 1242"/>
                <a:gd name="T5" fmla="*/ 366 h 366"/>
                <a:gd name="T6" fmla="*/ 840 w 1242"/>
                <a:gd name="T7" fmla="*/ 366 h 366"/>
                <a:gd name="T8" fmla="*/ 840 w 1242"/>
                <a:gd name="T9" fmla="*/ 6 h 366"/>
                <a:gd name="T10" fmla="*/ 1242 w 1242"/>
                <a:gd name="T11" fmla="*/ 6 h 3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42" h="366">
                  <a:moveTo>
                    <a:pt x="0" y="0"/>
                  </a:moveTo>
                  <a:lnTo>
                    <a:pt x="474" y="0"/>
                  </a:lnTo>
                  <a:lnTo>
                    <a:pt x="474" y="366"/>
                  </a:lnTo>
                  <a:lnTo>
                    <a:pt x="840" y="366"/>
                  </a:lnTo>
                  <a:lnTo>
                    <a:pt x="840" y="6"/>
                  </a:lnTo>
                  <a:lnTo>
                    <a:pt x="1242" y="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Line 83"/>
            <p:cNvSpPr>
              <a:spLocks noChangeShapeType="1"/>
            </p:cNvSpPr>
            <p:nvPr/>
          </p:nvSpPr>
          <p:spPr bwMode="auto">
            <a:xfrm>
              <a:off x="10093002" y="1238025"/>
              <a:ext cx="0" cy="544513"/>
            </a:xfrm>
            <a:prstGeom prst="line">
              <a:avLst/>
            </a:prstGeom>
            <a:noFill/>
            <a:ln w="28575">
              <a:solidFill>
                <a:srgbClr val="00B050"/>
              </a:solidFill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Line 96"/>
            <p:cNvSpPr>
              <a:spLocks noChangeShapeType="1"/>
            </p:cNvSpPr>
            <p:nvPr/>
          </p:nvSpPr>
          <p:spPr bwMode="auto">
            <a:xfrm>
              <a:off x="9805739" y="1622995"/>
              <a:ext cx="0" cy="204788"/>
            </a:xfrm>
            <a:prstGeom prst="line">
              <a:avLst/>
            </a:prstGeom>
            <a:noFill/>
            <a:ln w="38100" cmpd="dbl">
              <a:solidFill>
                <a:srgbClr val="0066CC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Rectangle 163"/>
            <p:cNvSpPr>
              <a:spLocks noChangeArrowheads="1"/>
            </p:cNvSpPr>
            <p:nvPr/>
          </p:nvSpPr>
          <p:spPr bwMode="auto">
            <a:xfrm>
              <a:off x="10093002" y="1382653"/>
              <a:ext cx="634389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600" dirty="0" err="1">
                  <a:latin typeface="Times New Roman" pitchFamily="16" charset="0"/>
                </a:rPr>
                <a:t>S</a:t>
              </a:r>
              <a:r>
                <a:rPr lang="en-GB" sz="1600" baseline="-25000" dirty="0" err="1">
                  <a:latin typeface="Times New Roman" pitchFamily="16" charset="0"/>
                </a:rPr>
                <a:t>z</a:t>
              </a:r>
              <a:r>
                <a:rPr lang="en-GB" sz="1600" dirty="0" smtClean="0">
                  <a:latin typeface="Times New Roman" pitchFamily="16" charset="0"/>
                </a:rPr>
                <a:t>=</a:t>
              </a:r>
              <a:r>
                <a:rPr lang="en-GB" sz="1600" i="1" dirty="0" smtClean="0">
                  <a:latin typeface="Times New Roman" pitchFamily="16" charset="0"/>
                </a:rPr>
                <a:t>-</a:t>
              </a:r>
              <a:r>
                <a:rPr lang="en-GB" sz="1600" dirty="0">
                  <a:latin typeface="Times New Roman" pitchFamily="16" charset="0"/>
                </a:rPr>
                <a:t>1</a:t>
              </a:r>
            </a:p>
          </p:txBody>
        </p:sp>
        <p:sp>
          <p:nvSpPr>
            <p:cNvPr id="165" name="ZoneTexte 164"/>
            <p:cNvSpPr txBox="1"/>
            <p:nvPr/>
          </p:nvSpPr>
          <p:spPr>
            <a:xfrm>
              <a:off x="9645005" y="1838821"/>
              <a:ext cx="394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smtClean="0">
                  <a:solidFill>
                    <a:srgbClr val="FF0000"/>
                  </a:solidFill>
                  <a:latin typeface="Symbol" panose="05050102010706020507" pitchFamily="18" charset="2"/>
                </a:rPr>
                <a:t>s</a:t>
              </a:r>
              <a:r>
                <a:rPr lang="fr-FR" dirty="0" smtClean="0">
                  <a:solidFill>
                    <a:srgbClr val="FF0000"/>
                  </a:solidFill>
                </a:rPr>
                <a:t>-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013104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34</Words>
  <Application>Microsoft Office PowerPoint</Application>
  <PresentationFormat>Personnalisé</PresentationFormat>
  <Paragraphs>14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23</cp:revision>
  <dcterms:created xsi:type="dcterms:W3CDTF">2017-06-26T12:28:01Z</dcterms:created>
  <dcterms:modified xsi:type="dcterms:W3CDTF">2017-09-20T10:08:25Z</dcterms:modified>
</cp:coreProperties>
</file>