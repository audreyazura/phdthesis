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8208963" cy="69484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1788" y="-192"/>
      </p:cViewPr>
      <p:guideLst>
        <p:guide orient="horz" pos="2189"/>
        <p:guide pos="258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1132E1-805D-4665-B78D-1BCC811E5833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403350" y="685800"/>
            <a:ext cx="40513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17429B-0ED3-4856-9976-6ECFDA90534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4579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403350" y="685800"/>
            <a:ext cx="405130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017429B-0ED3-4856-9976-6ECFDA90534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3438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15674" y="2158545"/>
            <a:ext cx="6977622" cy="148942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231349" y="3937485"/>
            <a:ext cx="5746275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6886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57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8452" y="4465056"/>
            <a:ext cx="6977622" cy="138004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8452" y="2945075"/>
            <a:ext cx="6977622" cy="151998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484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42281" y="1642234"/>
            <a:ext cx="2113523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492624" y="1642234"/>
            <a:ext cx="2113521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7726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10450" y="278271"/>
            <a:ext cx="7388068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10453" y="1555368"/>
            <a:ext cx="3627052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10453" y="2203581"/>
            <a:ext cx="3627052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170043" y="1555368"/>
            <a:ext cx="3628474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170043" y="2203581"/>
            <a:ext cx="3628474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71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929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27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10452" y="276662"/>
            <a:ext cx="2700692" cy="117738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209480" y="276653"/>
            <a:ext cx="4589039" cy="59303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10452" y="1454045"/>
            <a:ext cx="2700692" cy="47529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34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609017" y="4863942"/>
            <a:ext cx="4925378" cy="57421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609017" y="620869"/>
            <a:ext cx="4925378" cy="416909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609017" y="5438157"/>
            <a:ext cx="4925378" cy="8154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79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7174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515891" y="281479"/>
            <a:ext cx="1090254" cy="60075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42283" y="281479"/>
            <a:ext cx="3136794" cy="60075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873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10450" y="278271"/>
            <a:ext cx="7388068" cy="11580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10450" y="1621323"/>
            <a:ext cx="7388068" cy="4585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10453" y="6440228"/>
            <a:ext cx="1915426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ED350-09DA-47B2-96B1-414F1C332C84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804731" y="6440228"/>
            <a:ext cx="2599506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883093" y="6440228"/>
            <a:ext cx="1915426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578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Picture 9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14"/>
          <a:stretch/>
        </p:blipFill>
        <p:spPr bwMode="auto">
          <a:xfrm>
            <a:off x="3790602" y="-126000"/>
            <a:ext cx="3500438" cy="2253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9" name="Picture 8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9"/>
          <a:stretch/>
        </p:blipFill>
        <p:spPr bwMode="auto">
          <a:xfrm>
            <a:off x="3816000" y="2190590"/>
            <a:ext cx="2201862" cy="26755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078" y="4276800"/>
            <a:ext cx="3509962" cy="276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1" name="Groupe 290"/>
          <p:cNvGrpSpPr/>
          <p:nvPr/>
        </p:nvGrpSpPr>
        <p:grpSpPr>
          <a:xfrm>
            <a:off x="5562848" y="4626372"/>
            <a:ext cx="1389018" cy="1151399"/>
            <a:chOff x="6262062" y="5205167"/>
            <a:chExt cx="1389018" cy="1151399"/>
          </a:xfrm>
        </p:grpSpPr>
        <p:sp>
          <p:nvSpPr>
            <p:cNvPr id="292" name="Line 70"/>
            <p:cNvSpPr>
              <a:spLocks noChangeShapeType="1"/>
            </p:cNvSpPr>
            <p:nvPr/>
          </p:nvSpPr>
          <p:spPr bwMode="auto">
            <a:xfrm>
              <a:off x="6631950" y="5536954"/>
              <a:ext cx="2651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Line 71"/>
            <p:cNvSpPr>
              <a:spLocks noChangeShapeType="1"/>
            </p:cNvSpPr>
            <p:nvPr/>
          </p:nvSpPr>
          <p:spPr bwMode="auto">
            <a:xfrm>
              <a:off x="6627187" y="5862392"/>
              <a:ext cx="269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Line 75"/>
            <p:cNvSpPr>
              <a:spLocks noChangeShapeType="1"/>
            </p:cNvSpPr>
            <p:nvPr/>
          </p:nvSpPr>
          <p:spPr bwMode="auto">
            <a:xfrm rot="10800000">
              <a:off x="6766887" y="5421067"/>
              <a:ext cx="0" cy="20478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79"/>
            <p:cNvSpPr>
              <a:spLocks/>
            </p:cNvSpPr>
            <p:nvPr/>
          </p:nvSpPr>
          <p:spPr bwMode="auto">
            <a:xfrm>
              <a:off x="6268412" y="5205167"/>
              <a:ext cx="949325" cy="463550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80"/>
            <p:cNvSpPr>
              <a:spLocks/>
            </p:cNvSpPr>
            <p:nvPr/>
          </p:nvSpPr>
          <p:spPr bwMode="auto">
            <a:xfrm flipV="1">
              <a:off x="6262062" y="5797304"/>
              <a:ext cx="949325" cy="261938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Line 83"/>
            <p:cNvSpPr>
              <a:spLocks noChangeShapeType="1"/>
            </p:cNvSpPr>
            <p:nvPr/>
          </p:nvSpPr>
          <p:spPr bwMode="auto">
            <a:xfrm>
              <a:off x="7054150" y="5396459"/>
              <a:ext cx="0" cy="544513"/>
            </a:xfrm>
            <a:prstGeom prst="line">
              <a:avLst/>
            </a:prstGeom>
            <a:noFill/>
            <a:ln w="28575">
              <a:solidFill>
                <a:srgbClr val="00B05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Line 96"/>
            <p:cNvSpPr>
              <a:spLocks noChangeShapeType="1"/>
            </p:cNvSpPr>
            <p:nvPr/>
          </p:nvSpPr>
          <p:spPr bwMode="auto">
            <a:xfrm>
              <a:off x="6766887" y="5781429"/>
              <a:ext cx="0" cy="204788"/>
            </a:xfrm>
            <a:prstGeom prst="line">
              <a:avLst/>
            </a:prstGeom>
            <a:noFill/>
            <a:ln w="38100" cmpd="dbl">
              <a:solidFill>
                <a:srgbClr val="0066CC"/>
              </a:solidFill>
              <a:round/>
              <a:headEnd type="triangl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Rectangle 298"/>
            <p:cNvSpPr>
              <a:spLocks noChangeArrowheads="1"/>
            </p:cNvSpPr>
            <p:nvPr/>
          </p:nvSpPr>
          <p:spPr bwMode="auto">
            <a:xfrm>
              <a:off x="7016691" y="5541087"/>
              <a:ext cx="634389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600" dirty="0" err="1">
                  <a:latin typeface="Times New Roman" pitchFamily="16" charset="0"/>
                </a:rPr>
                <a:t>S</a:t>
              </a:r>
              <a:r>
                <a:rPr lang="en-GB" sz="1600" baseline="-25000" dirty="0" err="1">
                  <a:latin typeface="Times New Roman" pitchFamily="16" charset="0"/>
                </a:rPr>
                <a:t>z</a:t>
              </a:r>
              <a:r>
                <a:rPr lang="en-GB" sz="1600" dirty="0" smtClean="0">
                  <a:latin typeface="Times New Roman" pitchFamily="16" charset="0"/>
                </a:rPr>
                <a:t>=</a:t>
              </a:r>
              <a:r>
                <a:rPr lang="en-GB" sz="1600" i="1" dirty="0" smtClean="0">
                  <a:latin typeface="Times New Roman" pitchFamily="16" charset="0"/>
                </a:rPr>
                <a:t>-</a:t>
              </a:r>
              <a:r>
                <a:rPr lang="en-GB" sz="1600" dirty="0">
                  <a:latin typeface="Times New Roman" pitchFamily="16" charset="0"/>
                </a:rPr>
                <a:t>1</a:t>
              </a:r>
            </a:p>
          </p:txBody>
        </p:sp>
        <p:sp>
          <p:nvSpPr>
            <p:cNvPr id="300" name="ZoneTexte 299"/>
            <p:cNvSpPr txBox="1"/>
            <p:nvPr/>
          </p:nvSpPr>
          <p:spPr>
            <a:xfrm>
              <a:off x="6550094" y="5987234"/>
              <a:ext cx="4587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solidFill>
                    <a:srgbClr val="FF0000"/>
                  </a:solidFill>
                  <a:latin typeface="Symbol" panose="05050102010706020507" pitchFamily="18" charset="2"/>
                </a:rPr>
                <a:t>s</a:t>
              </a:r>
              <a:r>
                <a:rPr lang="fr-FR" dirty="0" smtClean="0">
                  <a:solidFill>
                    <a:srgbClr val="FF0000"/>
                  </a:solidFill>
                </a:rPr>
                <a:t>+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301" name="Groupe 300"/>
          <p:cNvGrpSpPr/>
          <p:nvPr/>
        </p:nvGrpSpPr>
        <p:grpSpPr>
          <a:xfrm>
            <a:off x="-36025" y="-129600"/>
            <a:ext cx="3844095" cy="7077075"/>
            <a:chOff x="-115200" y="-129600"/>
            <a:chExt cx="3844095" cy="7077075"/>
          </a:xfrm>
        </p:grpSpPr>
        <p:pic>
          <p:nvPicPr>
            <p:cNvPr id="302" name="Picture 5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312"/>
            <a:stretch/>
          </p:blipFill>
          <p:spPr bwMode="auto">
            <a:xfrm>
              <a:off x="-115200" y="-129600"/>
              <a:ext cx="3844095" cy="70770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3" name="Rectangle 302"/>
            <p:cNvSpPr/>
            <p:nvPr/>
          </p:nvSpPr>
          <p:spPr>
            <a:xfrm>
              <a:off x="211592" y="23388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308792" y="1702800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05" name="Rectangle 304"/>
          <p:cNvSpPr/>
          <p:nvPr/>
        </p:nvSpPr>
        <p:spPr>
          <a:xfrm>
            <a:off x="2745421" y="75600"/>
            <a:ext cx="1023859" cy="281538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6" name="ZoneTexte 305"/>
          <p:cNvSpPr txBox="1"/>
          <p:nvPr/>
        </p:nvSpPr>
        <p:spPr>
          <a:xfrm>
            <a:off x="-90000" y="-126156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7" name="ZoneTexte 306"/>
          <p:cNvSpPr txBox="1"/>
          <p:nvPr/>
        </p:nvSpPr>
        <p:spPr>
          <a:xfrm>
            <a:off x="684055" y="255950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08" name="ZoneTexte 307"/>
          <p:cNvSpPr txBox="1"/>
          <p:nvPr/>
        </p:nvSpPr>
        <p:spPr>
          <a:xfrm>
            <a:off x="3812724" y="-126156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ZoneTexte 308"/>
          <p:cNvSpPr txBox="1"/>
          <p:nvPr/>
        </p:nvSpPr>
        <p:spPr>
          <a:xfrm>
            <a:off x="684055" y="5800566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350160" y="2309241"/>
            <a:ext cx="757487" cy="58893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311" name="ZoneTexte 310"/>
          <p:cNvSpPr txBox="1"/>
          <p:nvPr/>
        </p:nvSpPr>
        <p:spPr>
          <a:xfrm>
            <a:off x="896190" y="25288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(4)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12" name="CustomShape 2"/>
          <p:cNvSpPr/>
          <p:nvPr/>
        </p:nvSpPr>
        <p:spPr>
          <a:xfrm>
            <a:off x="2107647" y="1350819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313" name="CustomShape 2"/>
          <p:cNvSpPr/>
          <p:nvPr/>
        </p:nvSpPr>
        <p:spPr>
          <a:xfrm>
            <a:off x="2035639" y="2946013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314" name="CustomShape 2"/>
          <p:cNvSpPr/>
          <p:nvPr/>
        </p:nvSpPr>
        <p:spPr>
          <a:xfrm>
            <a:off x="1422168" y="-211115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315" name="Rectangle 314"/>
          <p:cNvSpPr/>
          <p:nvPr/>
        </p:nvSpPr>
        <p:spPr>
          <a:xfrm>
            <a:off x="1350160" y="-270000"/>
            <a:ext cx="792088" cy="306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6" name="ZoneTexte 315"/>
          <p:cNvSpPr txBox="1"/>
          <p:nvPr/>
        </p:nvSpPr>
        <p:spPr>
          <a:xfrm>
            <a:off x="990120" y="85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(6)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2070240" y="4519171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318" name="ZoneTexte 317"/>
          <p:cNvSpPr txBox="1"/>
          <p:nvPr/>
        </p:nvSpPr>
        <p:spPr>
          <a:xfrm>
            <a:off x="1566184" y="45543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(3)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19" name="Rectangle 318"/>
          <p:cNvSpPr/>
          <p:nvPr/>
        </p:nvSpPr>
        <p:spPr>
          <a:xfrm>
            <a:off x="2772000" y="2528848"/>
            <a:ext cx="1000800" cy="61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0" name="ZoneTexte 319"/>
          <p:cNvSpPr txBox="1"/>
          <p:nvPr/>
        </p:nvSpPr>
        <p:spPr>
          <a:xfrm>
            <a:off x="2646304" y="153002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(2)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21" name="Rectangle 320"/>
          <p:cNvSpPr/>
          <p:nvPr/>
        </p:nvSpPr>
        <p:spPr>
          <a:xfrm>
            <a:off x="2873289" y="2934252"/>
            <a:ext cx="899511" cy="61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2" name="ZoneTexte 321"/>
          <p:cNvSpPr txBox="1"/>
          <p:nvPr/>
        </p:nvSpPr>
        <p:spPr>
          <a:xfrm>
            <a:off x="2745421" y="28423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(1)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cxnSp>
        <p:nvCxnSpPr>
          <p:cNvPr id="323" name="Connecteur droit 322"/>
          <p:cNvCxnSpPr/>
          <p:nvPr/>
        </p:nvCxnSpPr>
        <p:spPr>
          <a:xfrm>
            <a:off x="2826544" y="3211200"/>
            <a:ext cx="9612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4" name="Groupe 323"/>
          <p:cNvGrpSpPr/>
          <p:nvPr/>
        </p:nvGrpSpPr>
        <p:grpSpPr>
          <a:xfrm>
            <a:off x="5490840" y="233884"/>
            <a:ext cx="1426477" cy="1161420"/>
            <a:chOff x="9300914" y="1046733"/>
            <a:chExt cx="1426477" cy="1161420"/>
          </a:xfrm>
        </p:grpSpPr>
        <p:sp>
          <p:nvSpPr>
            <p:cNvPr id="325" name="Line 70"/>
            <p:cNvSpPr>
              <a:spLocks noChangeShapeType="1"/>
            </p:cNvSpPr>
            <p:nvPr/>
          </p:nvSpPr>
          <p:spPr bwMode="auto">
            <a:xfrm>
              <a:off x="9670802" y="1378520"/>
              <a:ext cx="2651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Line 71"/>
            <p:cNvSpPr>
              <a:spLocks noChangeShapeType="1"/>
            </p:cNvSpPr>
            <p:nvPr/>
          </p:nvSpPr>
          <p:spPr bwMode="auto">
            <a:xfrm>
              <a:off x="9666039" y="1703958"/>
              <a:ext cx="2698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Line 75"/>
            <p:cNvSpPr>
              <a:spLocks noChangeShapeType="1"/>
            </p:cNvSpPr>
            <p:nvPr/>
          </p:nvSpPr>
          <p:spPr bwMode="auto">
            <a:xfrm rot="10800000">
              <a:off x="9805739" y="1262633"/>
              <a:ext cx="0" cy="20478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79"/>
            <p:cNvSpPr>
              <a:spLocks/>
            </p:cNvSpPr>
            <p:nvPr/>
          </p:nvSpPr>
          <p:spPr bwMode="auto">
            <a:xfrm>
              <a:off x="9307264" y="1046733"/>
              <a:ext cx="949325" cy="463550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80"/>
            <p:cNvSpPr>
              <a:spLocks/>
            </p:cNvSpPr>
            <p:nvPr/>
          </p:nvSpPr>
          <p:spPr bwMode="auto">
            <a:xfrm flipV="1">
              <a:off x="9300914" y="1638870"/>
              <a:ext cx="949325" cy="261938"/>
            </a:xfrm>
            <a:custGeom>
              <a:avLst/>
              <a:gdLst>
                <a:gd name="T0" fmla="*/ 0 w 1242"/>
                <a:gd name="T1" fmla="*/ 0 h 366"/>
                <a:gd name="T2" fmla="*/ 474 w 1242"/>
                <a:gd name="T3" fmla="*/ 0 h 366"/>
                <a:gd name="T4" fmla="*/ 474 w 1242"/>
                <a:gd name="T5" fmla="*/ 366 h 366"/>
                <a:gd name="T6" fmla="*/ 840 w 1242"/>
                <a:gd name="T7" fmla="*/ 366 h 366"/>
                <a:gd name="T8" fmla="*/ 840 w 1242"/>
                <a:gd name="T9" fmla="*/ 6 h 366"/>
                <a:gd name="T10" fmla="*/ 1242 w 1242"/>
                <a:gd name="T11" fmla="*/ 6 h 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42" h="366">
                  <a:moveTo>
                    <a:pt x="0" y="0"/>
                  </a:moveTo>
                  <a:lnTo>
                    <a:pt x="474" y="0"/>
                  </a:lnTo>
                  <a:lnTo>
                    <a:pt x="474" y="366"/>
                  </a:lnTo>
                  <a:lnTo>
                    <a:pt x="840" y="366"/>
                  </a:lnTo>
                  <a:lnTo>
                    <a:pt x="840" y="6"/>
                  </a:lnTo>
                  <a:lnTo>
                    <a:pt x="1242" y="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Line 83"/>
            <p:cNvSpPr>
              <a:spLocks noChangeShapeType="1"/>
            </p:cNvSpPr>
            <p:nvPr/>
          </p:nvSpPr>
          <p:spPr bwMode="auto">
            <a:xfrm>
              <a:off x="10093002" y="1238025"/>
              <a:ext cx="0" cy="544513"/>
            </a:xfrm>
            <a:prstGeom prst="line">
              <a:avLst/>
            </a:prstGeom>
            <a:noFill/>
            <a:ln w="28575">
              <a:solidFill>
                <a:srgbClr val="00B050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Line 96"/>
            <p:cNvSpPr>
              <a:spLocks noChangeShapeType="1"/>
            </p:cNvSpPr>
            <p:nvPr/>
          </p:nvSpPr>
          <p:spPr bwMode="auto">
            <a:xfrm>
              <a:off x="9805739" y="1622995"/>
              <a:ext cx="0" cy="204788"/>
            </a:xfrm>
            <a:prstGeom prst="line">
              <a:avLst/>
            </a:prstGeom>
            <a:noFill/>
            <a:ln w="38100" cmpd="dbl">
              <a:solidFill>
                <a:srgbClr val="0066CC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Rectangle 331"/>
            <p:cNvSpPr>
              <a:spLocks noChangeArrowheads="1"/>
            </p:cNvSpPr>
            <p:nvPr/>
          </p:nvSpPr>
          <p:spPr bwMode="auto">
            <a:xfrm>
              <a:off x="10093002" y="1382653"/>
              <a:ext cx="634389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600" dirty="0" err="1">
                  <a:latin typeface="Times New Roman" pitchFamily="16" charset="0"/>
                </a:rPr>
                <a:t>S</a:t>
              </a:r>
              <a:r>
                <a:rPr lang="en-GB" sz="1600" baseline="-25000" dirty="0" err="1">
                  <a:latin typeface="Times New Roman" pitchFamily="16" charset="0"/>
                </a:rPr>
                <a:t>z</a:t>
              </a:r>
              <a:r>
                <a:rPr lang="en-GB" sz="1600" dirty="0" smtClean="0">
                  <a:latin typeface="Times New Roman" pitchFamily="16" charset="0"/>
                </a:rPr>
                <a:t>=</a:t>
              </a:r>
              <a:r>
                <a:rPr lang="en-GB" sz="1600" i="1" dirty="0" smtClean="0">
                  <a:latin typeface="Times New Roman" pitchFamily="16" charset="0"/>
                </a:rPr>
                <a:t>-</a:t>
              </a:r>
              <a:r>
                <a:rPr lang="en-GB" sz="1600" dirty="0">
                  <a:latin typeface="Times New Roman" pitchFamily="16" charset="0"/>
                </a:rPr>
                <a:t>1</a:t>
              </a:r>
            </a:p>
          </p:txBody>
        </p:sp>
        <p:sp>
          <p:nvSpPr>
            <p:cNvPr id="333" name="ZoneTexte 332"/>
            <p:cNvSpPr txBox="1"/>
            <p:nvPr/>
          </p:nvSpPr>
          <p:spPr>
            <a:xfrm>
              <a:off x="9645005" y="1838821"/>
              <a:ext cx="394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solidFill>
                    <a:srgbClr val="FF0000"/>
                  </a:solidFill>
                  <a:latin typeface="Symbol" panose="05050102010706020507" pitchFamily="18" charset="2"/>
                </a:rPr>
                <a:t>s</a:t>
              </a:r>
              <a:r>
                <a:rPr lang="fr-FR" dirty="0" smtClean="0">
                  <a:solidFill>
                    <a:srgbClr val="FF0000"/>
                  </a:solidFill>
                </a:rPr>
                <a:t>-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334" name="Rectangle 333"/>
          <p:cNvSpPr/>
          <p:nvPr/>
        </p:nvSpPr>
        <p:spPr>
          <a:xfrm>
            <a:off x="5290984" y="5974779"/>
            <a:ext cx="63190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=+1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5" name="Rectangle 334"/>
          <p:cNvSpPr/>
          <p:nvPr/>
        </p:nvSpPr>
        <p:spPr>
          <a:xfrm>
            <a:off x="5033536" y="4822651"/>
            <a:ext cx="5293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6" name="Rectangle 335"/>
          <p:cNvSpPr/>
          <p:nvPr/>
        </p:nvSpPr>
        <p:spPr>
          <a:xfrm>
            <a:off x="4542177" y="4750643"/>
            <a:ext cx="58862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=-1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7" name="Rectangle 336"/>
          <p:cNvSpPr/>
          <p:nvPr/>
        </p:nvSpPr>
        <p:spPr>
          <a:xfrm>
            <a:off x="4901291" y="502171"/>
            <a:ext cx="58862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=-1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8" name="Rectangle 337"/>
          <p:cNvSpPr/>
          <p:nvPr/>
        </p:nvSpPr>
        <p:spPr>
          <a:xfrm>
            <a:off x="4367257" y="286147"/>
            <a:ext cx="5293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=0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9" name="Rectangle 338"/>
          <p:cNvSpPr/>
          <p:nvPr/>
        </p:nvSpPr>
        <p:spPr>
          <a:xfrm>
            <a:off x="4282872" y="1510283"/>
            <a:ext cx="63190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=+1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40" name="Groupe 339"/>
          <p:cNvGrpSpPr>
            <a:grpSpLocks noChangeAspect="1"/>
          </p:cNvGrpSpPr>
          <p:nvPr/>
        </p:nvGrpSpPr>
        <p:grpSpPr>
          <a:xfrm>
            <a:off x="6040942" y="2122348"/>
            <a:ext cx="2258210" cy="2360008"/>
            <a:chOff x="5933802" y="2472283"/>
            <a:chExt cx="1693849" cy="1770203"/>
          </a:xfrm>
        </p:grpSpPr>
        <p:cxnSp>
          <p:nvCxnSpPr>
            <p:cNvPr id="341" name="Connecteur droit 340"/>
            <p:cNvCxnSpPr/>
            <p:nvPr/>
          </p:nvCxnSpPr>
          <p:spPr>
            <a:xfrm>
              <a:off x="6077818" y="3758406"/>
              <a:ext cx="1008112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2" name="Connecteur droit 341"/>
            <p:cNvCxnSpPr/>
            <p:nvPr/>
          </p:nvCxnSpPr>
          <p:spPr>
            <a:xfrm flipV="1">
              <a:off x="6077818" y="2832323"/>
              <a:ext cx="1008112" cy="4079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3" name="Connecteur droit 342"/>
            <p:cNvCxnSpPr/>
            <p:nvPr/>
          </p:nvCxnSpPr>
          <p:spPr>
            <a:xfrm>
              <a:off x="6077818" y="3240252"/>
              <a:ext cx="1008112" cy="21949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4" name="Line 10"/>
            <p:cNvSpPr>
              <a:spLocks noChangeShapeType="1"/>
            </p:cNvSpPr>
            <p:nvPr/>
          </p:nvSpPr>
          <p:spPr bwMode="auto">
            <a:xfrm flipV="1">
              <a:off x="5933802" y="3990502"/>
              <a:ext cx="1440160" cy="0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5" name="Line 10"/>
            <p:cNvSpPr>
              <a:spLocks noChangeShapeType="1"/>
            </p:cNvSpPr>
            <p:nvPr/>
          </p:nvSpPr>
          <p:spPr bwMode="auto">
            <a:xfrm flipV="1">
              <a:off x="6076255" y="2577483"/>
              <a:ext cx="0" cy="1563100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346" name="Rectangle 345"/>
            <p:cNvSpPr/>
            <p:nvPr/>
          </p:nvSpPr>
          <p:spPr>
            <a:xfrm>
              <a:off x="7085930" y="3615317"/>
              <a:ext cx="437910" cy="2770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/>
                <a:t>S</a:t>
              </a:r>
              <a:r>
                <a:rPr lang="fr-FR" baseline="-25000" dirty="0" err="1" smtClean="0"/>
                <a:t>z</a:t>
              </a:r>
              <a:r>
                <a:rPr lang="fr-FR" dirty="0" smtClean="0"/>
                <a:t>=0</a:t>
              </a:r>
              <a:endParaRPr lang="en-US" dirty="0"/>
            </a:p>
          </p:txBody>
        </p:sp>
        <p:sp>
          <p:nvSpPr>
            <p:cNvPr id="347" name="Rectangle 346"/>
            <p:cNvSpPr/>
            <p:nvPr/>
          </p:nvSpPr>
          <p:spPr>
            <a:xfrm>
              <a:off x="7085930" y="3331540"/>
              <a:ext cx="490815" cy="2770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/>
                <a:t>S</a:t>
              </a:r>
              <a:r>
                <a:rPr lang="fr-FR" baseline="-25000" dirty="0" err="1" smtClean="0"/>
                <a:t>z</a:t>
              </a:r>
              <a:r>
                <a:rPr lang="fr-FR" dirty="0" smtClean="0"/>
                <a:t>=-1</a:t>
              </a:r>
              <a:endParaRPr lang="en-US" dirty="0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7103169" y="2688307"/>
              <a:ext cx="524482" cy="2770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/>
                <a:t>S</a:t>
              </a:r>
              <a:r>
                <a:rPr lang="fr-FR" baseline="-25000" dirty="0" err="1"/>
                <a:t>z</a:t>
              </a:r>
              <a:r>
                <a:rPr lang="fr-FR" dirty="0" smtClean="0"/>
                <a:t>=+1</a:t>
              </a:r>
              <a:endParaRPr lang="en-US" dirty="0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6073875" y="2472283"/>
              <a:ext cx="244325" cy="2770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0" name="ZoneTexte 349"/>
            <p:cNvSpPr txBox="1"/>
            <p:nvPr/>
          </p:nvSpPr>
          <p:spPr>
            <a:xfrm>
              <a:off x="7246775" y="3965456"/>
              <a:ext cx="305648" cy="2770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fr-FR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51" name="ZoneTexte 350"/>
          <p:cNvSpPr txBox="1"/>
          <p:nvPr/>
        </p:nvSpPr>
        <p:spPr>
          <a:xfrm>
            <a:off x="5738615" y="2148483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13104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60</Words>
  <Application>Microsoft Office PowerPoint</Application>
  <PresentationFormat>Personnalisé</PresentationFormat>
  <Paragraphs>26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user</cp:lastModifiedBy>
  <cp:revision>21</cp:revision>
  <dcterms:created xsi:type="dcterms:W3CDTF">2017-06-26T12:28:01Z</dcterms:created>
  <dcterms:modified xsi:type="dcterms:W3CDTF">2017-08-18T15:25:41Z</dcterms:modified>
</cp:coreProperties>
</file>