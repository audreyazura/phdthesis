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5653088" cy="694848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-2562" y="-108"/>
      </p:cViewPr>
      <p:guideLst>
        <p:guide orient="horz" pos="2189"/>
        <p:guide pos="17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23982" y="2158541"/>
            <a:ext cx="4805126" cy="148942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47965" y="3937481"/>
            <a:ext cx="3957162" cy="177572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6886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4576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46555" y="4465052"/>
            <a:ext cx="4805126" cy="138004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46555" y="2945071"/>
            <a:ext cx="4805126" cy="1519981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484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66846" y="1642230"/>
            <a:ext cx="1455474" cy="46468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716539" y="1642230"/>
            <a:ext cx="1455473" cy="46468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7726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82655" y="278267"/>
            <a:ext cx="5087780" cy="115808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82656" y="1555368"/>
            <a:ext cx="2497763" cy="6482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82656" y="2203577"/>
            <a:ext cx="2497763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871693" y="1555368"/>
            <a:ext cx="2498742" cy="6482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871693" y="2203577"/>
            <a:ext cx="2498742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9718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929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327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82656" y="276658"/>
            <a:ext cx="1859827" cy="117738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210202" y="276653"/>
            <a:ext cx="3160233" cy="593034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82656" y="1454041"/>
            <a:ext cx="1859827" cy="47529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34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08046" y="4863942"/>
            <a:ext cx="3391853" cy="57421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08046" y="620865"/>
            <a:ext cx="3391853" cy="416909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08046" y="5438157"/>
            <a:ext cx="3391853" cy="81548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979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7174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421211" y="281479"/>
            <a:ext cx="750801" cy="600754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66847" y="281479"/>
            <a:ext cx="2160147" cy="600754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8873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82655" y="278267"/>
            <a:ext cx="5087780" cy="11580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82655" y="1621319"/>
            <a:ext cx="5087780" cy="45856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82656" y="6440224"/>
            <a:ext cx="1319055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6ED350-09DA-47B2-96B1-414F1C332C84}" type="datetimeFigureOut">
              <a:rPr lang="fr-FR" smtClean="0"/>
              <a:t>20/07/2017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931473" y="6440224"/>
            <a:ext cx="1790145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051381" y="6440224"/>
            <a:ext cx="1319055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3578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e 74"/>
          <p:cNvGrpSpPr/>
          <p:nvPr/>
        </p:nvGrpSpPr>
        <p:grpSpPr>
          <a:xfrm>
            <a:off x="-36025" y="-129600"/>
            <a:ext cx="3844095" cy="7077075"/>
            <a:chOff x="-115200" y="-129600"/>
            <a:chExt cx="3844095" cy="7077075"/>
          </a:xfrm>
        </p:grpSpPr>
        <p:pic>
          <p:nvPicPr>
            <p:cNvPr id="76" name="Picture 5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312"/>
            <a:stretch/>
          </p:blipFill>
          <p:spPr bwMode="auto">
            <a:xfrm>
              <a:off x="-115200" y="-129600"/>
              <a:ext cx="3844095" cy="70770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7" name="Rectangle 76"/>
            <p:cNvSpPr/>
            <p:nvPr/>
          </p:nvSpPr>
          <p:spPr>
            <a:xfrm>
              <a:off x="211592" y="233884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308792" y="1702800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" name="Rectangle 3"/>
          <p:cNvSpPr/>
          <p:nvPr/>
        </p:nvSpPr>
        <p:spPr>
          <a:xfrm>
            <a:off x="2745421" y="75600"/>
            <a:ext cx="1023859" cy="281538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71" name="Groupe 70"/>
          <p:cNvGrpSpPr/>
          <p:nvPr/>
        </p:nvGrpSpPr>
        <p:grpSpPr>
          <a:xfrm>
            <a:off x="3815490" y="-126000"/>
            <a:ext cx="1837117" cy="7074000"/>
            <a:chOff x="3779912" y="-126000"/>
            <a:chExt cx="1837117" cy="7074000"/>
          </a:xfrm>
        </p:grpSpPr>
        <p:pic>
          <p:nvPicPr>
            <p:cNvPr id="72" name="Picture 15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704" r="12767" b="20137"/>
            <a:stretch/>
          </p:blipFill>
          <p:spPr bwMode="auto">
            <a:xfrm>
              <a:off x="3779912" y="2156457"/>
              <a:ext cx="1837117" cy="21183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" name="Picture 9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35" r="12764"/>
            <a:stretch/>
          </p:blipFill>
          <p:spPr bwMode="auto">
            <a:xfrm>
              <a:off x="3780727" y="4274820"/>
              <a:ext cx="1836302" cy="2673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4" name="Picture 16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2772" b="19074"/>
            <a:stretch/>
          </p:blipFill>
          <p:spPr bwMode="auto">
            <a:xfrm>
              <a:off x="3780000" y="-126000"/>
              <a:ext cx="1837029" cy="2246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9" name="ZoneTexte 78"/>
          <p:cNvSpPr txBox="1"/>
          <p:nvPr/>
        </p:nvSpPr>
        <p:spPr>
          <a:xfrm>
            <a:off x="-90000" y="-126156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ZoneTexte 79"/>
          <p:cNvSpPr txBox="1"/>
          <p:nvPr/>
        </p:nvSpPr>
        <p:spPr>
          <a:xfrm>
            <a:off x="684055" y="255950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s-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81" name="ZoneTexte 80"/>
          <p:cNvSpPr txBox="1"/>
          <p:nvPr/>
        </p:nvSpPr>
        <p:spPr>
          <a:xfrm>
            <a:off x="3812724" y="-126156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ZoneTexte 81"/>
          <p:cNvSpPr txBox="1"/>
          <p:nvPr/>
        </p:nvSpPr>
        <p:spPr>
          <a:xfrm>
            <a:off x="684055" y="5800566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s+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4" name="CustomShape 2"/>
          <p:cNvSpPr/>
          <p:nvPr/>
        </p:nvSpPr>
        <p:spPr>
          <a:xfrm>
            <a:off x="1350160" y="2309241"/>
            <a:ext cx="757487" cy="58893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15" name="ZoneTexte 14"/>
          <p:cNvSpPr txBox="1"/>
          <p:nvPr/>
        </p:nvSpPr>
        <p:spPr>
          <a:xfrm>
            <a:off x="896190" y="252884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(4)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6" name="CustomShape 2"/>
          <p:cNvSpPr/>
          <p:nvPr/>
        </p:nvSpPr>
        <p:spPr>
          <a:xfrm>
            <a:off x="2107647" y="1350819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18" name="CustomShape 2"/>
          <p:cNvSpPr/>
          <p:nvPr/>
        </p:nvSpPr>
        <p:spPr>
          <a:xfrm>
            <a:off x="2035639" y="2946013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21" name="CustomShape 2"/>
          <p:cNvSpPr/>
          <p:nvPr/>
        </p:nvSpPr>
        <p:spPr>
          <a:xfrm>
            <a:off x="1422168" y="-211115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2" name="Rectangle 1"/>
          <p:cNvSpPr/>
          <p:nvPr/>
        </p:nvSpPr>
        <p:spPr>
          <a:xfrm>
            <a:off x="1350160" y="-270000"/>
            <a:ext cx="792088" cy="306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ZoneTexte 22"/>
          <p:cNvSpPr txBox="1"/>
          <p:nvPr/>
        </p:nvSpPr>
        <p:spPr>
          <a:xfrm>
            <a:off x="990120" y="85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(6)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24" name="CustomShape 2"/>
          <p:cNvSpPr/>
          <p:nvPr/>
        </p:nvSpPr>
        <p:spPr>
          <a:xfrm>
            <a:off x="2070240" y="4519171"/>
            <a:ext cx="538657" cy="539249"/>
          </a:xfrm>
          <a:prstGeom prst="ellipse">
            <a:avLst/>
          </a:prstGeom>
          <a:noFill/>
          <a:ln w="19080">
            <a:solidFill>
              <a:srgbClr val="FF0000"/>
            </a:solidFill>
            <a:prstDash val="dash"/>
            <a:round/>
          </a:ln>
        </p:spPr>
      </p:sp>
      <p:sp>
        <p:nvSpPr>
          <p:cNvPr id="25" name="ZoneTexte 24"/>
          <p:cNvSpPr txBox="1"/>
          <p:nvPr/>
        </p:nvSpPr>
        <p:spPr>
          <a:xfrm>
            <a:off x="1566184" y="45543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(3)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772000" y="2528848"/>
            <a:ext cx="1000800" cy="61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/>
          <p:cNvSpPr txBox="1"/>
          <p:nvPr/>
        </p:nvSpPr>
        <p:spPr>
          <a:xfrm>
            <a:off x="2646304" y="153002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(2)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873289" y="2934252"/>
            <a:ext cx="899511" cy="61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/>
          <p:cNvSpPr txBox="1"/>
          <p:nvPr/>
        </p:nvSpPr>
        <p:spPr>
          <a:xfrm>
            <a:off x="2745421" y="28423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Symbol" panose="05050102010706020507" pitchFamily="18" charset="2"/>
              </a:rPr>
              <a:t>(1)</a:t>
            </a:r>
            <a:endParaRPr lang="fr-FR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cxnSp>
        <p:nvCxnSpPr>
          <p:cNvPr id="5" name="Connecteur droit 4"/>
          <p:cNvCxnSpPr/>
          <p:nvPr/>
        </p:nvCxnSpPr>
        <p:spPr>
          <a:xfrm>
            <a:off x="2826544" y="3211200"/>
            <a:ext cx="9612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13104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24</Words>
  <Application>Microsoft Office PowerPoint</Application>
  <PresentationFormat>Personnalisé</PresentationFormat>
  <Paragraphs>9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user</cp:lastModifiedBy>
  <cp:revision>15</cp:revision>
  <dcterms:created xsi:type="dcterms:W3CDTF">2017-06-26T12:28:01Z</dcterms:created>
  <dcterms:modified xsi:type="dcterms:W3CDTF">2017-07-20T01:22:32Z</dcterms:modified>
</cp:coreProperties>
</file>