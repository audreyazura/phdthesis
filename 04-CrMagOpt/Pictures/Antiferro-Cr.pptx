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5653088" cy="6948488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66" d="100"/>
          <a:sy n="66" d="100"/>
        </p:scale>
        <p:origin x="-2580" y="-534"/>
      </p:cViewPr>
      <p:guideLst>
        <p:guide orient="horz" pos="2189"/>
        <p:guide pos="17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23982" y="2158541"/>
            <a:ext cx="4805126" cy="1489421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847965" y="3937481"/>
            <a:ext cx="3957162" cy="177572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6886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4576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46555" y="4465052"/>
            <a:ext cx="4805126" cy="138004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46555" y="2945071"/>
            <a:ext cx="4805126" cy="1519981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484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66846" y="1642230"/>
            <a:ext cx="1455474" cy="464680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716539" y="1642230"/>
            <a:ext cx="1455473" cy="464680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7726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82655" y="278267"/>
            <a:ext cx="5087780" cy="1158081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82656" y="1555368"/>
            <a:ext cx="2497763" cy="64820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82656" y="2203577"/>
            <a:ext cx="2497763" cy="400342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2871693" y="1555368"/>
            <a:ext cx="2498742" cy="64820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2871693" y="2203577"/>
            <a:ext cx="2498742" cy="400342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9718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929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3270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82656" y="276658"/>
            <a:ext cx="1859827" cy="117738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210202" y="276653"/>
            <a:ext cx="3160233" cy="593034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82656" y="1454041"/>
            <a:ext cx="1859827" cy="475295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734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08046" y="4863942"/>
            <a:ext cx="3391853" cy="57421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108046" y="620865"/>
            <a:ext cx="3391853" cy="416909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108046" y="5438157"/>
            <a:ext cx="3391853" cy="81548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9798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7174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2421211" y="281479"/>
            <a:ext cx="750801" cy="6007546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66847" y="281479"/>
            <a:ext cx="2160147" cy="6007546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ED350-09DA-47B2-96B1-414F1C332C84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8873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282655" y="278267"/>
            <a:ext cx="5087780" cy="11580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82655" y="1621319"/>
            <a:ext cx="5087780" cy="45856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82656" y="6440224"/>
            <a:ext cx="1319055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6ED350-09DA-47B2-96B1-414F1C332C84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931473" y="6440224"/>
            <a:ext cx="1790145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051381" y="6440224"/>
            <a:ext cx="1319055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2EF8AA-8491-4CA1-A017-AF6C6837F99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3578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e 70"/>
          <p:cNvGrpSpPr/>
          <p:nvPr/>
        </p:nvGrpSpPr>
        <p:grpSpPr>
          <a:xfrm>
            <a:off x="3779706" y="-126000"/>
            <a:ext cx="1837117" cy="7074000"/>
            <a:chOff x="3779912" y="-126000"/>
            <a:chExt cx="1837117" cy="7074000"/>
          </a:xfrm>
        </p:grpSpPr>
        <p:pic>
          <p:nvPicPr>
            <p:cNvPr id="72" name="Picture 15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704" r="12767" b="20137"/>
            <a:stretch/>
          </p:blipFill>
          <p:spPr bwMode="auto">
            <a:xfrm>
              <a:off x="3779912" y="2156457"/>
              <a:ext cx="1837117" cy="21183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3" name="Picture 9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935" r="12764"/>
            <a:stretch/>
          </p:blipFill>
          <p:spPr bwMode="auto">
            <a:xfrm>
              <a:off x="3780727" y="4274820"/>
              <a:ext cx="1836302" cy="26731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4" name="Picture 16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2772" b="19074"/>
            <a:stretch/>
          </p:blipFill>
          <p:spPr bwMode="auto">
            <a:xfrm>
              <a:off x="3780000" y="-126000"/>
              <a:ext cx="1837029" cy="22466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75" name="Groupe 74"/>
          <p:cNvGrpSpPr/>
          <p:nvPr/>
        </p:nvGrpSpPr>
        <p:grpSpPr>
          <a:xfrm>
            <a:off x="-71809" y="-129600"/>
            <a:ext cx="3844095" cy="7077075"/>
            <a:chOff x="-115200" y="-129600"/>
            <a:chExt cx="3844095" cy="7077075"/>
          </a:xfrm>
        </p:grpSpPr>
        <p:pic>
          <p:nvPicPr>
            <p:cNvPr id="76" name="Picture 5"/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312"/>
            <a:stretch/>
          </p:blipFill>
          <p:spPr bwMode="auto">
            <a:xfrm>
              <a:off x="-115200" y="-129600"/>
              <a:ext cx="3844095" cy="70770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7" name="Rectangle 76"/>
            <p:cNvSpPr/>
            <p:nvPr/>
          </p:nvSpPr>
          <p:spPr>
            <a:xfrm>
              <a:off x="211592" y="233884"/>
              <a:ext cx="72008" cy="1440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308792" y="1702800"/>
              <a:ext cx="72008" cy="1440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79" name="ZoneTexte 78"/>
          <p:cNvSpPr txBox="1"/>
          <p:nvPr/>
        </p:nvSpPr>
        <p:spPr>
          <a:xfrm>
            <a:off x="-71809" y="-126156"/>
            <a:ext cx="4235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ZoneTexte 79"/>
          <p:cNvSpPr txBox="1"/>
          <p:nvPr/>
        </p:nvSpPr>
        <p:spPr>
          <a:xfrm>
            <a:off x="648271" y="58510"/>
            <a:ext cx="62869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0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s-</a:t>
            </a:r>
            <a:endParaRPr lang="fr-FR" sz="3000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81" name="ZoneTexte 80"/>
          <p:cNvSpPr txBox="1"/>
          <p:nvPr/>
        </p:nvSpPr>
        <p:spPr>
          <a:xfrm>
            <a:off x="3825558" y="-126156"/>
            <a:ext cx="4411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ZoneTexte 81"/>
          <p:cNvSpPr txBox="1"/>
          <p:nvPr/>
        </p:nvSpPr>
        <p:spPr>
          <a:xfrm>
            <a:off x="648271" y="5800566"/>
            <a:ext cx="62869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0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s+</a:t>
            </a:r>
            <a:endParaRPr lang="fr-FR" sz="3000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85013104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7</Words>
  <Application>Microsoft Office PowerPoint</Application>
  <PresentationFormat>Personnalisé</PresentationFormat>
  <Paragraphs>4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5</cp:revision>
  <dcterms:created xsi:type="dcterms:W3CDTF">2017-06-26T12:28:01Z</dcterms:created>
  <dcterms:modified xsi:type="dcterms:W3CDTF">2017-06-26T13:37:20Z</dcterms:modified>
</cp:coreProperties>
</file>