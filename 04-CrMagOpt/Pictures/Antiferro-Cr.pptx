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653088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412" y="-330"/>
      </p:cViewPr>
      <p:guideLst>
        <p:guide orient="horz" pos="2189"/>
        <p:guide pos="17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23982" y="2158541"/>
            <a:ext cx="4805126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47965" y="3937481"/>
            <a:ext cx="3957162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88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57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555" y="4465052"/>
            <a:ext cx="4805126" cy="138004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46555" y="2945071"/>
            <a:ext cx="4805126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48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66846" y="1642230"/>
            <a:ext cx="1455474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16539" y="1642230"/>
            <a:ext cx="1455473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726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6" y="1555368"/>
            <a:ext cx="2497763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82656" y="2203577"/>
            <a:ext cx="2497763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871693" y="1555368"/>
            <a:ext cx="2498742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871693" y="2203577"/>
            <a:ext cx="2498742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29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27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6" y="276658"/>
            <a:ext cx="1859827" cy="11773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10202" y="276653"/>
            <a:ext cx="3160233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82656" y="1454041"/>
            <a:ext cx="1859827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3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8046" y="4863942"/>
            <a:ext cx="3391853" cy="57421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08046" y="620865"/>
            <a:ext cx="3391853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08046" y="5438157"/>
            <a:ext cx="3391853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79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17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421211" y="281479"/>
            <a:ext cx="750801" cy="60075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66847" y="281479"/>
            <a:ext cx="2160147" cy="60075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8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5" y="1621319"/>
            <a:ext cx="5087780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82656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ED350-09DA-47B2-96B1-414F1C332C84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931473" y="6440224"/>
            <a:ext cx="179014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051381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57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e 70"/>
          <p:cNvGrpSpPr/>
          <p:nvPr/>
        </p:nvGrpSpPr>
        <p:grpSpPr>
          <a:xfrm>
            <a:off x="3779706" y="-126000"/>
            <a:ext cx="1837117" cy="7074000"/>
            <a:chOff x="3779912" y="-126000"/>
            <a:chExt cx="1837117" cy="7074000"/>
          </a:xfrm>
        </p:grpSpPr>
        <p:pic>
          <p:nvPicPr>
            <p:cNvPr id="72" name="Picture 15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704" r="12767" b="20137"/>
            <a:stretch/>
          </p:blipFill>
          <p:spPr bwMode="auto">
            <a:xfrm>
              <a:off x="3779912" y="2156457"/>
              <a:ext cx="1837117" cy="21183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" name="Picture 9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5" r="12764"/>
            <a:stretch/>
          </p:blipFill>
          <p:spPr bwMode="auto">
            <a:xfrm>
              <a:off x="3780727" y="4274820"/>
              <a:ext cx="1836302" cy="267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4" name="Picture 16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772" b="19074"/>
            <a:stretch/>
          </p:blipFill>
          <p:spPr bwMode="auto">
            <a:xfrm>
              <a:off x="3780000" y="-126000"/>
              <a:ext cx="1837029" cy="2246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75" name="Groupe 74"/>
          <p:cNvGrpSpPr/>
          <p:nvPr/>
        </p:nvGrpSpPr>
        <p:grpSpPr>
          <a:xfrm>
            <a:off x="-71809" y="-129600"/>
            <a:ext cx="3844095" cy="7077075"/>
            <a:chOff x="-115200" y="-129600"/>
            <a:chExt cx="3844095" cy="7077075"/>
          </a:xfrm>
        </p:grpSpPr>
        <p:pic>
          <p:nvPicPr>
            <p:cNvPr id="76" name="Picture 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12"/>
            <a:stretch/>
          </p:blipFill>
          <p:spPr bwMode="auto">
            <a:xfrm>
              <a:off x="-115200" y="-129600"/>
              <a:ext cx="3844095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Rectangle 76"/>
            <p:cNvSpPr/>
            <p:nvPr/>
          </p:nvSpPr>
          <p:spPr>
            <a:xfrm>
              <a:off x="211592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308792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79" name="ZoneTexte 78"/>
          <p:cNvSpPr txBox="1"/>
          <p:nvPr/>
        </p:nvSpPr>
        <p:spPr>
          <a:xfrm>
            <a:off x="-71809" y="-126156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ZoneTexte 79"/>
          <p:cNvSpPr txBox="1"/>
          <p:nvPr/>
        </p:nvSpPr>
        <p:spPr>
          <a:xfrm>
            <a:off x="648271" y="25595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81" name="ZoneTexte 80"/>
          <p:cNvSpPr txBox="1"/>
          <p:nvPr/>
        </p:nvSpPr>
        <p:spPr>
          <a:xfrm>
            <a:off x="3825558" y="-126156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648271" y="580056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" name="CustomShape 2"/>
          <p:cNvSpPr/>
          <p:nvPr/>
        </p:nvSpPr>
        <p:spPr>
          <a:xfrm>
            <a:off x="1314376" y="2309241"/>
            <a:ext cx="757487" cy="58893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5" name="ZoneTexte 14"/>
          <p:cNvSpPr txBox="1"/>
          <p:nvPr/>
        </p:nvSpPr>
        <p:spPr>
          <a:xfrm>
            <a:off x="860406" y="25288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(4)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6" name="CustomShape 2"/>
          <p:cNvSpPr/>
          <p:nvPr/>
        </p:nvSpPr>
        <p:spPr>
          <a:xfrm>
            <a:off x="2071863" y="1350819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7" name="ZoneTexte 16"/>
          <p:cNvSpPr txBox="1"/>
          <p:nvPr/>
        </p:nvSpPr>
        <p:spPr>
          <a:xfrm>
            <a:off x="2610520" y="153002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(2)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8" name="CustomShape 2"/>
          <p:cNvSpPr/>
          <p:nvPr/>
        </p:nvSpPr>
        <p:spPr>
          <a:xfrm>
            <a:off x="1999855" y="2946013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9" name="ZoneTexte 18"/>
          <p:cNvSpPr txBox="1"/>
          <p:nvPr/>
        </p:nvSpPr>
        <p:spPr>
          <a:xfrm>
            <a:off x="2709637" y="28423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(1)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21" name="CustomShape 2"/>
          <p:cNvSpPr/>
          <p:nvPr/>
        </p:nvSpPr>
        <p:spPr>
          <a:xfrm>
            <a:off x="1386384" y="-211115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2" name="Rectangle 1"/>
          <p:cNvSpPr/>
          <p:nvPr/>
        </p:nvSpPr>
        <p:spPr>
          <a:xfrm>
            <a:off x="1314376" y="-270000"/>
            <a:ext cx="792088" cy="30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/>
          <p:cNvSpPr txBox="1"/>
          <p:nvPr/>
        </p:nvSpPr>
        <p:spPr>
          <a:xfrm>
            <a:off x="954336" y="85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(6)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501310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19</Words>
  <Application>Microsoft Office PowerPoint</Application>
  <PresentationFormat>Personnalisé</PresentationFormat>
  <Paragraphs>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8</cp:revision>
  <dcterms:created xsi:type="dcterms:W3CDTF">2017-06-26T12:28:01Z</dcterms:created>
  <dcterms:modified xsi:type="dcterms:W3CDTF">2017-06-27T15:19:47Z</dcterms:modified>
</cp:coreProperties>
</file>