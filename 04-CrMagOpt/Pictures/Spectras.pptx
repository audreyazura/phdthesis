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media/image6.png" ContentType="image/png"/>
  <Override PartName="/ppt/media/image5.png" ContentType="image/png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</p:sldMasterIdLst>
  <p:notesMasterIdLst>
    <p:notesMasterId r:id="rId3"/>
  </p:notesMasterIdLst>
  <p:sldIdLst>
    <p:sldId id="256" r:id="rId4"/>
  </p:sldIdLst>
  <p:sldSz cx="12601575" cy="5040312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/>
          <a:p>
            <a:r>
              <a:rPr lang="en-US" sz="2000">
                <a:latin typeface="Arial"/>
              </a:rPr>
              <a:t>Click to edit the notes format</a:t>
            </a:r>
            <a:endParaRPr/>
          </a:p>
        </p:txBody>
      </p:sp>
      <p:sp>
        <p:nvSpPr>
          <p:cNvPr id="40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/>
          <a:p>
            <a:r>
              <a:rPr lang="en-US" sz="1400">
                <a:latin typeface="Times New Roman"/>
              </a:rPr>
              <a:t>&lt;header&gt;</a:t>
            </a:r>
            <a:endParaRPr/>
          </a:p>
        </p:txBody>
      </p:sp>
      <p:sp>
        <p:nvSpPr>
          <p:cNvPr id="41" name="PlaceHolder 3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/>
          <a:p>
            <a:pPr algn="r"/>
            <a:r>
              <a:rPr lang="en-US" sz="1400">
                <a:latin typeface="Times New Roman"/>
              </a:rPr>
              <a:t>&lt;date/time&gt;</a:t>
            </a:r>
            <a:endParaRPr/>
          </a:p>
        </p:txBody>
      </p:sp>
      <p:sp>
        <p:nvSpPr>
          <p:cNvPr id="42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/>
          <a:p>
            <a:r>
              <a:rPr lang="en-US" sz="1400">
                <a:latin typeface="Times New Roman"/>
              </a:rPr>
              <a:t>&lt;footer&gt;</a:t>
            </a:r>
            <a:endParaRPr/>
          </a:p>
        </p:txBody>
      </p:sp>
      <p:sp>
        <p:nvSpPr>
          <p:cNvPr id="43" name="PlaceHolder 5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/>
          <a:p>
            <a:pPr algn="r"/>
            <a:fld id="{27888533-D571-4392-A919-FA71462E7124}" type="slidenum">
              <a:rPr lang="en-US" sz="1400">
                <a:latin typeface="Times New Roman"/>
              </a:rPr>
              <a:t>&lt;number&gt;</a:t>
            </a:fld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p>
            <a:endParaRPr/>
          </a:p>
        </p:txBody>
      </p:sp>
      <p:sp>
        <p:nvSpPr>
          <p:cNvPr id="53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</p:spPr>
        <p:txBody>
          <a:bodyPr anchor="b"/>
          <a:p>
            <a:pPr algn="r">
              <a:lnSpc>
                <a:spcPct val="100000"/>
              </a:lnSpc>
            </a:pPr>
            <a:fld id="{05A78851-5CB0-454A-A710-24D989809418}" type="slidenum">
              <a:rPr lang="en-US" sz="1200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/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45000" y="1565640"/>
            <a:ext cx="10711080" cy="10803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30000" y="1179360"/>
            <a:ext cx="11340720" cy="29232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45000" y="1565640"/>
            <a:ext cx="10711080" cy="10803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30000" y="1179360"/>
            <a:ext cx="11340720" cy="2922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45000" y="1565640"/>
            <a:ext cx="10711080" cy="10803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30000" y="1179360"/>
            <a:ext cx="5533920" cy="2922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441120" y="1179360"/>
            <a:ext cx="5533920" cy="2922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45000" y="1565640"/>
            <a:ext cx="10711080" cy="10803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45000" y="1565640"/>
            <a:ext cx="10711080" cy="50079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45000" y="1565640"/>
            <a:ext cx="10711080" cy="10803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30000" y="1179360"/>
            <a:ext cx="5533920" cy="1393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30000" y="2706120"/>
            <a:ext cx="5533920" cy="1393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441120" y="1179360"/>
            <a:ext cx="5533920" cy="2922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45000" y="1565640"/>
            <a:ext cx="10711080" cy="10803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30000" y="1179360"/>
            <a:ext cx="5533920" cy="2922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441120" y="1179360"/>
            <a:ext cx="5533920" cy="1393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441120" y="2706120"/>
            <a:ext cx="5533920" cy="1393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45000" y="1565640"/>
            <a:ext cx="10711080" cy="10803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30000" y="1179360"/>
            <a:ext cx="5533920" cy="1393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441120" y="1179360"/>
            <a:ext cx="5533920" cy="1393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30000" y="2706120"/>
            <a:ext cx="11340720" cy="1393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45000" y="1565640"/>
            <a:ext cx="10711080" cy="10803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30000" y="1179360"/>
            <a:ext cx="11340720" cy="1393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30000" y="2706120"/>
            <a:ext cx="11340720" cy="1393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45000" y="1565640"/>
            <a:ext cx="10711080" cy="10803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30000" y="1179360"/>
            <a:ext cx="5533920" cy="1393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441120" y="1179360"/>
            <a:ext cx="5533920" cy="1393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441120" y="2706120"/>
            <a:ext cx="5533920" cy="1393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30000" y="2706120"/>
            <a:ext cx="5533920" cy="1393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45000" y="1565640"/>
            <a:ext cx="10711080" cy="10803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30000" y="1179360"/>
            <a:ext cx="11340720" cy="2922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30000" y="1179360"/>
            <a:ext cx="11340720" cy="2922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37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4468680" y="1179000"/>
            <a:ext cx="3663360" cy="292284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4468680" y="1179000"/>
            <a:ext cx="3663360" cy="29228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45000" y="1565640"/>
            <a:ext cx="10711080" cy="1080000"/>
          </a:xfrm>
          <a:prstGeom prst="rect">
            <a:avLst/>
          </a:prstGeom>
        </p:spPr>
        <p:txBody>
          <a:bodyPr anchor="ctr"/>
          <a:p>
            <a:pPr algn="ctr">
              <a:lnSpc>
                <a:spcPct val="100000"/>
              </a:lnSpc>
            </a:pPr>
            <a:r>
              <a:rPr lang="fr-FR" sz="4400">
                <a:solidFill>
                  <a:srgbClr val="000000"/>
                </a:solidFill>
                <a:latin typeface="Calibri"/>
              </a:rPr>
              <a:t>Click to edit the title text formatModifiez le style du titre</a:t>
            </a:r>
            <a:endParaRPr/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630000" y="4671720"/>
            <a:ext cx="2940120" cy="26784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8b8b"/>
                </a:solidFill>
                <a:latin typeface="Calibri"/>
              </a:rPr>
              <a:t>4/6/17</a:t>
            </a:r>
            <a:endParaRPr/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305600" y="4671720"/>
            <a:ext cx="3990240" cy="267840"/>
          </a:xfrm>
          <a:prstGeom prst="rect">
            <a:avLst/>
          </a:prstGeom>
        </p:spPr>
        <p:txBody>
          <a:bodyPr anchor="ctr"/>
          <a:p>
            <a:endParaRPr/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9030960" y="4671720"/>
            <a:ext cx="2940120" cy="26784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B3B08E3E-F971-424F-A0AA-53F37356F6EF}" type="slidenum">
              <a:rPr lang="en-US" sz="1200">
                <a:solidFill>
                  <a:srgbClr val="8b8b8b"/>
                </a:solidFill>
                <a:latin typeface="Calibri"/>
              </a:rPr>
              <a:t>&lt;number&gt;</a:t>
            </a:fld>
            <a:endParaRPr/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30000" y="1179360"/>
            <a:ext cx="11340720" cy="292284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fr-FR" sz="3200">
                <a:latin typeface="Calibri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fr-FR" sz="2400">
                <a:latin typeface="Calibri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fr-FR" sz="2000">
                <a:latin typeface="Calibri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2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1332360" y="277200"/>
            <a:ext cx="4086000" cy="4692240"/>
          </a:xfrm>
          <a:prstGeom prst="rect">
            <a:avLst/>
          </a:prstGeom>
          <a:ln>
            <a:noFill/>
          </a:ln>
        </p:spPr>
      </p:pic>
      <p:pic>
        <p:nvPicPr>
          <p:cNvPr id="45" name="Picture 13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8407080" y="275760"/>
            <a:ext cx="4086000" cy="4692240"/>
          </a:xfrm>
          <a:prstGeom prst="rect">
            <a:avLst/>
          </a:prstGeom>
          <a:ln>
            <a:noFill/>
          </a:ln>
        </p:spPr>
      </p:pic>
      <p:pic>
        <p:nvPicPr>
          <p:cNvPr id="46" name="Picture 12" descr=""/>
          <p:cNvPicPr/>
          <p:nvPr/>
        </p:nvPicPr>
        <p:blipFill>
          <a:blip r:embed="rId3"/>
          <a:srcRect l="7928" t="0" r="0" b="0"/>
          <a:stretch>
            <a:fillRect/>
          </a:stretch>
        </p:blipFill>
        <p:spPr>
          <a:xfrm>
            <a:off x="5202720" y="275760"/>
            <a:ext cx="3762000" cy="4692240"/>
          </a:xfrm>
          <a:prstGeom prst="rect">
            <a:avLst/>
          </a:prstGeom>
          <a:ln>
            <a:noFill/>
          </a:ln>
        </p:spPr>
      </p:pic>
      <p:pic>
        <p:nvPicPr>
          <p:cNvPr id="47" name="Picture 8" descr=""/>
          <p:cNvPicPr/>
          <p:nvPr/>
        </p:nvPicPr>
        <p:blipFill>
          <a:blip r:embed="rId4"/>
          <a:srcRect l="0" t="-528" r="8250" b="0"/>
          <a:stretch>
            <a:fillRect/>
          </a:stretch>
        </p:blipFill>
        <p:spPr>
          <a:xfrm>
            <a:off x="54360" y="345240"/>
            <a:ext cx="2902320" cy="1508040"/>
          </a:xfrm>
          <a:prstGeom prst="rect">
            <a:avLst/>
          </a:prstGeom>
          <a:ln>
            <a:noFill/>
          </a:ln>
        </p:spPr>
      </p:pic>
      <p:sp>
        <p:nvSpPr>
          <p:cNvPr id="48" name="CustomShape 1"/>
          <p:cNvSpPr/>
          <p:nvPr/>
        </p:nvSpPr>
        <p:spPr>
          <a:xfrm>
            <a:off x="2032560" y="-29880"/>
            <a:ext cx="520920" cy="4561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(a)</a:t>
            </a:r>
            <a:endParaRPr/>
          </a:p>
        </p:txBody>
      </p:sp>
      <p:sp>
        <p:nvSpPr>
          <p:cNvPr id="49" name="CustomShape 2"/>
          <p:cNvSpPr/>
          <p:nvPr/>
        </p:nvSpPr>
        <p:spPr>
          <a:xfrm>
            <a:off x="5439240" y="-29880"/>
            <a:ext cx="537840" cy="4561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(b)</a:t>
            </a:r>
            <a:endParaRPr/>
          </a:p>
        </p:txBody>
      </p:sp>
      <p:sp>
        <p:nvSpPr>
          <p:cNvPr id="50" name="CustomShape 3"/>
          <p:cNvSpPr/>
          <p:nvPr/>
        </p:nvSpPr>
        <p:spPr>
          <a:xfrm>
            <a:off x="9017280" y="-28800"/>
            <a:ext cx="520920" cy="4561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(c)</a:t>
            </a:r>
            <a:endParaRPr/>
          </a:p>
        </p:txBody>
      </p:sp>
      <p:sp>
        <p:nvSpPr>
          <p:cNvPr id="51" name="CustomShape 4"/>
          <p:cNvSpPr/>
          <p:nvPr/>
        </p:nvSpPr>
        <p:spPr>
          <a:xfrm>
            <a:off x="5094720" y="1099440"/>
            <a:ext cx="215640" cy="256356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round/>
          </a:ln>
        </p:spPr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