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notesMasterIdLst>
    <p:notesMasterId r:id="rId3"/>
  </p:notesMasterIdLst>
  <p:sldIdLst>
    <p:sldId id="256" r:id="rId4"/>
  </p:sldIdLst>
  <p:sldSz cx="12601575" cy="5040312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rIns="0" tIns="0" bIns="0"/>
          <a:p>
            <a:r>
              <a:rPr lang="en-US" sz="2000">
                <a:latin typeface="Arial"/>
              </a:rPr>
              <a:t>Click to edit the notes format</a:t>
            </a:r>
            <a:endParaRPr/>
          </a:p>
        </p:txBody>
      </p:sp>
      <p:sp>
        <p:nvSpPr>
          <p:cNvPr id="40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r>
              <a:rPr lang="en-US" sz="1400">
                <a:latin typeface="Times New Roman"/>
              </a:rPr>
              <a:t>&lt;header&gt;</a:t>
            </a:r>
            <a:endParaRPr/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rIns="0" tIns="0" bIns="0"/>
          <a:p>
            <a:pPr algn="r"/>
            <a:r>
              <a:rPr lang="en-US" sz="1400">
                <a:latin typeface="Times New Roman"/>
              </a:rPr>
              <a:t>&lt;date/time&gt;</a:t>
            </a:r>
            <a:endParaRPr/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r>
              <a:rPr lang="en-US" sz="1400">
                <a:latin typeface="Times New Roman"/>
              </a:rPr>
              <a:t>&lt;footer&gt;</a:t>
            </a:r>
            <a:endParaRPr/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rIns="0" tIns="0" bIns="0" anchor="b"/>
          <a:p>
            <a:pPr algn="r"/>
            <a:fld id="{2D0C199A-ED1F-49C8-849D-C50E171224AC}" type="slidenum">
              <a:rPr lang="en-US" sz="1400">
                <a:latin typeface="Times New Roman"/>
              </a:rPr>
              <a:t>&lt;number&gt;</a:t>
            </a:fld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/>
          <a:p>
            <a:endParaRPr/>
          </a:p>
        </p:txBody>
      </p:sp>
      <p:sp>
        <p:nvSpPr>
          <p:cNvPr id="53" name="TextShape 2"/>
          <p:cNvSpPr txBox="1"/>
          <p:nvPr/>
        </p:nvSpPr>
        <p:spPr>
          <a:xfrm>
            <a:off x="3884760" y="8685360"/>
            <a:ext cx="2971440" cy="456840"/>
          </a:xfrm>
          <a:prstGeom prst="rect">
            <a:avLst/>
          </a:prstGeom>
        </p:spPr>
        <p:txBody>
          <a:bodyPr anchor="b"/>
          <a:p>
            <a:pPr algn="r">
              <a:lnSpc>
                <a:spcPct val="100000"/>
              </a:lnSpc>
            </a:pPr>
            <a:fld id="{76531E33-D128-4CB3-9BB0-36326B53F3C5}" type="slidenum">
              <a:rPr lang="en-US" sz="1200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/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30000" y="1179360"/>
            <a:ext cx="11340720" cy="29232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45000" y="1565640"/>
            <a:ext cx="10711080" cy="50079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30000" y="270612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441120" y="270612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30000" y="2706120"/>
            <a:ext cx="113407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30000" y="2706120"/>
            <a:ext cx="113407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441120" y="270612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30000" y="2706120"/>
            <a:ext cx="5533920" cy="139392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4468680" y="1179000"/>
            <a:ext cx="3663360" cy="292284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4468680" y="1179000"/>
            <a:ext cx="3663360" cy="292284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000"/>
          </a:xfrm>
          <a:prstGeom prst="rect">
            <a:avLst/>
          </a:prstGeom>
        </p:spPr>
        <p:txBody>
          <a:bodyPr anchor="ctr"/>
          <a:p>
            <a:pPr algn="ctr">
              <a:lnSpc>
                <a:spcPct val="100000"/>
              </a:lnSpc>
            </a:pPr>
            <a:r>
              <a:rPr lang="fr-FR" sz="44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630000" y="4671720"/>
            <a:ext cx="2940120" cy="267840"/>
          </a:xfrm>
          <a:prstGeom prst="rect">
            <a:avLst/>
          </a:prstGeom>
        </p:spPr>
        <p:txBody>
          <a:bodyPr anchor="ctr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8b8b"/>
                </a:solidFill>
                <a:latin typeface="Calibri"/>
              </a:rPr>
              <a:t>4/25/17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305600" y="4671720"/>
            <a:ext cx="3990240" cy="267840"/>
          </a:xfrm>
          <a:prstGeom prst="rect">
            <a:avLst/>
          </a:prstGeom>
        </p:spPr>
        <p:txBody>
          <a:bodyPr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9030960" y="4671720"/>
            <a:ext cx="2940120" cy="267840"/>
          </a:xfrm>
          <a:prstGeom prst="rect">
            <a:avLst/>
          </a:prstGeom>
        </p:spPr>
        <p:txBody>
          <a:bodyPr anchor="ctr"/>
          <a:p>
            <a:pPr algn="r">
              <a:lnSpc>
                <a:spcPct val="100000"/>
              </a:lnSpc>
            </a:pPr>
            <a:fld id="{BC9041FB-E3D0-4A3E-BB53-4E652A83BED2}" type="slidenum">
              <a:rPr lang="en-US" sz="12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32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4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20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7" descr=""/>
          <p:cNvPicPr/>
          <p:nvPr/>
        </p:nvPicPr>
        <p:blipFill>
          <a:blip r:embed="rId1"/>
          <a:srcRect l="7405" t="0" r="0" b="0"/>
          <a:stretch>
            <a:fillRect/>
          </a:stretch>
        </p:blipFill>
        <p:spPr>
          <a:xfrm>
            <a:off x="7938000" y="288000"/>
            <a:ext cx="4843080" cy="4692240"/>
          </a:xfrm>
          <a:prstGeom prst="rect">
            <a:avLst/>
          </a:prstGeom>
          <a:ln>
            <a:noFill/>
          </a:ln>
        </p:spPr>
      </p:pic>
      <p:pic>
        <p:nvPicPr>
          <p:cNvPr id="45" name="Picture 2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-81360" y="288000"/>
            <a:ext cx="4086000" cy="4692240"/>
          </a:xfrm>
          <a:prstGeom prst="rect">
            <a:avLst/>
          </a:prstGeom>
          <a:ln>
            <a:noFill/>
          </a:ln>
        </p:spPr>
      </p:pic>
      <p:pic>
        <p:nvPicPr>
          <p:cNvPr id="46" name="Picture 12" descr=""/>
          <p:cNvPicPr/>
          <p:nvPr/>
        </p:nvPicPr>
        <p:blipFill>
          <a:blip r:embed="rId3"/>
          <a:srcRect l="7928" t="0" r="0" b="0"/>
          <a:stretch>
            <a:fillRect/>
          </a:stretch>
        </p:blipFill>
        <p:spPr>
          <a:xfrm>
            <a:off x="3983040" y="288000"/>
            <a:ext cx="3762000" cy="4692240"/>
          </a:xfrm>
          <a:prstGeom prst="rect">
            <a:avLst/>
          </a:prstGeom>
          <a:ln>
            <a:noFill/>
          </a:ln>
        </p:spPr>
      </p:pic>
      <p:pic>
        <p:nvPicPr>
          <p:cNvPr id="47" name="Picture 8" descr=""/>
          <p:cNvPicPr/>
          <p:nvPr/>
        </p:nvPicPr>
        <p:blipFill>
          <a:blip r:embed="rId4"/>
          <a:srcRect l="0" t="-528" r="8250" b="0"/>
          <a:stretch>
            <a:fillRect/>
          </a:stretch>
        </p:blipFill>
        <p:spPr>
          <a:xfrm>
            <a:off x="7407720" y="360000"/>
            <a:ext cx="3357360" cy="1744560"/>
          </a:xfrm>
          <a:prstGeom prst="rect">
            <a:avLst/>
          </a:prstGeom>
          <a:ln>
            <a:noFill/>
          </a:ln>
        </p:spPr>
      </p:pic>
      <p:sp>
        <p:nvSpPr>
          <p:cNvPr id="48" name="CustomShape 1"/>
          <p:cNvSpPr/>
          <p:nvPr/>
        </p:nvSpPr>
        <p:spPr>
          <a:xfrm>
            <a:off x="425160" y="-2988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49" name="CustomShape 2"/>
          <p:cNvSpPr/>
          <p:nvPr/>
        </p:nvSpPr>
        <p:spPr>
          <a:xfrm>
            <a:off x="4219200" y="-2988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50" name="CustomShape 3"/>
          <p:cNvSpPr/>
          <p:nvPr/>
        </p:nvSpPr>
        <p:spPr>
          <a:xfrm>
            <a:off x="7797240" y="-2880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51" name="CustomShape 4"/>
          <p:cNvSpPr/>
          <p:nvPr/>
        </p:nvSpPr>
        <p:spPr>
          <a:xfrm>
            <a:off x="3875040" y="1099440"/>
            <a:ext cx="215640" cy="256356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