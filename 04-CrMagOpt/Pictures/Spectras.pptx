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601575" cy="504031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-1014" y="-930"/>
      </p:cViewPr>
      <p:guideLst>
        <p:guide orient="horz" pos="1587"/>
        <p:guide pos="39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2000">
                <a:latin typeface="Arial"/>
              </a:rPr>
              <a:t>Click to edit the notes format</a:t>
            </a:r>
            <a:endParaRPr/>
          </a:p>
        </p:txBody>
      </p:sp>
      <p:sp>
        <p:nvSpPr>
          <p:cNvPr id="40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1400">
                <a:latin typeface="Times New Roman"/>
              </a:rPr>
              <a:t>&lt;header&gt;</a:t>
            </a:r>
            <a:endParaRPr/>
          </a:p>
        </p:txBody>
      </p:sp>
      <p:sp>
        <p:nvSpPr>
          <p:cNvPr id="41" name="PlaceHolder 3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r>
              <a:rPr lang="en-US" sz="1400">
                <a:latin typeface="Times New Roman"/>
              </a:rPr>
              <a:t>&lt;date/time&gt;</a:t>
            </a:r>
            <a:endParaRPr/>
          </a:p>
        </p:txBody>
      </p:sp>
      <p:sp>
        <p:nvSpPr>
          <p:cNvPr id="42" name="PlaceHolder 4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 sz="1400">
                <a:latin typeface="Times New Roman"/>
              </a:rPr>
              <a:t>&lt;footer&gt;</a:t>
            </a:r>
            <a:endParaRPr/>
          </a:p>
        </p:txBody>
      </p:sp>
      <p:sp>
        <p:nvSpPr>
          <p:cNvPr id="43" name="PlaceHolder 5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/>
            <a:fld id="{2D0C199A-ED1F-49C8-849D-C50E171224AC}" type="slidenum">
              <a:rPr lang="en-US" sz="1400">
                <a:latin typeface="Times New Roman"/>
              </a:rPr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6297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TextShape 2"/>
          <p:cNvSpPr txBox="1"/>
          <p:nvPr/>
        </p:nvSpPr>
        <p:spPr>
          <a:xfrm>
            <a:off x="3884760" y="8685360"/>
            <a:ext cx="2971440" cy="456840"/>
          </a:xfrm>
          <a:prstGeom prst="rect">
            <a:avLst/>
          </a:prstGeom>
        </p:spPr>
        <p:txBody>
          <a:bodyPr anchor="b"/>
          <a:lstStyle/>
          <a:p>
            <a:pPr algn="r">
              <a:lnSpc>
                <a:spcPct val="100000"/>
              </a:lnSpc>
            </a:pPr>
            <a:fld id="{76531E33-D128-4CB3-9BB0-36326B53F3C5}" type="slidenum">
              <a:rPr lang="en-US" sz="1200">
                <a:solidFill>
                  <a:srgbClr val="000000"/>
                </a:solidFill>
                <a:latin typeface="+mn-lt"/>
                <a:ea typeface="+mn-ea"/>
              </a:rPr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30000" y="1179360"/>
            <a:ext cx="11340720" cy="29232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29228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29228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29228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45000" y="1565640"/>
            <a:ext cx="10711080" cy="50079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30000" y="270612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29228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29228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441120" y="270612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30000" y="2706120"/>
            <a:ext cx="113407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30000" y="2706120"/>
            <a:ext cx="113407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441120" y="117936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441120" y="270612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30000" y="2706120"/>
            <a:ext cx="5533920" cy="139392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36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29228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292284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pic>
        <p:nvPicPr>
          <p:cNvPr id="37" name="Image 36"/>
          <p:cNvPicPr/>
          <p:nvPr/>
        </p:nvPicPr>
        <p:blipFill>
          <a:blip r:embed="rId2"/>
          <a:stretch>
            <a:fillRect/>
          </a:stretch>
        </p:blipFill>
        <p:spPr>
          <a:xfrm>
            <a:off x="4468680" y="1179000"/>
            <a:ext cx="3663360" cy="2922840"/>
          </a:xfrm>
          <a:prstGeom prst="rect">
            <a:avLst/>
          </a:prstGeom>
          <a:ln>
            <a:noFill/>
          </a:ln>
        </p:spPr>
      </p:pic>
      <p:pic>
        <p:nvPicPr>
          <p:cNvPr id="38" name="Image 37"/>
          <p:cNvPicPr/>
          <p:nvPr/>
        </p:nvPicPr>
        <p:blipFill>
          <a:blip r:embed="rId2"/>
          <a:stretch>
            <a:fillRect/>
          </a:stretch>
        </p:blipFill>
        <p:spPr>
          <a:xfrm>
            <a:off x="4468680" y="1179000"/>
            <a:ext cx="3663360" cy="29228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45000" y="1565640"/>
            <a:ext cx="10711080" cy="1080000"/>
          </a:xfrm>
          <a:prstGeom prst="rect">
            <a:avLst/>
          </a:prstGeo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fr-FR" sz="44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dt"/>
          </p:nvPr>
        </p:nvSpPr>
        <p:spPr>
          <a:xfrm>
            <a:off x="630000" y="4671720"/>
            <a:ext cx="2940120" cy="26784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US" sz="1200">
                <a:solidFill>
                  <a:srgbClr val="8B8B8B"/>
                </a:solidFill>
                <a:latin typeface="Calibri"/>
              </a:rPr>
              <a:t>4/25/17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4305600" y="4671720"/>
            <a:ext cx="3990240" cy="267840"/>
          </a:xfrm>
          <a:prstGeom prst="rect">
            <a:avLst/>
          </a:prstGeom>
        </p:spPr>
        <p:txBody>
          <a:bodyPr anchor="ctr"/>
          <a:lstStyle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9030960" y="4671720"/>
            <a:ext cx="2940120" cy="267840"/>
          </a:xfrm>
          <a:prstGeom prst="rect">
            <a:avLst/>
          </a:prstGeom>
        </p:spPr>
        <p:txBody>
          <a:bodyPr anchor="ctr"/>
          <a:lstStyle/>
          <a:p>
            <a:pPr algn="r">
              <a:lnSpc>
                <a:spcPct val="100000"/>
              </a:lnSpc>
            </a:pPr>
            <a:fld id="{BC9041FB-E3D0-4A3E-BB53-4E652A83BED2}" type="slidenum">
              <a:rPr lang="en-US" sz="1200">
                <a:solidFill>
                  <a:srgbClr val="8B8B8B"/>
                </a:solidFill>
                <a:latin typeface="Calibri"/>
              </a:rPr>
              <a:t>‹N°›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30000" y="1179360"/>
            <a:ext cx="11340720" cy="2922840"/>
          </a:xfrm>
          <a:prstGeom prst="rect">
            <a:avLst/>
          </a:prstGeom>
        </p:spPr>
        <p:txBody>
          <a:bodyPr lIns="0" tIns="0" rIns="0" bIns="0"/>
          <a:lstStyle/>
          <a:p>
            <a:pPr>
              <a:buSzPct val="45000"/>
              <a:buFont typeface="StarSymbol"/>
              <a:buChar char=""/>
            </a:pPr>
            <a:r>
              <a:rPr lang="fr-FR" sz="32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fr-FR" sz="24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fr-FR" sz="2000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Seventh Outline Level</a:t>
            </a: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7"/>
          <p:cNvPicPr/>
          <p:nvPr/>
        </p:nvPicPr>
        <p:blipFill>
          <a:blip r:embed="rId3"/>
          <a:srcRect l="7405"/>
          <a:stretch>
            <a:fillRect/>
          </a:stretch>
        </p:blipFill>
        <p:spPr>
          <a:xfrm>
            <a:off x="7938000" y="288000"/>
            <a:ext cx="4843080" cy="4692240"/>
          </a:xfrm>
          <a:prstGeom prst="rect">
            <a:avLst/>
          </a:prstGeom>
          <a:ln>
            <a:noFill/>
          </a:ln>
        </p:spPr>
      </p:pic>
      <p:pic>
        <p:nvPicPr>
          <p:cNvPr id="45" name="Picture 2"/>
          <p:cNvPicPr/>
          <p:nvPr/>
        </p:nvPicPr>
        <p:blipFill>
          <a:blip r:embed="rId4"/>
          <a:stretch>
            <a:fillRect/>
          </a:stretch>
        </p:blipFill>
        <p:spPr>
          <a:xfrm>
            <a:off x="-81360" y="288000"/>
            <a:ext cx="4086000" cy="4692240"/>
          </a:xfrm>
          <a:prstGeom prst="rect">
            <a:avLst/>
          </a:prstGeom>
          <a:ln>
            <a:noFill/>
          </a:ln>
        </p:spPr>
      </p:pic>
      <p:pic>
        <p:nvPicPr>
          <p:cNvPr id="46" name="Picture 12"/>
          <p:cNvPicPr/>
          <p:nvPr/>
        </p:nvPicPr>
        <p:blipFill>
          <a:blip r:embed="rId5"/>
          <a:srcRect l="7928"/>
          <a:stretch>
            <a:fillRect/>
          </a:stretch>
        </p:blipFill>
        <p:spPr>
          <a:xfrm>
            <a:off x="3983040" y="288000"/>
            <a:ext cx="3762000" cy="4692240"/>
          </a:xfrm>
          <a:prstGeom prst="rect">
            <a:avLst/>
          </a:prstGeom>
          <a:ln>
            <a:noFill/>
          </a:ln>
        </p:spPr>
      </p:pic>
      <p:pic>
        <p:nvPicPr>
          <p:cNvPr id="47" name="Picture 8"/>
          <p:cNvPicPr/>
          <p:nvPr/>
        </p:nvPicPr>
        <p:blipFill rotWithShape="1">
          <a:blip r:embed="rId6"/>
          <a:srcRect t="5561" r="8250"/>
          <a:stretch/>
        </p:blipFill>
        <p:spPr>
          <a:xfrm>
            <a:off x="7407720" y="521224"/>
            <a:ext cx="3357360" cy="1638892"/>
          </a:xfrm>
          <a:prstGeom prst="rect">
            <a:avLst/>
          </a:prstGeom>
          <a:ln>
            <a:noFill/>
          </a:ln>
        </p:spPr>
      </p:pic>
      <p:sp>
        <p:nvSpPr>
          <p:cNvPr id="48" name="CustomShape 1"/>
          <p:cNvSpPr/>
          <p:nvPr/>
        </p:nvSpPr>
        <p:spPr>
          <a:xfrm>
            <a:off x="425160" y="-2988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49" name="CustomShape 2"/>
          <p:cNvSpPr/>
          <p:nvPr/>
        </p:nvSpPr>
        <p:spPr>
          <a:xfrm>
            <a:off x="4219200" y="-2988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50" name="CustomShape 3"/>
          <p:cNvSpPr/>
          <p:nvPr/>
        </p:nvSpPr>
        <p:spPr>
          <a:xfrm>
            <a:off x="7797240" y="-2880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(c)</a:t>
            </a:r>
            <a:endParaRPr/>
          </a:p>
        </p:txBody>
      </p:sp>
      <p:sp>
        <p:nvSpPr>
          <p:cNvPr id="51" name="CustomShape 4"/>
          <p:cNvSpPr/>
          <p:nvPr/>
        </p:nvSpPr>
        <p:spPr>
          <a:xfrm>
            <a:off x="3875040" y="1099440"/>
            <a:ext cx="215640" cy="256356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pic>
        <p:nvPicPr>
          <p:cNvPr id="10" name="Picture 2"/>
          <p:cNvPicPr/>
          <p:nvPr/>
        </p:nvPicPr>
        <p:blipFill rotWithShape="1">
          <a:blip r:embed="rId4"/>
          <a:srcRect l="71751" t="12385" r="12748" b="83606"/>
          <a:stretch/>
        </p:blipFill>
        <p:spPr>
          <a:xfrm>
            <a:off x="6603478" y="891877"/>
            <a:ext cx="633413" cy="188119"/>
          </a:xfrm>
          <a:prstGeom prst="rect">
            <a:avLst/>
          </a:prstGeom>
          <a:ln>
            <a:noFill/>
          </a:ln>
        </p:spPr>
      </p:pic>
      <p:pic>
        <p:nvPicPr>
          <p:cNvPr id="13" name="Picture 2"/>
          <p:cNvPicPr/>
          <p:nvPr/>
        </p:nvPicPr>
        <p:blipFill rotWithShape="1">
          <a:blip r:embed="rId4"/>
          <a:srcRect l="71751" t="12385" r="12748" b="83606"/>
          <a:stretch/>
        </p:blipFill>
        <p:spPr>
          <a:xfrm>
            <a:off x="11701387" y="891877"/>
            <a:ext cx="633413" cy="188119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Personnalisé</PresentationFormat>
  <Paragraphs>4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Office Theme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cp:lastModifiedBy>Alban Lafuente</cp:lastModifiedBy>
  <cp:revision>1</cp:revision>
  <dcterms:modified xsi:type="dcterms:W3CDTF">2017-10-30T11:30:44Z</dcterms:modified>
</cp:coreProperties>
</file>