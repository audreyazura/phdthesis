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4941550" cy="7740650"/>
  <p:notesSz cx="6858000" cy="9144000"/>
  <p:defaultTextStyle>
    <a:defPPr>
      <a:defRPr lang="fr-FR"/>
    </a:defPPr>
    <a:lvl1pPr marL="0" algn="l" defTabSz="107581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7910" algn="l" defTabSz="107581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75819" algn="l" defTabSz="107581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13729" algn="l" defTabSz="107581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51638" algn="l" defTabSz="107581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89548" algn="l" defTabSz="107581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27458" algn="l" defTabSz="107581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65367" algn="l" defTabSz="107581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03277" algn="l" defTabSz="107581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534" y="-372"/>
      </p:cViewPr>
      <p:guideLst>
        <p:guide orient="horz" pos="2439"/>
        <p:guide pos="471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ADB72D-4157-40BD-BB8F-EC580E2842DA}" type="datetimeFigureOut">
              <a:rPr lang="fr-FR" smtClean="0"/>
              <a:t>19/07/2017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650" y="685800"/>
            <a:ext cx="66167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57144-67B5-4B55-BA48-3E1BA97134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8367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310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65521" algn="l" defTabSz="9310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31042" algn="l" defTabSz="9310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96563" algn="l" defTabSz="9310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62084" algn="l" defTabSz="9310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327605" algn="l" defTabSz="9310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3126" algn="l" defTabSz="9310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58647" algn="l" defTabSz="9310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24168" algn="l" defTabSz="9310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20650" y="685800"/>
            <a:ext cx="66167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E57144-67B5-4B55-BA48-3E1BA971348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831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20622" y="2404621"/>
            <a:ext cx="12700315" cy="165922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241243" y="4386368"/>
            <a:ext cx="10459089" cy="197816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37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75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137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516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895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274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65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032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19/07/2017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6742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19/07/2017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7772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0283" y="4974087"/>
            <a:ext cx="12700315" cy="1537377"/>
          </a:xfrm>
        </p:spPr>
        <p:txBody>
          <a:bodyPr anchor="t"/>
          <a:lstStyle>
            <a:lvl1pPr algn="l">
              <a:defRPr sz="47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80283" y="3280821"/>
            <a:ext cx="12700315" cy="1693267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3791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7581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6137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5163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8954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22745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7653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3032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19/07/2017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9834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81971" y="1422704"/>
            <a:ext cx="7818374" cy="4022630"/>
          </a:xfrm>
        </p:spPr>
        <p:txBody>
          <a:bodyPr/>
          <a:lstStyle>
            <a:lvl1pPr>
              <a:defRPr sz="3300"/>
            </a:lvl1pPr>
            <a:lvl2pPr>
              <a:defRPr sz="29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949372" y="1422704"/>
            <a:ext cx="7818374" cy="4022630"/>
          </a:xfrm>
        </p:spPr>
        <p:txBody>
          <a:bodyPr/>
          <a:lstStyle>
            <a:lvl1pPr>
              <a:defRPr sz="3300"/>
            </a:lvl1pPr>
            <a:lvl2pPr>
              <a:defRPr sz="29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19/07/2017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3949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47083" y="309986"/>
            <a:ext cx="13447393" cy="1290108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47092" y="1732692"/>
            <a:ext cx="6601774" cy="722103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37910" indent="0">
              <a:buNone/>
              <a:defRPr sz="2300" b="1"/>
            </a:lvl2pPr>
            <a:lvl3pPr marL="1075819" indent="0">
              <a:buNone/>
              <a:defRPr sz="2100" b="1"/>
            </a:lvl3pPr>
            <a:lvl4pPr marL="1613729" indent="0">
              <a:buNone/>
              <a:defRPr sz="1800" b="1"/>
            </a:lvl4pPr>
            <a:lvl5pPr marL="2151638" indent="0">
              <a:buNone/>
              <a:defRPr sz="1800" b="1"/>
            </a:lvl5pPr>
            <a:lvl6pPr marL="2689548" indent="0">
              <a:buNone/>
              <a:defRPr sz="1800" b="1"/>
            </a:lvl6pPr>
            <a:lvl7pPr marL="3227458" indent="0">
              <a:buNone/>
              <a:defRPr sz="1800" b="1"/>
            </a:lvl7pPr>
            <a:lvl8pPr marL="3765367" indent="0">
              <a:buNone/>
              <a:defRPr sz="1800" b="1"/>
            </a:lvl8pPr>
            <a:lvl9pPr marL="4303277" indent="0">
              <a:buNone/>
              <a:defRPr sz="18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47092" y="2454792"/>
            <a:ext cx="6601774" cy="4459833"/>
          </a:xfrm>
        </p:spPr>
        <p:txBody>
          <a:bodyPr/>
          <a:lstStyle>
            <a:lvl1pPr>
              <a:defRPr sz="29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7590103" y="1732692"/>
            <a:ext cx="6604374" cy="722103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37910" indent="0">
              <a:buNone/>
              <a:defRPr sz="2300" b="1"/>
            </a:lvl2pPr>
            <a:lvl3pPr marL="1075819" indent="0">
              <a:buNone/>
              <a:defRPr sz="2100" b="1"/>
            </a:lvl3pPr>
            <a:lvl4pPr marL="1613729" indent="0">
              <a:buNone/>
              <a:defRPr sz="1800" b="1"/>
            </a:lvl4pPr>
            <a:lvl5pPr marL="2151638" indent="0">
              <a:buNone/>
              <a:defRPr sz="1800" b="1"/>
            </a:lvl5pPr>
            <a:lvl6pPr marL="2689548" indent="0">
              <a:buNone/>
              <a:defRPr sz="1800" b="1"/>
            </a:lvl6pPr>
            <a:lvl7pPr marL="3227458" indent="0">
              <a:buNone/>
              <a:defRPr sz="1800" b="1"/>
            </a:lvl7pPr>
            <a:lvl8pPr marL="3765367" indent="0">
              <a:buNone/>
              <a:defRPr sz="1800" b="1"/>
            </a:lvl8pPr>
            <a:lvl9pPr marL="4303277" indent="0">
              <a:buNone/>
              <a:defRPr sz="18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7590103" y="2454792"/>
            <a:ext cx="6604374" cy="4459833"/>
          </a:xfrm>
        </p:spPr>
        <p:txBody>
          <a:bodyPr/>
          <a:lstStyle>
            <a:lvl1pPr>
              <a:defRPr sz="29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19/07/2017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247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19/07/2017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965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19/07/2017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036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47087" y="308204"/>
            <a:ext cx="4915671" cy="1311610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841744" y="308198"/>
            <a:ext cx="8352737" cy="6606431"/>
          </a:xfrm>
        </p:spPr>
        <p:txBody>
          <a:bodyPr/>
          <a:lstStyle>
            <a:lvl1pPr>
              <a:defRPr sz="3800"/>
            </a:lvl1pPr>
            <a:lvl2pPr>
              <a:defRPr sz="3300"/>
            </a:lvl2pPr>
            <a:lvl3pPr>
              <a:defRPr sz="29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47087" y="1619803"/>
            <a:ext cx="4915671" cy="5294820"/>
          </a:xfrm>
        </p:spPr>
        <p:txBody>
          <a:bodyPr/>
          <a:lstStyle>
            <a:lvl1pPr marL="0" indent="0">
              <a:buNone/>
              <a:defRPr sz="1600"/>
            </a:lvl1pPr>
            <a:lvl2pPr marL="537910" indent="0">
              <a:buNone/>
              <a:defRPr sz="1400"/>
            </a:lvl2pPr>
            <a:lvl3pPr marL="1075819" indent="0">
              <a:buNone/>
              <a:defRPr sz="1200"/>
            </a:lvl3pPr>
            <a:lvl4pPr marL="1613729" indent="0">
              <a:buNone/>
              <a:defRPr sz="1000"/>
            </a:lvl4pPr>
            <a:lvl5pPr marL="2151638" indent="0">
              <a:buNone/>
              <a:defRPr sz="1000"/>
            </a:lvl5pPr>
            <a:lvl6pPr marL="2689548" indent="0">
              <a:buNone/>
              <a:defRPr sz="1000"/>
            </a:lvl6pPr>
            <a:lvl7pPr marL="3227458" indent="0">
              <a:buNone/>
              <a:defRPr sz="1000"/>
            </a:lvl7pPr>
            <a:lvl8pPr marL="3765367" indent="0">
              <a:buNone/>
              <a:defRPr sz="1000"/>
            </a:lvl8pPr>
            <a:lvl9pPr marL="4303277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19/07/2017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971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928656" y="5418458"/>
            <a:ext cx="8964932" cy="639677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928656" y="691652"/>
            <a:ext cx="8964932" cy="4644390"/>
          </a:xfrm>
        </p:spPr>
        <p:txBody>
          <a:bodyPr/>
          <a:lstStyle>
            <a:lvl1pPr marL="0" indent="0">
              <a:buNone/>
              <a:defRPr sz="3800"/>
            </a:lvl1pPr>
            <a:lvl2pPr marL="537910" indent="0">
              <a:buNone/>
              <a:defRPr sz="3300"/>
            </a:lvl2pPr>
            <a:lvl3pPr marL="1075819" indent="0">
              <a:buNone/>
              <a:defRPr sz="2900"/>
            </a:lvl3pPr>
            <a:lvl4pPr marL="1613729" indent="0">
              <a:buNone/>
              <a:defRPr sz="2300"/>
            </a:lvl4pPr>
            <a:lvl5pPr marL="2151638" indent="0">
              <a:buNone/>
              <a:defRPr sz="2300"/>
            </a:lvl5pPr>
            <a:lvl6pPr marL="2689548" indent="0">
              <a:buNone/>
              <a:defRPr sz="2300"/>
            </a:lvl6pPr>
            <a:lvl7pPr marL="3227458" indent="0">
              <a:buNone/>
              <a:defRPr sz="2300"/>
            </a:lvl7pPr>
            <a:lvl8pPr marL="3765367" indent="0">
              <a:buNone/>
              <a:defRPr sz="2300"/>
            </a:lvl8pPr>
            <a:lvl9pPr marL="4303277" indent="0">
              <a:buNone/>
              <a:defRPr sz="23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928656" y="6058142"/>
            <a:ext cx="8964932" cy="908452"/>
          </a:xfrm>
        </p:spPr>
        <p:txBody>
          <a:bodyPr/>
          <a:lstStyle>
            <a:lvl1pPr marL="0" indent="0">
              <a:buNone/>
              <a:defRPr sz="1600"/>
            </a:lvl1pPr>
            <a:lvl2pPr marL="537910" indent="0">
              <a:buNone/>
              <a:defRPr sz="1400"/>
            </a:lvl2pPr>
            <a:lvl3pPr marL="1075819" indent="0">
              <a:buNone/>
              <a:defRPr sz="1200"/>
            </a:lvl3pPr>
            <a:lvl4pPr marL="1613729" indent="0">
              <a:buNone/>
              <a:defRPr sz="1000"/>
            </a:lvl4pPr>
            <a:lvl5pPr marL="2151638" indent="0">
              <a:buNone/>
              <a:defRPr sz="1000"/>
            </a:lvl5pPr>
            <a:lvl6pPr marL="2689548" indent="0">
              <a:buNone/>
              <a:defRPr sz="1000"/>
            </a:lvl6pPr>
            <a:lvl7pPr marL="3227458" indent="0">
              <a:buNone/>
              <a:defRPr sz="1000"/>
            </a:lvl7pPr>
            <a:lvl8pPr marL="3765367" indent="0">
              <a:buNone/>
              <a:defRPr sz="1000"/>
            </a:lvl8pPr>
            <a:lvl9pPr marL="4303277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19/07/2017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2259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19/07/2017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8647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12796301" y="243692"/>
            <a:ext cx="3971439" cy="5201646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81966" y="243692"/>
            <a:ext cx="11665309" cy="5201646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19/07/2017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1481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47083" y="309986"/>
            <a:ext cx="13447393" cy="1290108"/>
          </a:xfrm>
          <a:prstGeom prst="rect">
            <a:avLst/>
          </a:prstGeom>
        </p:spPr>
        <p:txBody>
          <a:bodyPr vert="horz" lIns="107582" tIns="53790" rIns="107582" bIns="5379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47083" y="1806165"/>
            <a:ext cx="13447393" cy="5108472"/>
          </a:xfrm>
          <a:prstGeom prst="rect">
            <a:avLst/>
          </a:prstGeom>
        </p:spPr>
        <p:txBody>
          <a:bodyPr vert="horz" lIns="107582" tIns="53790" rIns="107582" bIns="5379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47079" y="7174443"/>
            <a:ext cx="3486366" cy="412119"/>
          </a:xfrm>
          <a:prstGeom prst="rect">
            <a:avLst/>
          </a:prstGeom>
        </p:spPr>
        <p:txBody>
          <a:bodyPr vert="horz" lIns="107582" tIns="53790" rIns="107582" bIns="5379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67E3B-D062-4AFC-ACCE-50FD5F000C57}" type="datetimeFigureOut">
              <a:rPr lang="fr-FR" smtClean="0"/>
              <a:t>19/07/2017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105041" y="7174443"/>
            <a:ext cx="4731488" cy="412119"/>
          </a:xfrm>
          <a:prstGeom prst="rect">
            <a:avLst/>
          </a:prstGeom>
        </p:spPr>
        <p:txBody>
          <a:bodyPr vert="horz" lIns="107582" tIns="53790" rIns="107582" bIns="5379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708115" y="7174443"/>
            <a:ext cx="3486366" cy="412119"/>
          </a:xfrm>
          <a:prstGeom prst="rect">
            <a:avLst/>
          </a:prstGeom>
        </p:spPr>
        <p:txBody>
          <a:bodyPr vert="horz" lIns="107582" tIns="53790" rIns="107582" bIns="5379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624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75819" rtl="0" eaLnBrk="1" latinLnBrk="0" hangingPunct="1">
        <a:spcBef>
          <a:spcPct val="0"/>
        </a:spcBef>
        <a:buNone/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3432" indent="-403432" algn="l" defTabSz="1075819" rtl="0" eaLnBrk="1" latinLnBrk="0" hangingPunct="1">
        <a:spcBef>
          <a:spcPct val="20000"/>
        </a:spcBef>
        <a:buFont typeface="Arial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74103" indent="-336193" algn="l" defTabSz="1075819" rtl="0" eaLnBrk="1" latinLnBrk="0" hangingPunct="1">
        <a:spcBef>
          <a:spcPct val="20000"/>
        </a:spcBef>
        <a:buFont typeface="Arial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44774" indent="-268954" algn="l" defTabSz="1075819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882683" indent="-268954" algn="l" defTabSz="1075819" rtl="0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420593" indent="-268954" algn="l" defTabSz="1075819" rtl="0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58502" indent="-268954" algn="l" defTabSz="1075819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96412" indent="-268954" algn="l" defTabSz="1075819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34322" indent="-268954" algn="l" defTabSz="1075819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72231" indent="-268954" algn="l" defTabSz="1075819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07581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7910" algn="l" defTabSz="107581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5819" algn="l" defTabSz="107581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13729" algn="l" defTabSz="107581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1638" algn="l" defTabSz="107581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9548" algn="l" defTabSz="107581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27458" algn="l" defTabSz="107581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65367" algn="l" defTabSz="107581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03277" algn="l" defTabSz="107581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8400" y="1562400"/>
            <a:ext cx="4180235" cy="615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00" y="50400"/>
            <a:ext cx="9532800" cy="5115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5" name="Picture 1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6" b="4507"/>
          <a:stretch/>
        </p:blipFill>
        <p:spPr bwMode="auto">
          <a:xfrm>
            <a:off x="9581628" y="54050"/>
            <a:ext cx="5450136" cy="1688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902" y="5259512"/>
            <a:ext cx="54086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" name="Picture 2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2"/>
          <a:stretch/>
        </p:blipFill>
        <p:spPr bwMode="auto">
          <a:xfrm>
            <a:off x="-107999" y="5259512"/>
            <a:ext cx="5328990" cy="250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8" name="ZoneTexte 67"/>
          <p:cNvSpPr txBox="1"/>
          <p:nvPr/>
        </p:nvSpPr>
        <p:spPr>
          <a:xfrm>
            <a:off x="846188" y="195510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" name="ZoneTexte 68"/>
          <p:cNvSpPr txBox="1"/>
          <p:nvPr/>
        </p:nvSpPr>
        <p:spPr>
          <a:xfrm>
            <a:off x="288032" y="509461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0" name="ZoneTexte 69"/>
          <p:cNvSpPr txBox="1"/>
          <p:nvPr/>
        </p:nvSpPr>
        <p:spPr>
          <a:xfrm>
            <a:off x="4810174" y="5094660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(c)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ZoneTexte 70"/>
          <p:cNvSpPr txBox="1"/>
          <p:nvPr/>
        </p:nvSpPr>
        <p:spPr>
          <a:xfrm>
            <a:off x="9486653" y="-20514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(d)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10724400" y="5563401"/>
            <a:ext cx="144016" cy="2368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Rectangle 72"/>
          <p:cNvSpPr/>
          <p:nvPr/>
        </p:nvSpPr>
        <p:spPr>
          <a:xfrm>
            <a:off x="10639127" y="6822802"/>
            <a:ext cx="144016" cy="2368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Rectangle 73"/>
          <p:cNvSpPr/>
          <p:nvPr/>
        </p:nvSpPr>
        <p:spPr>
          <a:xfrm>
            <a:off x="11214024" y="1782093"/>
            <a:ext cx="1585343" cy="10801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5" name="Connecteur droit 74"/>
          <p:cNvCxnSpPr/>
          <p:nvPr/>
        </p:nvCxnSpPr>
        <p:spPr>
          <a:xfrm flipH="1" flipV="1">
            <a:off x="10135071" y="1169313"/>
            <a:ext cx="1078953" cy="61278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/>
          <p:cNvCxnSpPr/>
          <p:nvPr/>
        </p:nvCxnSpPr>
        <p:spPr>
          <a:xfrm flipV="1">
            <a:off x="12799367" y="1169313"/>
            <a:ext cx="1800200" cy="61278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ZoneTexte 1"/>
          <p:cNvSpPr txBox="1"/>
          <p:nvPr/>
        </p:nvSpPr>
        <p:spPr>
          <a:xfrm>
            <a:off x="11338760" y="6462613"/>
            <a:ext cx="524503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300" dirty="0" smtClean="0">
                <a:solidFill>
                  <a:srgbClr val="FF0000"/>
                </a:solidFill>
                <a:latin typeface="Symbol" panose="05050102010706020507" pitchFamily="18" charset="2"/>
              </a:rPr>
              <a:t>s+</a:t>
            </a:r>
            <a:endParaRPr lang="fr-FR" sz="2300" dirty="0">
              <a:solidFill>
                <a:srgbClr val="FF0000"/>
              </a:solidFill>
              <a:latin typeface="Symbol" panose="05050102010706020507" pitchFamily="18" charset="2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13303423" y="2358157"/>
            <a:ext cx="524503" cy="446276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fr-FR" sz="2300" dirty="0" smtClean="0">
                <a:solidFill>
                  <a:srgbClr val="FF0000"/>
                </a:solidFill>
                <a:latin typeface="Symbol" panose="05050102010706020507" pitchFamily="18" charset="2"/>
              </a:rPr>
              <a:t>s-</a:t>
            </a:r>
            <a:endParaRPr lang="fr-FR" sz="2300" dirty="0">
              <a:solidFill>
                <a:srgbClr val="FF0000"/>
              </a:solidFill>
              <a:latin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7719791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16</Words>
  <Application>Microsoft Office PowerPoint</Application>
  <PresentationFormat>Personnalisé</PresentationFormat>
  <Paragraphs>7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Alban Lafuente</cp:lastModifiedBy>
  <cp:revision>20</cp:revision>
  <dcterms:created xsi:type="dcterms:W3CDTF">2017-03-23T14:43:13Z</dcterms:created>
  <dcterms:modified xsi:type="dcterms:W3CDTF">2017-07-19T16:11:07Z</dcterms:modified>
</cp:coreProperties>
</file>