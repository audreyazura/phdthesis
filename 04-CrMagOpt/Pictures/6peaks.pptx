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7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notesMasterIdLst>
    <p:notesMasterId r:id="rId3"/>
  </p:notesMasterIdLst>
  <p:sldIdLst>
    <p:sldId id="256" r:id="rId4"/>
  </p:sldIdLst>
  <p:sldSz cx="14941550" cy="774065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/>
          <a:p>
            <a:r>
              <a:rPr lang="en-US" sz="2000">
                <a:latin typeface="Arial"/>
              </a:rPr>
              <a:t>Click to edit the notes format</a:t>
            </a:r>
            <a:endParaRPr/>
          </a:p>
        </p:txBody>
      </p:sp>
      <p:sp>
        <p:nvSpPr>
          <p:cNvPr id="40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r>
              <a:rPr lang="en-US" sz="1400">
                <a:latin typeface="Times New Roman"/>
              </a:rPr>
              <a:t>&lt;header&gt;</a:t>
            </a:r>
            <a:endParaRPr/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pPr algn="r"/>
            <a:r>
              <a:rPr lang="en-US" sz="1400">
                <a:latin typeface="Times New Roman"/>
              </a:rPr>
              <a:t>&lt;date/time&gt;</a:t>
            </a:r>
            <a:endParaRPr/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r>
              <a:rPr lang="en-US" sz="1400">
                <a:latin typeface="Times New Roman"/>
              </a:rPr>
              <a:t>&lt;footer&gt;</a:t>
            </a:r>
            <a:endParaRPr/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pPr algn="r"/>
            <a:fld id="{920FB1BB-BE8C-41A7-A842-1234047C2965}" type="slidenum">
              <a:rPr lang="en-US" sz="1400">
                <a:latin typeface="Times New Roman"/>
              </a:rPr>
              <a:t>&lt;number&gt;</a:t>
            </a:fld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/>
          <a:p>
            <a:endParaRPr/>
          </a:p>
        </p:txBody>
      </p:sp>
      <p:sp>
        <p:nvSpPr>
          <p:cNvPr id="59" name="TextShape 2"/>
          <p:cNvSpPr txBox="1"/>
          <p:nvPr/>
        </p:nvSpPr>
        <p:spPr>
          <a:xfrm>
            <a:off x="3884760" y="8685360"/>
            <a:ext cx="2971440" cy="456840"/>
          </a:xfrm>
          <a:prstGeom prst="rect">
            <a:avLst/>
          </a:prstGeom>
        </p:spPr>
        <p:txBody>
          <a:bodyPr anchor="b"/>
          <a:p>
            <a:pPr algn="r">
              <a:lnSpc>
                <a:spcPct val="100000"/>
              </a:lnSpc>
            </a:pPr>
            <a:fld id="{67E669A0-36A7-4097-A3D2-E871DD9F94F0}" type="slidenum">
              <a:rPr lang="en-US" sz="1200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/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747000" y="1811160"/>
            <a:ext cx="13446720" cy="4489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13446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6561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7637040" y="1811160"/>
            <a:ext cx="6561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20680" y="2404800"/>
            <a:ext cx="12700080" cy="76914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747000" y="415620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7637040" y="1811160"/>
            <a:ext cx="6561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6561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763704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7637040" y="415620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763704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747000" y="4156200"/>
            <a:ext cx="13446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13446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747000" y="4156200"/>
            <a:ext cx="13446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7637040" y="181116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7637040" y="415620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747000" y="4156200"/>
            <a:ext cx="6561720" cy="214128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924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47000" y="1811160"/>
            <a:ext cx="13446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747000" y="1811160"/>
            <a:ext cx="13446720" cy="4489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4656960" y="1811160"/>
            <a:ext cx="5626440" cy="448920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4656960" y="1811160"/>
            <a:ext cx="5626440" cy="448920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20680" y="2404800"/>
            <a:ext cx="12700080" cy="1658880"/>
          </a:xfrm>
          <a:prstGeom prst="rect">
            <a:avLst/>
          </a:prstGeom>
        </p:spPr>
        <p:txBody>
          <a:bodyPr lIns="107640" rIns="107640" tIns="53640" bIns="53640" anchor="ctr"/>
          <a:p>
            <a:pPr algn="ctr">
              <a:lnSpc>
                <a:spcPct val="100000"/>
              </a:lnSpc>
            </a:pPr>
            <a:r>
              <a:rPr lang="fr-FR" sz="52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747000" y="7174440"/>
            <a:ext cx="3485880" cy="411840"/>
          </a:xfrm>
          <a:prstGeom prst="rect">
            <a:avLst/>
          </a:prstGeom>
        </p:spPr>
        <p:txBody>
          <a:bodyPr lIns="107640" rIns="107640" tIns="53640" bIns="53640" anchor="ctr"/>
          <a:p>
            <a:pPr>
              <a:lnSpc>
                <a:spcPct val="100000"/>
              </a:lnSpc>
            </a:pPr>
            <a:r>
              <a:rPr lang="en-US" sz="1400">
                <a:solidFill>
                  <a:srgbClr val="8b8b8b"/>
                </a:solidFill>
                <a:latin typeface="Calibri"/>
              </a:rPr>
              <a:t>5/9/17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5105160" y="7174440"/>
            <a:ext cx="4731120" cy="411840"/>
          </a:xfrm>
          <a:prstGeom prst="rect">
            <a:avLst/>
          </a:prstGeom>
        </p:spPr>
        <p:txBody>
          <a:bodyPr lIns="107640" rIns="107640" tIns="53640" bIns="5364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10708200" y="7174440"/>
            <a:ext cx="3485880" cy="411840"/>
          </a:xfrm>
          <a:prstGeom prst="rect">
            <a:avLst/>
          </a:prstGeom>
        </p:spPr>
        <p:txBody>
          <a:bodyPr lIns="107640" rIns="107640" tIns="53640" bIns="53640" anchor="ctr"/>
          <a:p>
            <a:pPr algn="r">
              <a:lnSpc>
                <a:spcPct val="100000"/>
              </a:lnSpc>
            </a:pPr>
            <a:fld id="{186C9155-9C3C-4B72-B3A4-825DDCC69837}" type="slidenum">
              <a:rPr lang="en-US" sz="14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747000" y="1811160"/>
            <a:ext cx="13446720" cy="448920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38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9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23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23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5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10329840" y="1561680"/>
            <a:ext cx="4163400" cy="6155640"/>
          </a:xfrm>
          <a:prstGeom prst="rect">
            <a:avLst/>
          </a:prstGeom>
          <a:ln>
            <a:noFill/>
          </a:ln>
        </p:spPr>
      </p:pic>
      <p:pic>
        <p:nvPicPr>
          <p:cNvPr id="45" name="Picture 3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88000" y="50400"/>
            <a:ext cx="9532440" cy="5115600"/>
          </a:xfrm>
          <a:prstGeom prst="rect">
            <a:avLst/>
          </a:prstGeom>
          <a:ln>
            <a:noFill/>
          </a:ln>
        </p:spPr>
      </p:pic>
      <p:pic>
        <p:nvPicPr>
          <p:cNvPr id="46" name="Picture 10" descr=""/>
          <p:cNvPicPr/>
          <p:nvPr/>
        </p:nvPicPr>
        <p:blipFill>
          <a:blip r:embed="rId3"/>
          <a:srcRect l="2929" t="0" r="0" b="4497"/>
          <a:stretch>
            <a:fillRect/>
          </a:stretch>
        </p:blipFill>
        <p:spPr>
          <a:xfrm>
            <a:off x="9581760" y="54000"/>
            <a:ext cx="5449680" cy="1688400"/>
          </a:xfrm>
          <a:prstGeom prst="rect">
            <a:avLst/>
          </a:prstGeom>
          <a:ln>
            <a:noFill/>
          </a:ln>
        </p:spPr>
      </p:pic>
      <p:pic>
        <p:nvPicPr>
          <p:cNvPr id="47" name="Picture 3" descr=""/>
          <p:cNvPicPr/>
          <p:nvPr/>
        </p:nvPicPr>
        <p:blipFill>
          <a:blip r:embed="rId4"/>
          <a:stretch>
            <a:fillRect/>
          </a:stretch>
        </p:blipFill>
        <p:spPr>
          <a:xfrm>
            <a:off x="4429080" y="5259600"/>
            <a:ext cx="5408280" cy="2499840"/>
          </a:xfrm>
          <a:prstGeom prst="rect">
            <a:avLst/>
          </a:prstGeom>
          <a:ln>
            <a:noFill/>
          </a:ln>
        </p:spPr>
      </p:pic>
      <p:pic>
        <p:nvPicPr>
          <p:cNvPr id="48" name="Picture 2" descr=""/>
          <p:cNvPicPr/>
          <p:nvPr/>
        </p:nvPicPr>
        <p:blipFill>
          <a:blip r:embed="rId5"/>
          <a:srcRect l="0" t="0" r="1708" b="0"/>
          <a:stretch>
            <a:fillRect/>
          </a:stretch>
        </p:blipFill>
        <p:spPr>
          <a:xfrm>
            <a:off x="-108000" y="5259600"/>
            <a:ext cx="5328720" cy="2501640"/>
          </a:xfrm>
          <a:prstGeom prst="rect">
            <a:avLst/>
          </a:prstGeom>
          <a:ln>
            <a:noFill/>
          </a:ln>
        </p:spPr>
      </p:pic>
      <p:sp>
        <p:nvSpPr>
          <p:cNvPr id="49" name="CustomShape 1"/>
          <p:cNvSpPr/>
          <p:nvPr/>
        </p:nvSpPr>
        <p:spPr>
          <a:xfrm>
            <a:off x="829440" y="195480"/>
            <a:ext cx="574200" cy="5162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50" name="CustomShape 2"/>
          <p:cNvSpPr/>
          <p:nvPr/>
        </p:nvSpPr>
        <p:spPr>
          <a:xfrm>
            <a:off x="231120" y="5058720"/>
            <a:ext cx="595800" cy="5162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51" name="CustomShape 3"/>
          <p:cNvSpPr/>
          <p:nvPr/>
        </p:nvSpPr>
        <p:spPr>
          <a:xfrm>
            <a:off x="4829400" y="5058720"/>
            <a:ext cx="574200" cy="5162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52" name="CustomShape 4"/>
          <p:cNvSpPr/>
          <p:nvPr/>
        </p:nvSpPr>
        <p:spPr>
          <a:xfrm>
            <a:off x="9574200" y="-92520"/>
            <a:ext cx="595800" cy="51624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Times New Roman"/>
              </a:rPr>
              <a:t>(d)</a:t>
            </a:r>
            <a:endParaRPr/>
          </a:p>
        </p:txBody>
      </p:sp>
      <p:sp>
        <p:nvSpPr>
          <p:cNvPr id="53" name="CustomShape 5"/>
          <p:cNvSpPr/>
          <p:nvPr/>
        </p:nvSpPr>
        <p:spPr>
          <a:xfrm>
            <a:off x="10724400" y="5563440"/>
            <a:ext cx="143640" cy="23652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4" name="CustomShape 6"/>
          <p:cNvSpPr/>
          <p:nvPr/>
        </p:nvSpPr>
        <p:spPr>
          <a:xfrm>
            <a:off x="10639080" y="6822720"/>
            <a:ext cx="143640" cy="23652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5" name="CustomShape 7"/>
          <p:cNvSpPr/>
          <p:nvPr/>
        </p:nvSpPr>
        <p:spPr>
          <a:xfrm>
            <a:off x="11214000" y="1782000"/>
            <a:ext cx="1585080" cy="1079640"/>
          </a:xfrm>
          <a:prstGeom prst="rect">
            <a:avLst/>
          </a:prstGeom>
          <a:noFill/>
          <a:ln w="25560">
            <a:solidFill>
              <a:srgbClr val="3a5f8b"/>
            </a:solidFill>
            <a:round/>
          </a:ln>
        </p:spPr>
      </p:sp>
      <p:sp>
        <p:nvSpPr>
          <p:cNvPr id="56" name="Line 8"/>
          <p:cNvSpPr/>
          <p:nvPr/>
        </p:nvSpPr>
        <p:spPr>
          <a:xfrm flipH="1" flipV="1">
            <a:off x="10134720" y="1169280"/>
            <a:ext cx="1079280" cy="612720"/>
          </a:xfrm>
          <a:prstGeom prst="line">
            <a:avLst/>
          </a:prstGeom>
          <a:ln w="19080">
            <a:solidFill>
              <a:srgbClr val="4a7ebb"/>
            </a:solidFill>
            <a:round/>
          </a:ln>
        </p:spPr>
      </p:sp>
      <p:sp>
        <p:nvSpPr>
          <p:cNvPr id="57" name="Line 9"/>
          <p:cNvSpPr/>
          <p:nvPr/>
        </p:nvSpPr>
        <p:spPr>
          <a:xfrm flipV="1">
            <a:off x="12799080" y="1169280"/>
            <a:ext cx="1800360" cy="612720"/>
          </a:xfrm>
          <a:prstGeom prst="line">
            <a:avLst/>
          </a:prstGeom>
          <a:ln w="19080">
            <a:solidFill>
              <a:srgbClr val="4a7ebb"/>
            </a:solidFill>
            <a:round/>
          </a:ln>
        </p:spPr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