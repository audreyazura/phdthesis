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4941550" cy="7740650"/>
  <p:notesSz cx="6858000" cy="9144000"/>
  <p:defaultTextStyle>
    <a:defPPr>
      <a:defRPr lang="fr-FR"/>
    </a:defPPr>
    <a:lvl1pPr marL="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7910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7581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13729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5163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8954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27458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6536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03277" algn="l" defTabSz="1075819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312" y="846"/>
      </p:cViewPr>
      <p:guideLst>
        <p:guide orient="horz" pos="2439"/>
        <p:guide pos="47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DB72D-4157-40BD-BB8F-EC580E2842DA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" y="685800"/>
            <a:ext cx="6616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57144-67B5-4B55-BA48-3E1BA971348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8367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65521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31042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96563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62084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327605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3126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58647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24168" algn="l" defTabSz="9310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0650" y="685800"/>
            <a:ext cx="66167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E57144-67B5-4B55-BA48-3E1BA971348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831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20622" y="2404621"/>
            <a:ext cx="12700315" cy="165922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241243" y="4386368"/>
            <a:ext cx="10459089" cy="19781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79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5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137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51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95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274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65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032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6742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7772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0283" y="4974087"/>
            <a:ext cx="12700315" cy="1537377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80283" y="3280821"/>
            <a:ext cx="12700315" cy="169326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791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581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6137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516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954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2745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653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3032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9834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81971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949372" y="1422704"/>
            <a:ext cx="7818374" cy="4022630"/>
          </a:xfrm>
        </p:spPr>
        <p:txBody>
          <a:bodyPr/>
          <a:lstStyle>
            <a:lvl1pPr>
              <a:defRPr sz="3300"/>
            </a:lvl1pPr>
            <a:lvl2pPr>
              <a:defRPr sz="29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949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92" y="1732692"/>
            <a:ext cx="66017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47092" y="2454792"/>
            <a:ext cx="66017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7590103" y="1732692"/>
            <a:ext cx="6604374" cy="722103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37910" indent="0">
              <a:buNone/>
              <a:defRPr sz="2300" b="1"/>
            </a:lvl2pPr>
            <a:lvl3pPr marL="1075819" indent="0">
              <a:buNone/>
              <a:defRPr sz="2100" b="1"/>
            </a:lvl3pPr>
            <a:lvl4pPr marL="1613729" indent="0">
              <a:buNone/>
              <a:defRPr sz="1800" b="1"/>
            </a:lvl4pPr>
            <a:lvl5pPr marL="2151638" indent="0">
              <a:buNone/>
              <a:defRPr sz="1800" b="1"/>
            </a:lvl5pPr>
            <a:lvl6pPr marL="2689548" indent="0">
              <a:buNone/>
              <a:defRPr sz="1800" b="1"/>
            </a:lvl6pPr>
            <a:lvl7pPr marL="3227458" indent="0">
              <a:buNone/>
              <a:defRPr sz="1800" b="1"/>
            </a:lvl7pPr>
            <a:lvl8pPr marL="3765367" indent="0">
              <a:buNone/>
              <a:defRPr sz="1800" b="1"/>
            </a:lvl8pPr>
            <a:lvl9pPr marL="4303277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7590103" y="2454792"/>
            <a:ext cx="6604374" cy="4459833"/>
          </a:xfrm>
        </p:spPr>
        <p:txBody>
          <a:bodyPr/>
          <a:lstStyle>
            <a:lvl1pPr>
              <a:defRPr sz="29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2473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965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03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47087" y="308204"/>
            <a:ext cx="4915671" cy="1311610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41744" y="308198"/>
            <a:ext cx="8352737" cy="6606431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9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47087" y="1619803"/>
            <a:ext cx="4915671" cy="5294820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710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28656" y="5418458"/>
            <a:ext cx="8964932" cy="639677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928656" y="691652"/>
            <a:ext cx="8964932" cy="4644390"/>
          </a:xfrm>
        </p:spPr>
        <p:txBody>
          <a:bodyPr/>
          <a:lstStyle>
            <a:lvl1pPr marL="0" indent="0">
              <a:buNone/>
              <a:defRPr sz="3800"/>
            </a:lvl1pPr>
            <a:lvl2pPr marL="537910" indent="0">
              <a:buNone/>
              <a:defRPr sz="3300"/>
            </a:lvl2pPr>
            <a:lvl3pPr marL="1075819" indent="0">
              <a:buNone/>
              <a:defRPr sz="2900"/>
            </a:lvl3pPr>
            <a:lvl4pPr marL="1613729" indent="0">
              <a:buNone/>
              <a:defRPr sz="2300"/>
            </a:lvl4pPr>
            <a:lvl5pPr marL="2151638" indent="0">
              <a:buNone/>
              <a:defRPr sz="2300"/>
            </a:lvl5pPr>
            <a:lvl6pPr marL="2689548" indent="0">
              <a:buNone/>
              <a:defRPr sz="2300"/>
            </a:lvl6pPr>
            <a:lvl7pPr marL="3227458" indent="0">
              <a:buNone/>
              <a:defRPr sz="2300"/>
            </a:lvl7pPr>
            <a:lvl8pPr marL="3765367" indent="0">
              <a:buNone/>
              <a:defRPr sz="2300"/>
            </a:lvl8pPr>
            <a:lvl9pPr marL="4303277" indent="0">
              <a:buNone/>
              <a:defRPr sz="2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28656" y="6058142"/>
            <a:ext cx="8964932" cy="908452"/>
          </a:xfrm>
        </p:spPr>
        <p:txBody>
          <a:bodyPr/>
          <a:lstStyle>
            <a:lvl1pPr marL="0" indent="0">
              <a:buNone/>
              <a:defRPr sz="1600"/>
            </a:lvl1pPr>
            <a:lvl2pPr marL="537910" indent="0">
              <a:buNone/>
              <a:defRPr sz="1400"/>
            </a:lvl2pPr>
            <a:lvl3pPr marL="1075819" indent="0">
              <a:buNone/>
              <a:defRPr sz="1200"/>
            </a:lvl3pPr>
            <a:lvl4pPr marL="1613729" indent="0">
              <a:buNone/>
              <a:defRPr sz="1000"/>
            </a:lvl4pPr>
            <a:lvl5pPr marL="2151638" indent="0">
              <a:buNone/>
              <a:defRPr sz="1000"/>
            </a:lvl5pPr>
            <a:lvl6pPr marL="2689548" indent="0">
              <a:buNone/>
              <a:defRPr sz="1000"/>
            </a:lvl6pPr>
            <a:lvl7pPr marL="3227458" indent="0">
              <a:buNone/>
              <a:defRPr sz="1000"/>
            </a:lvl7pPr>
            <a:lvl8pPr marL="3765367" indent="0">
              <a:buNone/>
              <a:defRPr sz="1000"/>
            </a:lvl8pPr>
            <a:lvl9pPr marL="4303277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225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647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2796301" y="243692"/>
            <a:ext cx="3971439" cy="5201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81966" y="243692"/>
            <a:ext cx="11665309" cy="5201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481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47083" y="309986"/>
            <a:ext cx="13447393" cy="1290108"/>
          </a:xfrm>
          <a:prstGeom prst="rect">
            <a:avLst/>
          </a:prstGeom>
        </p:spPr>
        <p:txBody>
          <a:bodyPr vert="horz" lIns="107582" tIns="53790" rIns="107582" bIns="5379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47083" y="1806165"/>
            <a:ext cx="13447393" cy="5108472"/>
          </a:xfrm>
          <a:prstGeom prst="rect">
            <a:avLst/>
          </a:prstGeom>
        </p:spPr>
        <p:txBody>
          <a:bodyPr vert="horz" lIns="107582" tIns="53790" rIns="107582" bIns="5379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7079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67E3B-D062-4AFC-ACCE-50FD5F000C57}" type="datetimeFigureOut">
              <a:rPr lang="fr-FR" smtClean="0"/>
              <a:t>15/05/2017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105041" y="7174443"/>
            <a:ext cx="4731488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708115" y="7174443"/>
            <a:ext cx="3486366" cy="412119"/>
          </a:xfrm>
          <a:prstGeom prst="rect">
            <a:avLst/>
          </a:prstGeom>
        </p:spPr>
        <p:txBody>
          <a:bodyPr vert="horz" lIns="107582" tIns="53790" rIns="107582" bIns="5379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6CE86-5999-4187-BFCE-33212862B0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4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75819" rtl="0" eaLnBrk="1" latinLnBrk="0" hangingPunct="1">
        <a:spcBef>
          <a:spcPct val="0"/>
        </a:spcBef>
        <a:buNone/>
        <a:defRPr sz="5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3432" indent="-403432" algn="l" defTabSz="1075819" rtl="0" eaLnBrk="1" latinLnBrk="0" hangingPunct="1">
        <a:spcBef>
          <a:spcPct val="20000"/>
        </a:spcBef>
        <a:buFont typeface="Arial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74103" indent="-336193" algn="l" defTabSz="1075819" rtl="0" eaLnBrk="1" latinLnBrk="0" hangingPunct="1">
        <a:spcBef>
          <a:spcPct val="20000"/>
        </a:spcBef>
        <a:buFont typeface="Arial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44774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1882683" indent="-268954" algn="l" defTabSz="1075819" rtl="0" eaLnBrk="1" latinLnBrk="0" hangingPunct="1">
        <a:spcBef>
          <a:spcPct val="20000"/>
        </a:spcBef>
        <a:buFont typeface="Arial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20593" indent="-268954" algn="l" defTabSz="1075819" rtl="0" eaLnBrk="1" latinLnBrk="0" hangingPunct="1">
        <a:spcBef>
          <a:spcPct val="20000"/>
        </a:spcBef>
        <a:buFont typeface="Arial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5850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9641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4322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72231" indent="-268954" algn="l" defTabSz="1075819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7910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581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13729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5163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954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27458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6536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03277" algn="l" defTabSz="1075819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8400" y="1562400"/>
            <a:ext cx="4180235" cy="615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00" y="50400"/>
            <a:ext cx="9532800" cy="51158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5" name="Picture 10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6" b="4507"/>
          <a:stretch/>
        </p:blipFill>
        <p:spPr bwMode="auto">
          <a:xfrm>
            <a:off x="9581628" y="54050"/>
            <a:ext cx="5450136" cy="1688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902" y="5259512"/>
            <a:ext cx="54086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7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12"/>
          <a:stretch/>
        </p:blipFill>
        <p:spPr bwMode="auto">
          <a:xfrm>
            <a:off x="-107999" y="5259512"/>
            <a:ext cx="5328990" cy="250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8" name="ZoneTexte 67"/>
          <p:cNvSpPr txBox="1"/>
          <p:nvPr/>
        </p:nvSpPr>
        <p:spPr>
          <a:xfrm>
            <a:off x="846188" y="19551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9" name="ZoneTexte 68"/>
          <p:cNvSpPr txBox="1"/>
          <p:nvPr/>
        </p:nvSpPr>
        <p:spPr>
          <a:xfrm>
            <a:off x="288032" y="5094610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0" name="ZoneTexte 69"/>
          <p:cNvSpPr txBox="1"/>
          <p:nvPr/>
        </p:nvSpPr>
        <p:spPr>
          <a:xfrm>
            <a:off x="4810174" y="5094660"/>
            <a:ext cx="468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1" name="ZoneTexte 70"/>
          <p:cNvSpPr txBox="1"/>
          <p:nvPr/>
        </p:nvSpPr>
        <p:spPr>
          <a:xfrm>
            <a:off x="9486653" y="-20514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10724400" y="5563401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72"/>
          <p:cNvSpPr/>
          <p:nvPr/>
        </p:nvSpPr>
        <p:spPr>
          <a:xfrm>
            <a:off x="10639127" y="6822802"/>
            <a:ext cx="144016" cy="2368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/>
          <p:cNvSpPr/>
          <p:nvPr/>
        </p:nvSpPr>
        <p:spPr>
          <a:xfrm>
            <a:off x="11214024" y="1782093"/>
            <a:ext cx="1585343" cy="10801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5" name="Connecteur droit 74"/>
          <p:cNvCxnSpPr/>
          <p:nvPr/>
        </p:nvCxnSpPr>
        <p:spPr>
          <a:xfrm flipH="1" flipV="1">
            <a:off x="10135071" y="1169313"/>
            <a:ext cx="1078953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12799367" y="1169313"/>
            <a:ext cx="1800200" cy="61278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19791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13</Words>
  <Application>Microsoft Office PowerPoint</Application>
  <PresentationFormat>Personnalisé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19</cp:revision>
  <dcterms:created xsi:type="dcterms:W3CDTF">2017-03-23T14:43:13Z</dcterms:created>
  <dcterms:modified xsi:type="dcterms:W3CDTF">2017-05-15T11:38:16Z</dcterms:modified>
</cp:coreProperties>
</file>