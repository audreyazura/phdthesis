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1161713" cy="6948488"/>
  <p:notesSz cx="6858000" cy="9144000"/>
  <p:defaultTextStyle>
    <a:defPPr>
      <a:defRPr lang="fr-FR"/>
    </a:defPPr>
    <a:lvl1pPr marL="0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06268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12536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18804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25072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031340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437608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843875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250143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2" d="100"/>
          <a:sy n="52" d="100"/>
        </p:scale>
        <p:origin x="-1566" y="-84"/>
      </p:cViewPr>
      <p:guideLst>
        <p:guide orient="horz" pos="2189"/>
        <p:guide pos="35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37132" y="2158536"/>
            <a:ext cx="9487458" cy="1489422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674267" y="3937484"/>
            <a:ext cx="7813199" cy="177572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062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125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188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250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31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37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43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501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2708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8426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81705" y="4465053"/>
            <a:ext cx="9487458" cy="1380047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81705" y="2945070"/>
            <a:ext cx="9487458" cy="1519981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0626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1253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1880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62507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20313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43760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8438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250143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7361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72830" y="1531246"/>
            <a:ext cx="4158514" cy="4333154"/>
          </a:xfrm>
        </p:spPr>
        <p:txBody>
          <a:bodyPr/>
          <a:lstStyle>
            <a:lvl1pPr>
              <a:defRPr sz="2500"/>
            </a:lvl1pPr>
            <a:lvl2pPr>
              <a:defRPr sz="21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817366" y="1531246"/>
            <a:ext cx="4158514" cy="4333154"/>
          </a:xfrm>
        </p:spPr>
        <p:txBody>
          <a:bodyPr/>
          <a:lstStyle>
            <a:lvl1pPr>
              <a:defRPr sz="2500"/>
            </a:lvl1pPr>
            <a:lvl2pPr>
              <a:defRPr sz="21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1498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58091" y="278272"/>
            <a:ext cx="10045542" cy="1158081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58092" y="1555375"/>
            <a:ext cx="4931695" cy="648203"/>
          </a:xfrm>
        </p:spPr>
        <p:txBody>
          <a:bodyPr anchor="b"/>
          <a:lstStyle>
            <a:lvl1pPr marL="0" indent="0">
              <a:buNone/>
              <a:defRPr sz="2100" b="1"/>
            </a:lvl1pPr>
            <a:lvl2pPr marL="406268" indent="0">
              <a:buNone/>
              <a:defRPr sz="1800" b="1"/>
            </a:lvl2pPr>
            <a:lvl3pPr marL="812536" indent="0">
              <a:buNone/>
              <a:defRPr sz="1600" b="1"/>
            </a:lvl3pPr>
            <a:lvl4pPr marL="1218804" indent="0">
              <a:buNone/>
              <a:defRPr sz="1400" b="1"/>
            </a:lvl4pPr>
            <a:lvl5pPr marL="1625072" indent="0">
              <a:buNone/>
              <a:defRPr sz="1400" b="1"/>
            </a:lvl5pPr>
            <a:lvl6pPr marL="2031340" indent="0">
              <a:buNone/>
              <a:defRPr sz="1400" b="1"/>
            </a:lvl6pPr>
            <a:lvl7pPr marL="2437608" indent="0">
              <a:buNone/>
              <a:defRPr sz="1400" b="1"/>
            </a:lvl7pPr>
            <a:lvl8pPr marL="2843875" indent="0">
              <a:buNone/>
              <a:defRPr sz="1400" b="1"/>
            </a:lvl8pPr>
            <a:lvl9pPr marL="3250143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58092" y="2203578"/>
            <a:ext cx="4931695" cy="4003423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670009" y="1555375"/>
            <a:ext cx="4933632" cy="648203"/>
          </a:xfrm>
        </p:spPr>
        <p:txBody>
          <a:bodyPr anchor="b"/>
          <a:lstStyle>
            <a:lvl1pPr marL="0" indent="0">
              <a:buNone/>
              <a:defRPr sz="2100" b="1"/>
            </a:lvl1pPr>
            <a:lvl2pPr marL="406268" indent="0">
              <a:buNone/>
              <a:defRPr sz="1800" b="1"/>
            </a:lvl2pPr>
            <a:lvl3pPr marL="812536" indent="0">
              <a:buNone/>
              <a:defRPr sz="1600" b="1"/>
            </a:lvl3pPr>
            <a:lvl4pPr marL="1218804" indent="0">
              <a:buNone/>
              <a:defRPr sz="1400" b="1"/>
            </a:lvl4pPr>
            <a:lvl5pPr marL="1625072" indent="0">
              <a:buNone/>
              <a:defRPr sz="1400" b="1"/>
            </a:lvl5pPr>
            <a:lvl6pPr marL="2031340" indent="0">
              <a:buNone/>
              <a:defRPr sz="1400" b="1"/>
            </a:lvl6pPr>
            <a:lvl7pPr marL="2437608" indent="0">
              <a:buNone/>
              <a:defRPr sz="1400" b="1"/>
            </a:lvl7pPr>
            <a:lvl8pPr marL="2843875" indent="0">
              <a:buNone/>
              <a:defRPr sz="1400" b="1"/>
            </a:lvl8pPr>
            <a:lvl9pPr marL="3250143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670009" y="2203578"/>
            <a:ext cx="4933632" cy="4003423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9846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68382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0635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58092" y="276656"/>
            <a:ext cx="3672127" cy="1177384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363921" y="276661"/>
            <a:ext cx="6239708" cy="5930341"/>
          </a:xfrm>
        </p:spPr>
        <p:txBody>
          <a:bodyPr/>
          <a:lstStyle>
            <a:lvl1pPr>
              <a:defRPr sz="2800"/>
            </a:lvl1pPr>
            <a:lvl2pPr>
              <a:defRPr sz="25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58092" y="1454038"/>
            <a:ext cx="3672127" cy="4752959"/>
          </a:xfrm>
        </p:spPr>
        <p:txBody>
          <a:bodyPr/>
          <a:lstStyle>
            <a:lvl1pPr marL="0" indent="0">
              <a:buNone/>
              <a:defRPr sz="1200"/>
            </a:lvl1pPr>
            <a:lvl2pPr marL="406268" indent="0">
              <a:buNone/>
              <a:defRPr sz="1100"/>
            </a:lvl2pPr>
            <a:lvl3pPr marL="812536" indent="0">
              <a:buNone/>
              <a:defRPr sz="900"/>
            </a:lvl3pPr>
            <a:lvl4pPr marL="1218804" indent="0">
              <a:buNone/>
              <a:defRPr sz="800"/>
            </a:lvl4pPr>
            <a:lvl5pPr marL="1625072" indent="0">
              <a:buNone/>
              <a:defRPr sz="800"/>
            </a:lvl5pPr>
            <a:lvl6pPr marL="2031340" indent="0">
              <a:buNone/>
              <a:defRPr sz="800"/>
            </a:lvl6pPr>
            <a:lvl7pPr marL="2437608" indent="0">
              <a:buNone/>
              <a:defRPr sz="800"/>
            </a:lvl7pPr>
            <a:lvl8pPr marL="2843875" indent="0">
              <a:buNone/>
              <a:defRPr sz="800"/>
            </a:lvl8pPr>
            <a:lvl9pPr marL="3250143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6858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187783" y="4863943"/>
            <a:ext cx="6697028" cy="574216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187783" y="620869"/>
            <a:ext cx="6697028" cy="4169093"/>
          </a:xfrm>
        </p:spPr>
        <p:txBody>
          <a:bodyPr/>
          <a:lstStyle>
            <a:lvl1pPr marL="0" indent="0">
              <a:buNone/>
              <a:defRPr sz="2800"/>
            </a:lvl1pPr>
            <a:lvl2pPr marL="406268" indent="0">
              <a:buNone/>
              <a:defRPr sz="2500"/>
            </a:lvl2pPr>
            <a:lvl3pPr marL="812536" indent="0">
              <a:buNone/>
              <a:defRPr sz="2100"/>
            </a:lvl3pPr>
            <a:lvl4pPr marL="1218804" indent="0">
              <a:buNone/>
              <a:defRPr sz="1800"/>
            </a:lvl4pPr>
            <a:lvl5pPr marL="1625072" indent="0">
              <a:buNone/>
              <a:defRPr sz="1800"/>
            </a:lvl5pPr>
            <a:lvl6pPr marL="2031340" indent="0">
              <a:buNone/>
              <a:defRPr sz="1800"/>
            </a:lvl6pPr>
            <a:lvl7pPr marL="2437608" indent="0">
              <a:buNone/>
              <a:defRPr sz="1800"/>
            </a:lvl7pPr>
            <a:lvl8pPr marL="2843875" indent="0">
              <a:buNone/>
              <a:defRPr sz="1800"/>
            </a:lvl8pPr>
            <a:lvl9pPr marL="3250143" indent="0">
              <a:buNone/>
              <a:defRPr sz="18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187783" y="5438164"/>
            <a:ext cx="6697028" cy="815483"/>
          </a:xfrm>
        </p:spPr>
        <p:txBody>
          <a:bodyPr/>
          <a:lstStyle>
            <a:lvl1pPr marL="0" indent="0">
              <a:buNone/>
              <a:defRPr sz="1200"/>
            </a:lvl1pPr>
            <a:lvl2pPr marL="406268" indent="0">
              <a:buNone/>
              <a:defRPr sz="1100"/>
            </a:lvl2pPr>
            <a:lvl3pPr marL="812536" indent="0">
              <a:buNone/>
              <a:defRPr sz="900"/>
            </a:lvl3pPr>
            <a:lvl4pPr marL="1218804" indent="0">
              <a:buNone/>
              <a:defRPr sz="800"/>
            </a:lvl4pPr>
            <a:lvl5pPr marL="1625072" indent="0">
              <a:buNone/>
              <a:defRPr sz="800"/>
            </a:lvl5pPr>
            <a:lvl6pPr marL="2031340" indent="0">
              <a:buNone/>
              <a:defRPr sz="800"/>
            </a:lvl6pPr>
            <a:lvl7pPr marL="2437608" indent="0">
              <a:buNone/>
              <a:defRPr sz="800"/>
            </a:lvl7pPr>
            <a:lvl8pPr marL="2843875" indent="0">
              <a:buNone/>
              <a:defRPr sz="800"/>
            </a:lvl8pPr>
            <a:lvl9pPr marL="3250143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16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51507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850128" y="262184"/>
            <a:ext cx="2125764" cy="560221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72826" y="262184"/>
            <a:ext cx="6191264" cy="560221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974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58091" y="278272"/>
            <a:ext cx="10045542" cy="1158081"/>
          </a:xfrm>
          <a:prstGeom prst="rect">
            <a:avLst/>
          </a:prstGeom>
        </p:spPr>
        <p:txBody>
          <a:bodyPr vert="horz" lIns="81254" tIns="40627" rIns="81254" bIns="40627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58091" y="1621318"/>
            <a:ext cx="10045542" cy="4585681"/>
          </a:xfrm>
          <a:prstGeom prst="rect">
            <a:avLst/>
          </a:prstGeom>
        </p:spPr>
        <p:txBody>
          <a:bodyPr vert="horz" lIns="81254" tIns="40627" rIns="81254" bIns="40627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58087" y="6440223"/>
            <a:ext cx="2604401" cy="369942"/>
          </a:xfrm>
          <a:prstGeom prst="rect">
            <a:avLst/>
          </a:prstGeom>
        </p:spPr>
        <p:txBody>
          <a:bodyPr vert="horz" lIns="81254" tIns="40627" rIns="81254" bIns="40627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BBD053-8B74-4774-9EDF-619207C4621F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813587" y="6440223"/>
            <a:ext cx="3534541" cy="369942"/>
          </a:xfrm>
          <a:prstGeom prst="rect">
            <a:avLst/>
          </a:prstGeom>
        </p:spPr>
        <p:txBody>
          <a:bodyPr vert="horz" lIns="81254" tIns="40627" rIns="81254" bIns="40627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7999228" y="6440223"/>
            <a:ext cx="2604401" cy="369942"/>
          </a:xfrm>
          <a:prstGeom prst="rect">
            <a:avLst/>
          </a:prstGeom>
        </p:spPr>
        <p:txBody>
          <a:bodyPr vert="horz" lIns="81254" tIns="40627" rIns="81254" bIns="40627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16533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12536" rtl="0" eaLnBrk="1" latinLnBrk="0" hangingPunct="1">
        <a:spcBef>
          <a:spcPct val="0"/>
        </a:spcBef>
        <a:buNone/>
        <a:defRPr sz="3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01" indent="-304701" algn="l" defTabSz="812536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60185" indent="-253917" algn="l" defTabSz="812536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15670" indent="-203134" algn="l" defTabSz="812536" rtl="0" eaLnBrk="1" latinLnBrk="0" hangingPunct="1">
        <a:spcBef>
          <a:spcPct val="20000"/>
        </a:spcBef>
        <a:buFont typeface="Arial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421938" indent="-203134" algn="l" defTabSz="812536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6" indent="-203134" algn="l" defTabSz="812536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34474" indent="-203134" algn="l" defTabSz="81253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40741" indent="-203134" algn="l" defTabSz="81253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47009" indent="-203134" algn="l" defTabSz="81253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53277" indent="-203134" algn="l" defTabSz="81253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268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536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804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072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340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7608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3875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143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6800" y="-90000"/>
            <a:ext cx="4124325" cy="6970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000" y="-90000"/>
            <a:ext cx="4154487" cy="7024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8977" y="711375"/>
            <a:ext cx="4678363" cy="542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2" name="ZoneTexte 71"/>
          <p:cNvSpPr txBox="1"/>
          <p:nvPr/>
        </p:nvSpPr>
        <p:spPr>
          <a:xfrm>
            <a:off x="535758" y="921942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5" name="ZoneTexte 74"/>
          <p:cNvSpPr txBox="1"/>
          <p:nvPr/>
        </p:nvSpPr>
        <p:spPr>
          <a:xfrm>
            <a:off x="5226922" y="149945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(b)</a:t>
            </a:r>
            <a:endParaRPr lang="fr-FR" sz="24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6" name="ZoneTexte 75"/>
          <p:cNvSpPr txBox="1"/>
          <p:nvPr/>
        </p:nvSpPr>
        <p:spPr>
          <a:xfrm>
            <a:off x="8461027" y="132259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(c)</a:t>
            </a:r>
            <a:endParaRPr lang="fr-FR" sz="24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044066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9</Words>
  <Application>Microsoft Office PowerPoint</Application>
  <PresentationFormat>Personnalisé</PresentationFormat>
  <Paragraphs>3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6</cp:revision>
  <dcterms:created xsi:type="dcterms:W3CDTF">2017-04-06T10:30:52Z</dcterms:created>
  <dcterms:modified xsi:type="dcterms:W3CDTF">2017-07-20T00:50:16Z</dcterms:modified>
</cp:coreProperties>
</file>