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1161713" cy="6948488"/>
  <p:notesSz cx="6858000" cy="9144000"/>
  <p:defaultTextStyle>
    <a:defPPr>
      <a:defRPr lang="fr-FR"/>
    </a:defPPr>
    <a:lvl1pPr marL="0" algn="l" defTabSz="812536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406268" algn="l" defTabSz="812536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812536" algn="l" defTabSz="812536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218804" algn="l" defTabSz="812536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1625072" algn="l" defTabSz="812536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2031340" algn="l" defTabSz="812536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2437608" algn="l" defTabSz="812536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2843875" algn="l" defTabSz="812536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3250143" algn="l" defTabSz="812536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2" d="100"/>
          <a:sy n="52" d="100"/>
        </p:scale>
        <p:origin x="-1566" y="-84"/>
      </p:cViewPr>
      <p:guideLst>
        <p:guide orient="horz" pos="2189"/>
        <p:guide pos="3517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837132" y="2158536"/>
            <a:ext cx="9487458" cy="1489422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674267" y="3937484"/>
            <a:ext cx="7813199" cy="1775725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0626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8125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21880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62507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0313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43760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84387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25014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BBD053-8B74-4774-9EDF-619207C4621F}" type="datetimeFigureOut">
              <a:rPr lang="fr-FR" smtClean="0"/>
              <a:t>08/05/2017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ABA09-BB2C-4535-81F8-9BB8016F86E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627080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BBD053-8B74-4774-9EDF-619207C4621F}" type="datetimeFigureOut">
              <a:rPr lang="fr-FR" smtClean="0"/>
              <a:t>08/05/2017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ABA09-BB2C-4535-81F8-9BB8016F86E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084263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81705" y="4465053"/>
            <a:ext cx="9487458" cy="1380047"/>
          </a:xfrm>
        </p:spPr>
        <p:txBody>
          <a:bodyPr anchor="t"/>
          <a:lstStyle>
            <a:lvl1pPr algn="l">
              <a:defRPr sz="3600" b="1" cap="all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81705" y="2945070"/>
            <a:ext cx="9487458" cy="1519981"/>
          </a:xfrm>
        </p:spPr>
        <p:txBody>
          <a:bodyPr anchor="b"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40626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812536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3pPr>
            <a:lvl4pPr marL="1218804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625072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203134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437608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84387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3250143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BBD053-8B74-4774-9EDF-619207C4621F}" type="datetimeFigureOut">
              <a:rPr lang="fr-FR" smtClean="0"/>
              <a:t>08/05/2017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ABA09-BB2C-4535-81F8-9BB8016F86E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873616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472830" y="1531246"/>
            <a:ext cx="4158514" cy="4333154"/>
          </a:xfrm>
        </p:spPr>
        <p:txBody>
          <a:bodyPr/>
          <a:lstStyle>
            <a:lvl1pPr>
              <a:defRPr sz="2500"/>
            </a:lvl1pPr>
            <a:lvl2pPr>
              <a:defRPr sz="21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817366" y="1531246"/>
            <a:ext cx="4158514" cy="4333154"/>
          </a:xfrm>
        </p:spPr>
        <p:txBody>
          <a:bodyPr/>
          <a:lstStyle>
            <a:lvl1pPr>
              <a:defRPr sz="2500"/>
            </a:lvl1pPr>
            <a:lvl2pPr>
              <a:defRPr sz="21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BBD053-8B74-4774-9EDF-619207C4621F}" type="datetimeFigureOut">
              <a:rPr lang="fr-FR" smtClean="0"/>
              <a:t>08/05/2017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ABA09-BB2C-4535-81F8-9BB8016F86E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914985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58091" y="278272"/>
            <a:ext cx="10045542" cy="1158081"/>
          </a:xfrm>
        </p:spPr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58092" y="1555375"/>
            <a:ext cx="4931695" cy="648203"/>
          </a:xfrm>
        </p:spPr>
        <p:txBody>
          <a:bodyPr anchor="b"/>
          <a:lstStyle>
            <a:lvl1pPr marL="0" indent="0">
              <a:buNone/>
              <a:defRPr sz="2100" b="1"/>
            </a:lvl1pPr>
            <a:lvl2pPr marL="406268" indent="0">
              <a:buNone/>
              <a:defRPr sz="1800" b="1"/>
            </a:lvl2pPr>
            <a:lvl3pPr marL="812536" indent="0">
              <a:buNone/>
              <a:defRPr sz="1600" b="1"/>
            </a:lvl3pPr>
            <a:lvl4pPr marL="1218804" indent="0">
              <a:buNone/>
              <a:defRPr sz="1400" b="1"/>
            </a:lvl4pPr>
            <a:lvl5pPr marL="1625072" indent="0">
              <a:buNone/>
              <a:defRPr sz="1400" b="1"/>
            </a:lvl5pPr>
            <a:lvl6pPr marL="2031340" indent="0">
              <a:buNone/>
              <a:defRPr sz="1400" b="1"/>
            </a:lvl6pPr>
            <a:lvl7pPr marL="2437608" indent="0">
              <a:buNone/>
              <a:defRPr sz="1400" b="1"/>
            </a:lvl7pPr>
            <a:lvl8pPr marL="2843875" indent="0">
              <a:buNone/>
              <a:defRPr sz="1400" b="1"/>
            </a:lvl8pPr>
            <a:lvl9pPr marL="3250143" indent="0">
              <a:buNone/>
              <a:defRPr sz="14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58092" y="2203578"/>
            <a:ext cx="4931695" cy="4003423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5670009" y="1555375"/>
            <a:ext cx="4933632" cy="648203"/>
          </a:xfrm>
        </p:spPr>
        <p:txBody>
          <a:bodyPr anchor="b"/>
          <a:lstStyle>
            <a:lvl1pPr marL="0" indent="0">
              <a:buNone/>
              <a:defRPr sz="2100" b="1"/>
            </a:lvl1pPr>
            <a:lvl2pPr marL="406268" indent="0">
              <a:buNone/>
              <a:defRPr sz="1800" b="1"/>
            </a:lvl2pPr>
            <a:lvl3pPr marL="812536" indent="0">
              <a:buNone/>
              <a:defRPr sz="1600" b="1"/>
            </a:lvl3pPr>
            <a:lvl4pPr marL="1218804" indent="0">
              <a:buNone/>
              <a:defRPr sz="1400" b="1"/>
            </a:lvl4pPr>
            <a:lvl5pPr marL="1625072" indent="0">
              <a:buNone/>
              <a:defRPr sz="1400" b="1"/>
            </a:lvl5pPr>
            <a:lvl6pPr marL="2031340" indent="0">
              <a:buNone/>
              <a:defRPr sz="1400" b="1"/>
            </a:lvl6pPr>
            <a:lvl7pPr marL="2437608" indent="0">
              <a:buNone/>
              <a:defRPr sz="1400" b="1"/>
            </a:lvl7pPr>
            <a:lvl8pPr marL="2843875" indent="0">
              <a:buNone/>
              <a:defRPr sz="1400" b="1"/>
            </a:lvl8pPr>
            <a:lvl9pPr marL="3250143" indent="0">
              <a:buNone/>
              <a:defRPr sz="14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5670009" y="2203578"/>
            <a:ext cx="4933632" cy="4003423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BBD053-8B74-4774-9EDF-619207C4621F}" type="datetimeFigureOut">
              <a:rPr lang="fr-FR" smtClean="0"/>
              <a:t>08/05/2017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ABA09-BB2C-4535-81F8-9BB8016F86E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698467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BBD053-8B74-4774-9EDF-619207C4621F}" type="datetimeFigureOut">
              <a:rPr lang="fr-FR" smtClean="0"/>
              <a:t>08/05/2017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ABA09-BB2C-4535-81F8-9BB8016F86E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568382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BBD053-8B74-4774-9EDF-619207C4621F}" type="datetimeFigureOut">
              <a:rPr lang="fr-FR" smtClean="0"/>
              <a:t>08/05/2017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ABA09-BB2C-4535-81F8-9BB8016F86E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106353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58092" y="276656"/>
            <a:ext cx="3672127" cy="1177384"/>
          </a:xfrm>
        </p:spPr>
        <p:txBody>
          <a:bodyPr anchor="b"/>
          <a:lstStyle>
            <a:lvl1pPr algn="l">
              <a:defRPr sz="18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363921" y="276661"/>
            <a:ext cx="6239708" cy="5930341"/>
          </a:xfrm>
        </p:spPr>
        <p:txBody>
          <a:bodyPr/>
          <a:lstStyle>
            <a:lvl1pPr>
              <a:defRPr sz="2800"/>
            </a:lvl1pPr>
            <a:lvl2pPr>
              <a:defRPr sz="2500"/>
            </a:lvl2pPr>
            <a:lvl3pPr>
              <a:defRPr sz="21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558092" y="1454038"/>
            <a:ext cx="3672127" cy="4752959"/>
          </a:xfrm>
        </p:spPr>
        <p:txBody>
          <a:bodyPr/>
          <a:lstStyle>
            <a:lvl1pPr marL="0" indent="0">
              <a:buNone/>
              <a:defRPr sz="1200"/>
            </a:lvl1pPr>
            <a:lvl2pPr marL="406268" indent="0">
              <a:buNone/>
              <a:defRPr sz="1100"/>
            </a:lvl2pPr>
            <a:lvl3pPr marL="812536" indent="0">
              <a:buNone/>
              <a:defRPr sz="900"/>
            </a:lvl3pPr>
            <a:lvl4pPr marL="1218804" indent="0">
              <a:buNone/>
              <a:defRPr sz="800"/>
            </a:lvl4pPr>
            <a:lvl5pPr marL="1625072" indent="0">
              <a:buNone/>
              <a:defRPr sz="800"/>
            </a:lvl5pPr>
            <a:lvl6pPr marL="2031340" indent="0">
              <a:buNone/>
              <a:defRPr sz="800"/>
            </a:lvl6pPr>
            <a:lvl7pPr marL="2437608" indent="0">
              <a:buNone/>
              <a:defRPr sz="800"/>
            </a:lvl7pPr>
            <a:lvl8pPr marL="2843875" indent="0">
              <a:buNone/>
              <a:defRPr sz="800"/>
            </a:lvl8pPr>
            <a:lvl9pPr marL="3250143" indent="0">
              <a:buNone/>
              <a:defRPr sz="8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BBD053-8B74-4774-9EDF-619207C4621F}" type="datetimeFigureOut">
              <a:rPr lang="fr-FR" smtClean="0"/>
              <a:t>08/05/2017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ABA09-BB2C-4535-81F8-9BB8016F86E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168582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187783" y="4863943"/>
            <a:ext cx="6697028" cy="574216"/>
          </a:xfrm>
        </p:spPr>
        <p:txBody>
          <a:bodyPr anchor="b"/>
          <a:lstStyle>
            <a:lvl1pPr algn="l">
              <a:defRPr sz="18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187783" y="620869"/>
            <a:ext cx="6697028" cy="4169093"/>
          </a:xfrm>
        </p:spPr>
        <p:txBody>
          <a:bodyPr/>
          <a:lstStyle>
            <a:lvl1pPr marL="0" indent="0">
              <a:buNone/>
              <a:defRPr sz="2800"/>
            </a:lvl1pPr>
            <a:lvl2pPr marL="406268" indent="0">
              <a:buNone/>
              <a:defRPr sz="2500"/>
            </a:lvl2pPr>
            <a:lvl3pPr marL="812536" indent="0">
              <a:buNone/>
              <a:defRPr sz="2100"/>
            </a:lvl3pPr>
            <a:lvl4pPr marL="1218804" indent="0">
              <a:buNone/>
              <a:defRPr sz="1800"/>
            </a:lvl4pPr>
            <a:lvl5pPr marL="1625072" indent="0">
              <a:buNone/>
              <a:defRPr sz="1800"/>
            </a:lvl5pPr>
            <a:lvl6pPr marL="2031340" indent="0">
              <a:buNone/>
              <a:defRPr sz="1800"/>
            </a:lvl6pPr>
            <a:lvl7pPr marL="2437608" indent="0">
              <a:buNone/>
              <a:defRPr sz="1800"/>
            </a:lvl7pPr>
            <a:lvl8pPr marL="2843875" indent="0">
              <a:buNone/>
              <a:defRPr sz="1800"/>
            </a:lvl8pPr>
            <a:lvl9pPr marL="3250143" indent="0">
              <a:buNone/>
              <a:defRPr sz="18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187783" y="5438164"/>
            <a:ext cx="6697028" cy="815483"/>
          </a:xfrm>
        </p:spPr>
        <p:txBody>
          <a:bodyPr/>
          <a:lstStyle>
            <a:lvl1pPr marL="0" indent="0">
              <a:buNone/>
              <a:defRPr sz="1200"/>
            </a:lvl1pPr>
            <a:lvl2pPr marL="406268" indent="0">
              <a:buNone/>
              <a:defRPr sz="1100"/>
            </a:lvl2pPr>
            <a:lvl3pPr marL="812536" indent="0">
              <a:buNone/>
              <a:defRPr sz="900"/>
            </a:lvl3pPr>
            <a:lvl4pPr marL="1218804" indent="0">
              <a:buNone/>
              <a:defRPr sz="800"/>
            </a:lvl4pPr>
            <a:lvl5pPr marL="1625072" indent="0">
              <a:buNone/>
              <a:defRPr sz="800"/>
            </a:lvl5pPr>
            <a:lvl6pPr marL="2031340" indent="0">
              <a:buNone/>
              <a:defRPr sz="800"/>
            </a:lvl6pPr>
            <a:lvl7pPr marL="2437608" indent="0">
              <a:buNone/>
              <a:defRPr sz="800"/>
            </a:lvl7pPr>
            <a:lvl8pPr marL="2843875" indent="0">
              <a:buNone/>
              <a:defRPr sz="800"/>
            </a:lvl8pPr>
            <a:lvl9pPr marL="3250143" indent="0">
              <a:buNone/>
              <a:defRPr sz="8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BBD053-8B74-4774-9EDF-619207C4621F}" type="datetimeFigureOut">
              <a:rPr lang="fr-FR" smtClean="0"/>
              <a:t>08/05/2017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ABA09-BB2C-4535-81F8-9BB8016F86E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7161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BBD053-8B74-4774-9EDF-619207C4621F}" type="datetimeFigureOut">
              <a:rPr lang="fr-FR" smtClean="0"/>
              <a:t>08/05/2017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ABA09-BB2C-4535-81F8-9BB8016F86E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351507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6850128" y="262184"/>
            <a:ext cx="2125764" cy="5602219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472826" y="262184"/>
            <a:ext cx="6191264" cy="5602219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BBD053-8B74-4774-9EDF-619207C4621F}" type="datetimeFigureOut">
              <a:rPr lang="fr-FR" smtClean="0"/>
              <a:t>08/05/2017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ABA09-BB2C-4535-81F8-9BB8016F86E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119742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558091" y="278272"/>
            <a:ext cx="10045542" cy="1158081"/>
          </a:xfrm>
          <a:prstGeom prst="rect">
            <a:avLst/>
          </a:prstGeom>
        </p:spPr>
        <p:txBody>
          <a:bodyPr vert="horz" lIns="81254" tIns="40627" rIns="81254" bIns="40627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58091" y="1621318"/>
            <a:ext cx="10045542" cy="4585681"/>
          </a:xfrm>
          <a:prstGeom prst="rect">
            <a:avLst/>
          </a:prstGeom>
        </p:spPr>
        <p:txBody>
          <a:bodyPr vert="horz" lIns="81254" tIns="40627" rIns="81254" bIns="40627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558087" y="6440223"/>
            <a:ext cx="2604401" cy="369942"/>
          </a:xfrm>
          <a:prstGeom prst="rect">
            <a:avLst/>
          </a:prstGeom>
        </p:spPr>
        <p:txBody>
          <a:bodyPr vert="horz" lIns="81254" tIns="40627" rIns="81254" bIns="40627" rtlCol="0" anchor="ctr"/>
          <a:lstStyle>
            <a:lvl1pPr algn="l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BBD053-8B74-4774-9EDF-619207C4621F}" type="datetimeFigureOut">
              <a:rPr lang="fr-FR" smtClean="0"/>
              <a:t>08/05/2017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813587" y="6440223"/>
            <a:ext cx="3534541" cy="369942"/>
          </a:xfrm>
          <a:prstGeom prst="rect">
            <a:avLst/>
          </a:prstGeom>
        </p:spPr>
        <p:txBody>
          <a:bodyPr vert="horz" lIns="81254" tIns="40627" rIns="81254" bIns="40627" rtlCol="0" anchor="ctr"/>
          <a:lstStyle>
            <a:lvl1pPr algn="ctr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7999228" y="6440223"/>
            <a:ext cx="2604401" cy="369942"/>
          </a:xfrm>
          <a:prstGeom prst="rect">
            <a:avLst/>
          </a:prstGeom>
        </p:spPr>
        <p:txBody>
          <a:bodyPr vert="horz" lIns="81254" tIns="40627" rIns="81254" bIns="40627" rtlCol="0" anchor="ctr"/>
          <a:lstStyle>
            <a:lvl1pPr algn="r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03ABA09-BB2C-4535-81F8-9BB8016F86E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165331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812536" rtl="0" eaLnBrk="1" latinLnBrk="0" hangingPunct="1">
        <a:spcBef>
          <a:spcPct val="0"/>
        </a:spcBef>
        <a:buNone/>
        <a:defRPr sz="39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4701" indent="-304701" algn="l" defTabSz="812536" rtl="0" eaLnBrk="1" latinLnBrk="0" hangingPunct="1">
        <a:spcBef>
          <a:spcPct val="20000"/>
        </a:spcBef>
        <a:buFont typeface="Arial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60185" indent="-253917" algn="l" defTabSz="812536" rtl="0" eaLnBrk="1" latinLnBrk="0" hangingPunct="1">
        <a:spcBef>
          <a:spcPct val="20000"/>
        </a:spcBef>
        <a:buFont typeface="Arial" pitchFamily="34" charset="0"/>
        <a:buChar char="–"/>
        <a:defRPr sz="2500" kern="1200">
          <a:solidFill>
            <a:schemeClr val="tx1"/>
          </a:solidFill>
          <a:latin typeface="+mn-lt"/>
          <a:ea typeface="+mn-ea"/>
          <a:cs typeface="+mn-cs"/>
        </a:defRPr>
      </a:lvl2pPr>
      <a:lvl3pPr marL="1015670" indent="-203134" algn="l" defTabSz="812536" rtl="0" eaLnBrk="1" latinLnBrk="0" hangingPunct="1">
        <a:spcBef>
          <a:spcPct val="20000"/>
        </a:spcBef>
        <a:buFont typeface="Arial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421938" indent="-203134" algn="l" defTabSz="812536" rtl="0" eaLnBrk="1" latinLnBrk="0" hangingPunct="1">
        <a:spcBef>
          <a:spcPct val="20000"/>
        </a:spcBef>
        <a:buFont typeface="Arial" pitchFamily="34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206" indent="-203134" algn="l" defTabSz="812536" rtl="0" eaLnBrk="1" latinLnBrk="0" hangingPunct="1">
        <a:spcBef>
          <a:spcPct val="20000"/>
        </a:spcBef>
        <a:buFont typeface="Arial" pitchFamily="34" charset="0"/>
        <a:buChar char="»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34474" indent="-203134" algn="l" defTabSz="812536" rtl="0" eaLnBrk="1" latinLnBrk="0" hangingPunct="1">
        <a:spcBef>
          <a:spcPct val="20000"/>
        </a:spcBef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640741" indent="-203134" algn="l" defTabSz="812536" rtl="0" eaLnBrk="1" latinLnBrk="0" hangingPunct="1">
        <a:spcBef>
          <a:spcPct val="20000"/>
        </a:spcBef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047009" indent="-203134" algn="l" defTabSz="812536" rtl="0" eaLnBrk="1" latinLnBrk="0" hangingPunct="1">
        <a:spcBef>
          <a:spcPct val="20000"/>
        </a:spcBef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453277" indent="-203134" algn="l" defTabSz="812536" rtl="0" eaLnBrk="1" latinLnBrk="0" hangingPunct="1">
        <a:spcBef>
          <a:spcPct val="20000"/>
        </a:spcBef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812536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406268" algn="l" defTabSz="812536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812536" algn="l" defTabSz="812536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218804" algn="l" defTabSz="812536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625072" algn="l" defTabSz="812536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031340" algn="l" defTabSz="812536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437608" algn="l" defTabSz="812536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843875" algn="l" defTabSz="812536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250143" algn="l" defTabSz="812536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" name="Picture 5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06800" y="-90000"/>
            <a:ext cx="4111263" cy="695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71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88977" y="711375"/>
            <a:ext cx="4678363" cy="54229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72" name="ZoneTexte 71"/>
          <p:cNvSpPr txBox="1"/>
          <p:nvPr/>
        </p:nvSpPr>
        <p:spPr>
          <a:xfrm>
            <a:off x="535758" y="921942"/>
            <a:ext cx="5261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latin typeface="Times New Roman" pitchFamily="18" charset="0"/>
                <a:cs typeface="Times New Roman" pitchFamily="18" charset="0"/>
              </a:rPr>
              <a:t>(a)</a:t>
            </a:r>
            <a:endParaRPr lang="fr-FR" sz="2400" dirty="0">
              <a:latin typeface="Times New Roman" pitchFamily="18" charset="0"/>
              <a:cs typeface="Times New Roman" pitchFamily="18" charset="0"/>
            </a:endParaRPr>
          </a:p>
        </p:txBody>
      </p:sp>
      <p:grpSp>
        <p:nvGrpSpPr>
          <p:cNvPr id="73" name="Groupe 72"/>
          <p:cNvGrpSpPr/>
          <p:nvPr/>
        </p:nvGrpSpPr>
        <p:grpSpPr>
          <a:xfrm>
            <a:off x="4356571" y="-90239"/>
            <a:ext cx="4124325" cy="6970713"/>
            <a:chOff x="4238625" y="0"/>
            <a:chExt cx="4124325" cy="6970713"/>
          </a:xfrm>
        </p:grpSpPr>
        <p:pic>
          <p:nvPicPr>
            <p:cNvPr id="74" name="Picture 4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238625" y="0"/>
              <a:ext cx="4124325" cy="697071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75" name="ZoneTexte 74"/>
            <p:cNvSpPr txBox="1"/>
            <p:nvPr/>
          </p:nvSpPr>
          <p:spPr>
            <a:xfrm>
              <a:off x="5108976" y="240184"/>
              <a:ext cx="54373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2400" dirty="0" smtClean="0">
                  <a:solidFill>
                    <a:schemeClr val="bg1"/>
                  </a:solidFill>
                  <a:latin typeface="Times New Roman" pitchFamily="18" charset="0"/>
                  <a:cs typeface="Times New Roman" pitchFamily="18" charset="0"/>
                </a:rPr>
                <a:t>(b)</a:t>
              </a:r>
              <a:endParaRPr lang="fr-FR" sz="2400" dirty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endParaRPr>
            </a:p>
          </p:txBody>
        </p:sp>
      </p:grpSp>
      <p:sp>
        <p:nvSpPr>
          <p:cNvPr id="76" name="ZoneTexte 75"/>
          <p:cNvSpPr txBox="1"/>
          <p:nvPr/>
        </p:nvSpPr>
        <p:spPr>
          <a:xfrm>
            <a:off x="8461027" y="132259"/>
            <a:ext cx="5261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(c)</a:t>
            </a:r>
            <a:endParaRPr lang="fr-FR" sz="2400" dirty="0">
              <a:solidFill>
                <a:schemeClr val="bg1"/>
              </a:solidFill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0440663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37</TotalTime>
  <Words>9</Words>
  <Application>Microsoft Office PowerPoint</Application>
  <PresentationFormat>Personnalisé</PresentationFormat>
  <Paragraphs>3</Paragraphs>
  <Slides>1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2" baseType="lpstr">
      <vt:lpstr>Thème Office</vt:lpstr>
      <vt:lpstr>Présentation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user</dc:creator>
  <cp:lastModifiedBy>user</cp:lastModifiedBy>
  <cp:revision>5</cp:revision>
  <dcterms:created xsi:type="dcterms:W3CDTF">2017-04-06T10:30:52Z</dcterms:created>
  <dcterms:modified xsi:type="dcterms:W3CDTF">2017-05-08T11:17:17Z</dcterms:modified>
</cp:coreProperties>
</file>