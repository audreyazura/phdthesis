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media/image5.png" ContentType="image/png"/>
  <Override PartName="/ppt/media/image4.png" ContentType="image/png"/>
  <Override PartName="/ppt/media/image3.png" ContentType="image/png"/>
  <Override PartName="/ppt/media/image2.png" ContentType="image/png"/>
  <Override PartName="/ppt/media/image1.png" ContentType="image/png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3"/>
  </p:sldIdLst>
  <p:sldSz cx="11161712" cy="6948487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7000" y="2158560"/>
            <a:ext cx="9487080" cy="148932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58000" y="1625760"/>
            <a:ext cx="10045080" cy="4029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7000" y="2158560"/>
            <a:ext cx="9487080" cy="148932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58000" y="1625760"/>
            <a:ext cx="10045080" cy="40294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7000" y="2158560"/>
            <a:ext cx="9487080" cy="148932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58000" y="1625760"/>
            <a:ext cx="4901760" cy="40294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705280" y="1625760"/>
            <a:ext cx="4901760" cy="40294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7000" y="2158560"/>
            <a:ext cx="9487080" cy="148932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7000" y="2158560"/>
            <a:ext cx="9487080" cy="69037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7000" y="2158560"/>
            <a:ext cx="9487080" cy="148932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58000" y="1625760"/>
            <a:ext cx="4901760" cy="19220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58000" y="3730680"/>
            <a:ext cx="4901760" cy="19220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705280" y="1625760"/>
            <a:ext cx="4901760" cy="40294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7000" y="2158560"/>
            <a:ext cx="9487080" cy="148932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58000" y="1625760"/>
            <a:ext cx="4901760" cy="40294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705280" y="1625760"/>
            <a:ext cx="4901760" cy="19220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705280" y="3730680"/>
            <a:ext cx="4901760" cy="19220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7000" y="2158560"/>
            <a:ext cx="9487080" cy="148932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58000" y="1625760"/>
            <a:ext cx="4901760" cy="19220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705280" y="1625760"/>
            <a:ext cx="4901760" cy="19220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58000" y="3730680"/>
            <a:ext cx="10045080" cy="19220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7000" y="2158560"/>
            <a:ext cx="9487080" cy="148932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58000" y="1625760"/>
            <a:ext cx="10045080" cy="19220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58000" y="3730680"/>
            <a:ext cx="10045080" cy="19220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7000" y="2158560"/>
            <a:ext cx="9487080" cy="148932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58000" y="1625760"/>
            <a:ext cx="4901760" cy="19220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705280" y="1625760"/>
            <a:ext cx="4901760" cy="19220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705280" y="3730680"/>
            <a:ext cx="4901760" cy="19220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58000" y="3730680"/>
            <a:ext cx="4901760" cy="19220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7000" y="2158560"/>
            <a:ext cx="9487080" cy="148932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58000" y="1625760"/>
            <a:ext cx="10045080" cy="40294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58000" y="1625760"/>
            <a:ext cx="10045080" cy="40294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37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3055320" y="1625400"/>
            <a:ext cx="5050080" cy="402948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3055320" y="1625400"/>
            <a:ext cx="5050080" cy="402948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7000" y="2158560"/>
            <a:ext cx="9487080" cy="1488960"/>
          </a:xfrm>
          <a:prstGeom prst="rect">
            <a:avLst/>
          </a:prstGeom>
        </p:spPr>
        <p:txBody>
          <a:bodyPr lIns="81360" rIns="81360" tIns="40680" bIns="40680" anchor="ctr"/>
          <a:p>
            <a:pPr algn="ctr">
              <a:lnSpc>
                <a:spcPct val="100000"/>
              </a:lnSpc>
            </a:pPr>
            <a:r>
              <a:rPr lang="fr-FR" sz="3900">
                <a:solidFill>
                  <a:srgbClr val="000000"/>
                </a:solidFill>
                <a:latin typeface="Calibri"/>
              </a:rPr>
              <a:t>Click to edit the title text formatModifiez le style du titre</a:t>
            </a:r>
            <a:endParaRPr/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558000" y="6440400"/>
            <a:ext cx="2603880" cy="369720"/>
          </a:xfrm>
          <a:prstGeom prst="rect">
            <a:avLst/>
          </a:prstGeom>
        </p:spPr>
        <p:txBody>
          <a:bodyPr lIns="81360" rIns="81360" tIns="40680" bIns="40680" anchor="ctr"/>
          <a:p>
            <a:pPr>
              <a:lnSpc>
                <a:spcPct val="100000"/>
              </a:lnSpc>
            </a:pPr>
            <a:r>
              <a:rPr lang="en-US" sz="1100">
                <a:solidFill>
                  <a:srgbClr val="8b8b8b"/>
                </a:solidFill>
                <a:latin typeface="Calibri"/>
              </a:rPr>
              <a:t>5/9/17</a:t>
            </a:r>
            <a:endParaRPr/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813480" y="6440400"/>
            <a:ext cx="3534120" cy="369720"/>
          </a:xfrm>
          <a:prstGeom prst="rect">
            <a:avLst/>
          </a:prstGeom>
        </p:spPr>
        <p:txBody>
          <a:bodyPr lIns="81360" rIns="81360" tIns="40680" bIns="40680" anchor="ctr"/>
          <a:p>
            <a:endParaRPr/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7999200" y="6440400"/>
            <a:ext cx="2603880" cy="369720"/>
          </a:xfrm>
          <a:prstGeom prst="rect">
            <a:avLst/>
          </a:prstGeom>
        </p:spPr>
        <p:txBody>
          <a:bodyPr lIns="81360" rIns="81360" tIns="40680" bIns="40680" anchor="ctr"/>
          <a:p>
            <a:pPr algn="r">
              <a:lnSpc>
                <a:spcPct val="100000"/>
              </a:lnSpc>
            </a:pPr>
            <a:fld id="{810B7DB4-35F7-4C8F-A84B-EE7D4AF0F530}" type="slidenum">
              <a:rPr lang="en-US" sz="1100">
                <a:solidFill>
                  <a:srgbClr val="8b8b8b"/>
                </a:solidFill>
                <a:latin typeface="Calibri"/>
              </a:rPr>
              <a:t>&lt;number&gt;</a:t>
            </a:fld>
            <a:endParaRPr/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58000" y="1625760"/>
            <a:ext cx="10045080" cy="4029480"/>
          </a:xfrm>
          <a:prstGeom prst="rect">
            <a:avLst/>
          </a:prstGeom>
        </p:spPr>
        <p:txBody>
          <a:bodyPr lIns="0" rIns="0" tIns="0" bIns="0"/>
          <a:p>
            <a:pPr>
              <a:buSzPct val="45000"/>
              <a:buFont typeface="StarSymbol"/>
              <a:buChar char=""/>
            </a:pPr>
            <a:r>
              <a:rPr lang="fr-FR" sz="2800">
                <a:latin typeface="Calibri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fr-FR" sz="2100">
                <a:latin typeface="Calibri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fr-FR">
                <a:latin typeface="Calibri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fr-FR">
                <a:latin typeface="Calibri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Seventh Outline Level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5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7606800" y="-90000"/>
            <a:ext cx="4110840" cy="6951240"/>
          </a:xfrm>
          <a:prstGeom prst="rect">
            <a:avLst/>
          </a:prstGeom>
          <a:ln>
            <a:noFill/>
          </a:ln>
        </p:spPr>
      </p:pic>
      <p:pic>
        <p:nvPicPr>
          <p:cNvPr id="40" name="Picture 2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-88920" y="711360"/>
            <a:ext cx="4677840" cy="5422680"/>
          </a:xfrm>
          <a:prstGeom prst="rect">
            <a:avLst/>
          </a:prstGeom>
          <a:ln>
            <a:noFill/>
          </a:ln>
        </p:spPr>
      </p:pic>
      <p:sp>
        <p:nvSpPr>
          <p:cNvPr id="41" name="CustomShape 1"/>
          <p:cNvSpPr/>
          <p:nvPr/>
        </p:nvSpPr>
        <p:spPr>
          <a:xfrm>
            <a:off x="537840" y="921960"/>
            <a:ext cx="520920" cy="45612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(a)</a:t>
            </a:r>
            <a:endParaRPr/>
          </a:p>
        </p:txBody>
      </p:sp>
      <p:pic>
        <p:nvPicPr>
          <p:cNvPr id="42" name="Picture 4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4356720" y="-90360"/>
            <a:ext cx="4123800" cy="6970320"/>
          </a:xfrm>
          <a:prstGeom prst="rect">
            <a:avLst/>
          </a:prstGeom>
          <a:ln>
            <a:noFill/>
          </a:ln>
        </p:spPr>
      </p:pic>
      <p:sp>
        <p:nvSpPr>
          <p:cNvPr id="43" name="CustomShape 2"/>
          <p:cNvSpPr/>
          <p:nvPr/>
        </p:nvSpPr>
        <p:spPr>
          <a:xfrm>
            <a:off x="5229360" y="150120"/>
            <a:ext cx="537840" cy="45612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</a:rPr>
              <a:t>(b)</a:t>
            </a:r>
            <a:endParaRPr/>
          </a:p>
        </p:txBody>
      </p:sp>
      <p:sp>
        <p:nvSpPr>
          <p:cNvPr id="44" name="CustomShape 3"/>
          <p:cNvSpPr/>
          <p:nvPr/>
        </p:nvSpPr>
        <p:spPr>
          <a:xfrm>
            <a:off x="8463240" y="132120"/>
            <a:ext cx="520920" cy="45612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</a:rPr>
              <a:t>(c)</a:t>
            </a:r>
            <a:endParaRPr/>
          </a:p>
        </p:txBody>
      </p:sp>
      <p:sp>
        <p:nvSpPr>
          <p:cNvPr id="45" name="CustomShape 4"/>
          <p:cNvSpPr/>
          <p:nvPr/>
        </p:nvSpPr>
        <p:spPr>
          <a:xfrm>
            <a:off x="3108960" y="1005840"/>
            <a:ext cx="9144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id="46" name="CustomShape 5"/>
          <p:cNvSpPr/>
          <p:nvPr/>
        </p:nvSpPr>
        <p:spPr>
          <a:xfrm>
            <a:off x="5303520" y="822960"/>
            <a:ext cx="457200" cy="3657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  <p:sp>
        <p:nvSpPr>
          <p:cNvPr id="47" name="CustomShape 6"/>
          <p:cNvSpPr/>
          <p:nvPr/>
        </p:nvSpPr>
        <p:spPr>
          <a:xfrm>
            <a:off x="8503920" y="914400"/>
            <a:ext cx="457200" cy="3657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