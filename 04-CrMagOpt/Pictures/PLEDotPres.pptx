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>
  <p:sldMasterIdLst>
    <p:sldMasterId id="2147483648" r:id="rId1"/>
  </p:sldMasterIdLst>
  <p:sldIdLst>
    <p:sldId id="256" r:id="rId2"/>
  </p:sldIdLst>
  <p:sldSz cx="11161713" cy="6948488"/>
  <p:notesSz cx="7559675" cy="10691813"/>
  <p:defaultTextStyle>
    <a:defPPr>
      <a:defRPr lang="fr-FR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86" d="100"/>
          <a:sy n="86" d="100"/>
        </p:scale>
        <p:origin x="-534" y="-78"/>
      </p:cViewPr>
      <p:guideLst>
        <p:guide orient="horz" pos="2188"/>
        <p:guide pos="3515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3" Type="http://schemas.openxmlformats.org/officeDocument/2006/relationships/presProps" Target="pres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tableStyles" Target="tableStyles.xml"/><Relationship Id="rId5" Type="http://schemas.openxmlformats.org/officeDocument/2006/relationships/theme" Target="theme/theme1.xml"/><Relationship Id="rId4" Type="http://schemas.openxmlformats.org/officeDocument/2006/relationships/viewProps" Target="viewProp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tx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PlaceHolder 1"/>
          <p:cNvSpPr>
            <a:spLocks noGrp="1"/>
          </p:cNvSpPr>
          <p:nvPr>
            <p:ph type="title"/>
          </p:nvPr>
        </p:nvSpPr>
        <p:spPr>
          <a:xfrm>
            <a:off x="837000" y="2158560"/>
            <a:ext cx="9487080" cy="1489320"/>
          </a:xfrm>
          <a:prstGeom prst="rect">
            <a:avLst/>
          </a:prstGeom>
        </p:spPr>
        <p:txBody>
          <a:bodyPr lIns="0" tIns="0" rIns="0" bIns="0" anchor="ctr"/>
          <a:lstStyle/>
          <a:p>
            <a:endParaRPr/>
          </a:p>
        </p:txBody>
      </p:sp>
      <p:sp>
        <p:nvSpPr>
          <p:cNvPr id="6" name="PlaceHolder 2"/>
          <p:cNvSpPr>
            <a:spLocks noGrp="1"/>
          </p:cNvSpPr>
          <p:nvPr>
            <p:ph type="subTitle"/>
          </p:nvPr>
        </p:nvSpPr>
        <p:spPr>
          <a:xfrm>
            <a:off x="558000" y="1625760"/>
            <a:ext cx="10045080" cy="4029840"/>
          </a:xfrm>
          <a:prstGeom prst="rect">
            <a:avLst/>
          </a:prstGeom>
        </p:spPr>
        <p:txBody>
          <a:bodyPr lIns="0" tIns="0" rIns="0" bIns="0" anchor="ctr"/>
          <a:lstStyle/>
          <a:p>
            <a:pPr algn="ctr"/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,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PlaceHolder 1"/>
          <p:cNvSpPr>
            <a:spLocks noGrp="1"/>
          </p:cNvSpPr>
          <p:nvPr>
            <p:ph type="title"/>
          </p:nvPr>
        </p:nvSpPr>
        <p:spPr>
          <a:xfrm>
            <a:off x="837000" y="2158560"/>
            <a:ext cx="9487080" cy="1489320"/>
          </a:xfrm>
          <a:prstGeom prst="rect">
            <a:avLst/>
          </a:prstGeom>
        </p:spPr>
        <p:txBody>
          <a:bodyPr lIns="0" tIns="0" rIns="0" bIns="0" anchor="ctr"/>
          <a:lstStyle/>
          <a:p>
            <a:endParaRPr/>
          </a:p>
        </p:txBody>
      </p:sp>
      <p:sp>
        <p:nvSpPr>
          <p:cNvPr id="8" name="PlaceHolder 2"/>
          <p:cNvSpPr>
            <a:spLocks noGrp="1"/>
          </p:cNvSpPr>
          <p:nvPr>
            <p:ph type="body"/>
          </p:nvPr>
        </p:nvSpPr>
        <p:spPr>
          <a:xfrm>
            <a:off x="558000" y="1625760"/>
            <a:ext cx="10045080" cy="4029480"/>
          </a:xfrm>
          <a:prstGeom prst="rect">
            <a:avLst/>
          </a:prstGeom>
        </p:spPr>
        <p:txBody>
          <a:bodyPr lIns="0" tIns="0" rIns="0" bIns="0"/>
          <a:lstStyle/>
          <a:p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itle, 2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PlaceHolder 1"/>
          <p:cNvSpPr>
            <a:spLocks noGrp="1"/>
          </p:cNvSpPr>
          <p:nvPr>
            <p:ph type="title"/>
          </p:nvPr>
        </p:nvSpPr>
        <p:spPr>
          <a:xfrm>
            <a:off x="837000" y="2158560"/>
            <a:ext cx="9487080" cy="1489320"/>
          </a:xfrm>
          <a:prstGeom prst="rect">
            <a:avLst/>
          </a:prstGeom>
        </p:spPr>
        <p:txBody>
          <a:bodyPr lIns="0" tIns="0" rIns="0" bIns="0" anchor="ctr"/>
          <a:lstStyle/>
          <a:p>
            <a:endParaRPr/>
          </a:p>
        </p:txBody>
      </p:sp>
      <p:sp>
        <p:nvSpPr>
          <p:cNvPr id="10" name="PlaceHolder 2"/>
          <p:cNvSpPr>
            <a:spLocks noGrp="1"/>
          </p:cNvSpPr>
          <p:nvPr>
            <p:ph type="body"/>
          </p:nvPr>
        </p:nvSpPr>
        <p:spPr>
          <a:xfrm>
            <a:off x="558000" y="1625760"/>
            <a:ext cx="4901760" cy="4029480"/>
          </a:xfrm>
          <a:prstGeom prst="rect">
            <a:avLst/>
          </a:prstGeom>
        </p:spPr>
        <p:txBody>
          <a:bodyPr lIns="0" tIns="0" rIns="0" bIns="0"/>
          <a:lstStyle/>
          <a:p>
            <a:endParaRPr/>
          </a:p>
        </p:txBody>
      </p:sp>
      <p:sp>
        <p:nvSpPr>
          <p:cNvPr id="11" name="PlaceHolder 3"/>
          <p:cNvSpPr>
            <a:spLocks noGrp="1"/>
          </p:cNvSpPr>
          <p:nvPr>
            <p:ph type="body"/>
          </p:nvPr>
        </p:nvSpPr>
        <p:spPr>
          <a:xfrm>
            <a:off x="5705280" y="1625760"/>
            <a:ext cx="4901760" cy="4029480"/>
          </a:xfrm>
          <a:prstGeom prst="rect">
            <a:avLst/>
          </a:prstGeom>
        </p:spPr>
        <p:txBody>
          <a:bodyPr lIns="0" tIns="0" rIns="0" bIns="0"/>
          <a:lstStyle/>
          <a:p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PlaceHolder 1"/>
          <p:cNvSpPr>
            <a:spLocks noGrp="1"/>
          </p:cNvSpPr>
          <p:nvPr>
            <p:ph type="title"/>
          </p:nvPr>
        </p:nvSpPr>
        <p:spPr>
          <a:xfrm>
            <a:off x="837000" y="2158560"/>
            <a:ext cx="9487080" cy="1489320"/>
          </a:xfrm>
          <a:prstGeom prst="rect">
            <a:avLst/>
          </a:prstGeom>
        </p:spPr>
        <p:txBody>
          <a:bodyPr lIns="0" tIns="0" rIns="0" bIns="0" anchor="ctr"/>
          <a:lstStyle/>
          <a:p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objOnly" preserve="1">
  <p:cSld name="Centere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" name="PlaceHolder 1"/>
          <p:cNvSpPr>
            <a:spLocks noGrp="1"/>
          </p:cNvSpPr>
          <p:nvPr>
            <p:ph type="subTitle"/>
          </p:nvPr>
        </p:nvSpPr>
        <p:spPr>
          <a:xfrm>
            <a:off x="837000" y="2158560"/>
            <a:ext cx="9487080" cy="6903720"/>
          </a:xfrm>
          <a:prstGeom prst="rect">
            <a:avLst/>
          </a:prstGeom>
        </p:spPr>
        <p:txBody>
          <a:bodyPr lIns="0" tIns="0" rIns="0" bIns="0" anchor="ctr"/>
          <a:lstStyle/>
          <a:p>
            <a:pPr algn="ctr"/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AndObj" preserve="1">
  <p:cSld name="Title, 2 Content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PlaceHolder 1"/>
          <p:cNvSpPr>
            <a:spLocks noGrp="1"/>
          </p:cNvSpPr>
          <p:nvPr>
            <p:ph type="title"/>
          </p:nvPr>
        </p:nvSpPr>
        <p:spPr>
          <a:xfrm>
            <a:off x="837000" y="2158560"/>
            <a:ext cx="9487080" cy="1489320"/>
          </a:xfrm>
          <a:prstGeom prst="rect">
            <a:avLst/>
          </a:prstGeom>
        </p:spPr>
        <p:txBody>
          <a:bodyPr lIns="0" tIns="0" rIns="0" bIns="0" anchor="ctr"/>
          <a:lstStyle/>
          <a:p>
            <a:endParaRPr/>
          </a:p>
        </p:txBody>
      </p:sp>
      <p:sp>
        <p:nvSpPr>
          <p:cNvPr id="15" name="PlaceHolder 2"/>
          <p:cNvSpPr>
            <a:spLocks noGrp="1"/>
          </p:cNvSpPr>
          <p:nvPr>
            <p:ph type="body"/>
          </p:nvPr>
        </p:nvSpPr>
        <p:spPr>
          <a:xfrm>
            <a:off x="558000" y="1625760"/>
            <a:ext cx="4901760" cy="1922040"/>
          </a:xfrm>
          <a:prstGeom prst="rect">
            <a:avLst/>
          </a:prstGeom>
        </p:spPr>
        <p:txBody>
          <a:bodyPr lIns="0" tIns="0" rIns="0" bIns="0"/>
          <a:lstStyle/>
          <a:p>
            <a:endParaRPr/>
          </a:p>
        </p:txBody>
      </p:sp>
      <p:sp>
        <p:nvSpPr>
          <p:cNvPr id="16" name="PlaceHolder 3"/>
          <p:cNvSpPr>
            <a:spLocks noGrp="1"/>
          </p:cNvSpPr>
          <p:nvPr>
            <p:ph type="body"/>
          </p:nvPr>
        </p:nvSpPr>
        <p:spPr>
          <a:xfrm>
            <a:off x="558000" y="3730680"/>
            <a:ext cx="4901760" cy="1922040"/>
          </a:xfrm>
          <a:prstGeom prst="rect">
            <a:avLst/>
          </a:prstGeom>
        </p:spPr>
        <p:txBody>
          <a:bodyPr lIns="0" tIns="0" rIns="0" bIns="0"/>
          <a:lstStyle/>
          <a:p>
            <a:endParaRPr/>
          </a:p>
        </p:txBody>
      </p:sp>
      <p:sp>
        <p:nvSpPr>
          <p:cNvPr id="17" name="PlaceHolder 4"/>
          <p:cNvSpPr>
            <a:spLocks noGrp="1"/>
          </p:cNvSpPr>
          <p:nvPr>
            <p:ph type="body"/>
          </p:nvPr>
        </p:nvSpPr>
        <p:spPr>
          <a:xfrm>
            <a:off x="5705280" y="1625760"/>
            <a:ext cx="4901760" cy="4029480"/>
          </a:xfrm>
          <a:prstGeom prst="rect">
            <a:avLst/>
          </a:prstGeom>
        </p:spPr>
        <p:txBody>
          <a:bodyPr lIns="0" tIns="0" rIns="0" bIns="0"/>
          <a:lstStyle/>
          <a:p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AndTwoObj" preserve="1">
  <p:cSld name="Title Content and 2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PlaceHolder 1"/>
          <p:cNvSpPr>
            <a:spLocks noGrp="1"/>
          </p:cNvSpPr>
          <p:nvPr>
            <p:ph type="title"/>
          </p:nvPr>
        </p:nvSpPr>
        <p:spPr>
          <a:xfrm>
            <a:off x="837000" y="2158560"/>
            <a:ext cx="9487080" cy="1489320"/>
          </a:xfrm>
          <a:prstGeom prst="rect">
            <a:avLst/>
          </a:prstGeom>
        </p:spPr>
        <p:txBody>
          <a:bodyPr lIns="0" tIns="0" rIns="0" bIns="0" anchor="ctr"/>
          <a:lstStyle/>
          <a:p>
            <a:endParaRPr/>
          </a:p>
        </p:txBody>
      </p:sp>
      <p:sp>
        <p:nvSpPr>
          <p:cNvPr id="19" name="PlaceHolder 2"/>
          <p:cNvSpPr>
            <a:spLocks noGrp="1"/>
          </p:cNvSpPr>
          <p:nvPr>
            <p:ph type="body"/>
          </p:nvPr>
        </p:nvSpPr>
        <p:spPr>
          <a:xfrm>
            <a:off x="558000" y="1625760"/>
            <a:ext cx="4901760" cy="4029480"/>
          </a:xfrm>
          <a:prstGeom prst="rect">
            <a:avLst/>
          </a:prstGeom>
        </p:spPr>
        <p:txBody>
          <a:bodyPr lIns="0" tIns="0" rIns="0" bIns="0"/>
          <a:lstStyle/>
          <a:p>
            <a:endParaRPr/>
          </a:p>
        </p:txBody>
      </p:sp>
      <p:sp>
        <p:nvSpPr>
          <p:cNvPr id="20" name="PlaceHolder 3"/>
          <p:cNvSpPr>
            <a:spLocks noGrp="1"/>
          </p:cNvSpPr>
          <p:nvPr>
            <p:ph type="body"/>
          </p:nvPr>
        </p:nvSpPr>
        <p:spPr>
          <a:xfrm>
            <a:off x="5705280" y="1625760"/>
            <a:ext cx="4901760" cy="1922040"/>
          </a:xfrm>
          <a:prstGeom prst="rect">
            <a:avLst/>
          </a:prstGeom>
        </p:spPr>
        <p:txBody>
          <a:bodyPr lIns="0" tIns="0" rIns="0" bIns="0"/>
          <a:lstStyle/>
          <a:p>
            <a:endParaRPr/>
          </a:p>
        </p:txBody>
      </p:sp>
      <p:sp>
        <p:nvSpPr>
          <p:cNvPr id="21" name="PlaceHolder 4"/>
          <p:cNvSpPr>
            <a:spLocks noGrp="1"/>
          </p:cNvSpPr>
          <p:nvPr>
            <p:ph type="body"/>
          </p:nvPr>
        </p:nvSpPr>
        <p:spPr>
          <a:xfrm>
            <a:off x="5705280" y="3730680"/>
            <a:ext cx="4901760" cy="1922040"/>
          </a:xfrm>
          <a:prstGeom prst="rect">
            <a:avLst/>
          </a:prstGeom>
        </p:spPr>
        <p:txBody>
          <a:bodyPr lIns="0" tIns="0" rIns="0" bIns="0"/>
          <a:lstStyle/>
          <a:p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OverTx" preserve="1">
  <p:cSld name="Title, 2 Content over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" name="PlaceHolder 1"/>
          <p:cNvSpPr>
            <a:spLocks noGrp="1"/>
          </p:cNvSpPr>
          <p:nvPr>
            <p:ph type="title"/>
          </p:nvPr>
        </p:nvSpPr>
        <p:spPr>
          <a:xfrm>
            <a:off x="837000" y="2158560"/>
            <a:ext cx="9487080" cy="1489320"/>
          </a:xfrm>
          <a:prstGeom prst="rect">
            <a:avLst/>
          </a:prstGeom>
        </p:spPr>
        <p:txBody>
          <a:bodyPr lIns="0" tIns="0" rIns="0" bIns="0" anchor="ctr"/>
          <a:lstStyle/>
          <a:p>
            <a:endParaRPr/>
          </a:p>
        </p:txBody>
      </p:sp>
      <p:sp>
        <p:nvSpPr>
          <p:cNvPr id="23" name="PlaceHolder 2"/>
          <p:cNvSpPr>
            <a:spLocks noGrp="1"/>
          </p:cNvSpPr>
          <p:nvPr>
            <p:ph type="body"/>
          </p:nvPr>
        </p:nvSpPr>
        <p:spPr>
          <a:xfrm>
            <a:off x="558000" y="1625760"/>
            <a:ext cx="4901760" cy="1922040"/>
          </a:xfrm>
          <a:prstGeom prst="rect">
            <a:avLst/>
          </a:prstGeom>
        </p:spPr>
        <p:txBody>
          <a:bodyPr lIns="0" tIns="0" rIns="0" bIns="0"/>
          <a:lstStyle/>
          <a:p>
            <a:endParaRPr/>
          </a:p>
        </p:txBody>
      </p:sp>
      <p:sp>
        <p:nvSpPr>
          <p:cNvPr id="24" name="PlaceHolder 3"/>
          <p:cNvSpPr>
            <a:spLocks noGrp="1"/>
          </p:cNvSpPr>
          <p:nvPr>
            <p:ph type="body"/>
          </p:nvPr>
        </p:nvSpPr>
        <p:spPr>
          <a:xfrm>
            <a:off x="5705280" y="1625760"/>
            <a:ext cx="4901760" cy="1922040"/>
          </a:xfrm>
          <a:prstGeom prst="rect">
            <a:avLst/>
          </a:prstGeom>
        </p:spPr>
        <p:txBody>
          <a:bodyPr lIns="0" tIns="0" rIns="0" bIns="0"/>
          <a:lstStyle/>
          <a:p>
            <a:endParaRPr/>
          </a:p>
        </p:txBody>
      </p:sp>
      <p:sp>
        <p:nvSpPr>
          <p:cNvPr id="25" name="PlaceHolder 4"/>
          <p:cNvSpPr>
            <a:spLocks noGrp="1"/>
          </p:cNvSpPr>
          <p:nvPr>
            <p:ph type="body"/>
          </p:nvPr>
        </p:nvSpPr>
        <p:spPr>
          <a:xfrm>
            <a:off x="558000" y="3730680"/>
            <a:ext cx="10045080" cy="1922040"/>
          </a:xfrm>
          <a:prstGeom prst="rect">
            <a:avLst/>
          </a:prstGeom>
        </p:spPr>
        <p:txBody>
          <a:bodyPr lIns="0" tIns="0" rIns="0" bIns="0"/>
          <a:lstStyle/>
          <a:p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objOverTx" preserve="1">
  <p:cSld name="Title, Content over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PlaceHolder 1"/>
          <p:cNvSpPr>
            <a:spLocks noGrp="1"/>
          </p:cNvSpPr>
          <p:nvPr>
            <p:ph type="title"/>
          </p:nvPr>
        </p:nvSpPr>
        <p:spPr>
          <a:xfrm>
            <a:off x="837000" y="2158560"/>
            <a:ext cx="9487080" cy="1489320"/>
          </a:xfrm>
          <a:prstGeom prst="rect">
            <a:avLst/>
          </a:prstGeom>
        </p:spPr>
        <p:txBody>
          <a:bodyPr lIns="0" tIns="0" rIns="0" bIns="0" anchor="ctr"/>
          <a:lstStyle/>
          <a:p>
            <a:endParaRPr/>
          </a:p>
        </p:txBody>
      </p:sp>
      <p:sp>
        <p:nvSpPr>
          <p:cNvPr id="27" name="PlaceHolder 2"/>
          <p:cNvSpPr>
            <a:spLocks noGrp="1"/>
          </p:cNvSpPr>
          <p:nvPr>
            <p:ph type="body"/>
          </p:nvPr>
        </p:nvSpPr>
        <p:spPr>
          <a:xfrm>
            <a:off x="558000" y="1625760"/>
            <a:ext cx="10045080" cy="1922040"/>
          </a:xfrm>
          <a:prstGeom prst="rect">
            <a:avLst/>
          </a:prstGeom>
        </p:spPr>
        <p:txBody>
          <a:bodyPr lIns="0" tIns="0" rIns="0" bIns="0"/>
          <a:lstStyle/>
          <a:p>
            <a:endParaRPr/>
          </a:p>
        </p:txBody>
      </p:sp>
      <p:sp>
        <p:nvSpPr>
          <p:cNvPr id="28" name="PlaceHolder 3"/>
          <p:cNvSpPr>
            <a:spLocks noGrp="1"/>
          </p:cNvSpPr>
          <p:nvPr>
            <p:ph type="body"/>
          </p:nvPr>
        </p:nvSpPr>
        <p:spPr>
          <a:xfrm>
            <a:off x="558000" y="3730680"/>
            <a:ext cx="10045080" cy="1922040"/>
          </a:xfrm>
          <a:prstGeom prst="rect">
            <a:avLst/>
          </a:prstGeom>
        </p:spPr>
        <p:txBody>
          <a:bodyPr lIns="0" tIns="0" rIns="0" bIns="0"/>
          <a:lstStyle/>
          <a:p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fourObj" preserve="1">
  <p:cSld name="Title, 4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PlaceHolder 1"/>
          <p:cNvSpPr>
            <a:spLocks noGrp="1"/>
          </p:cNvSpPr>
          <p:nvPr>
            <p:ph type="title"/>
          </p:nvPr>
        </p:nvSpPr>
        <p:spPr>
          <a:xfrm>
            <a:off x="837000" y="2158560"/>
            <a:ext cx="9487080" cy="1489320"/>
          </a:xfrm>
          <a:prstGeom prst="rect">
            <a:avLst/>
          </a:prstGeom>
        </p:spPr>
        <p:txBody>
          <a:bodyPr lIns="0" tIns="0" rIns="0" bIns="0" anchor="ctr"/>
          <a:lstStyle/>
          <a:p>
            <a:endParaRPr/>
          </a:p>
        </p:txBody>
      </p:sp>
      <p:sp>
        <p:nvSpPr>
          <p:cNvPr id="30" name="PlaceHolder 2"/>
          <p:cNvSpPr>
            <a:spLocks noGrp="1"/>
          </p:cNvSpPr>
          <p:nvPr>
            <p:ph type="body"/>
          </p:nvPr>
        </p:nvSpPr>
        <p:spPr>
          <a:xfrm>
            <a:off x="558000" y="1625760"/>
            <a:ext cx="4901760" cy="1922040"/>
          </a:xfrm>
          <a:prstGeom prst="rect">
            <a:avLst/>
          </a:prstGeom>
        </p:spPr>
        <p:txBody>
          <a:bodyPr lIns="0" tIns="0" rIns="0" bIns="0"/>
          <a:lstStyle/>
          <a:p>
            <a:endParaRPr/>
          </a:p>
        </p:txBody>
      </p:sp>
      <p:sp>
        <p:nvSpPr>
          <p:cNvPr id="31" name="PlaceHolder 3"/>
          <p:cNvSpPr>
            <a:spLocks noGrp="1"/>
          </p:cNvSpPr>
          <p:nvPr>
            <p:ph type="body"/>
          </p:nvPr>
        </p:nvSpPr>
        <p:spPr>
          <a:xfrm>
            <a:off x="5705280" y="1625760"/>
            <a:ext cx="4901760" cy="1922040"/>
          </a:xfrm>
          <a:prstGeom prst="rect">
            <a:avLst/>
          </a:prstGeom>
        </p:spPr>
        <p:txBody>
          <a:bodyPr lIns="0" tIns="0" rIns="0" bIns="0"/>
          <a:lstStyle/>
          <a:p>
            <a:endParaRPr/>
          </a:p>
        </p:txBody>
      </p:sp>
      <p:sp>
        <p:nvSpPr>
          <p:cNvPr id="32" name="PlaceHolder 4"/>
          <p:cNvSpPr>
            <a:spLocks noGrp="1"/>
          </p:cNvSpPr>
          <p:nvPr>
            <p:ph type="body"/>
          </p:nvPr>
        </p:nvSpPr>
        <p:spPr>
          <a:xfrm>
            <a:off x="5705280" y="3730680"/>
            <a:ext cx="4901760" cy="1922040"/>
          </a:xfrm>
          <a:prstGeom prst="rect">
            <a:avLst/>
          </a:prstGeom>
        </p:spPr>
        <p:txBody>
          <a:bodyPr lIns="0" tIns="0" rIns="0" bIns="0"/>
          <a:lstStyle/>
          <a:p>
            <a:endParaRPr/>
          </a:p>
        </p:txBody>
      </p:sp>
      <p:sp>
        <p:nvSpPr>
          <p:cNvPr id="33" name="PlaceHolder 5"/>
          <p:cNvSpPr>
            <a:spLocks noGrp="1"/>
          </p:cNvSpPr>
          <p:nvPr>
            <p:ph type="body"/>
          </p:nvPr>
        </p:nvSpPr>
        <p:spPr>
          <a:xfrm>
            <a:off x="558000" y="3730680"/>
            <a:ext cx="4901760" cy="1922040"/>
          </a:xfrm>
          <a:prstGeom prst="rect">
            <a:avLst/>
          </a:prstGeom>
        </p:spPr>
        <p:txBody>
          <a:bodyPr lIns="0" tIns="0" rIns="0" bIns="0"/>
          <a:lstStyle/>
          <a:p>
            <a:endParaRPr/>
          </a:p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Title, 6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" name="PlaceHolder 1"/>
          <p:cNvSpPr>
            <a:spLocks noGrp="1"/>
          </p:cNvSpPr>
          <p:nvPr>
            <p:ph type="title"/>
          </p:nvPr>
        </p:nvSpPr>
        <p:spPr>
          <a:xfrm>
            <a:off x="837000" y="2158560"/>
            <a:ext cx="9487080" cy="1489320"/>
          </a:xfrm>
          <a:prstGeom prst="rect">
            <a:avLst/>
          </a:prstGeom>
        </p:spPr>
        <p:txBody>
          <a:bodyPr lIns="0" tIns="0" rIns="0" bIns="0" anchor="ctr"/>
          <a:lstStyle/>
          <a:p>
            <a:endParaRPr/>
          </a:p>
        </p:txBody>
      </p:sp>
      <p:sp>
        <p:nvSpPr>
          <p:cNvPr id="35" name="PlaceHolder 2"/>
          <p:cNvSpPr>
            <a:spLocks noGrp="1"/>
          </p:cNvSpPr>
          <p:nvPr>
            <p:ph type="body"/>
          </p:nvPr>
        </p:nvSpPr>
        <p:spPr>
          <a:xfrm>
            <a:off x="558000" y="1625760"/>
            <a:ext cx="10045080" cy="4029480"/>
          </a:xfrm>
          <a:prstGeom prst="rect">
            <a:avLst/>
          </a:prstGeom>
        </p:spPr>
        <p:txBody>
          <a:bodyPr lIns="0" tIns="0" rIns="0" bIns="0"/>
          <a:lstStyle/>
          <a:p>
            <a:endParaRPr/>
          </a:p>
        </p:txBody>
      </p:sp>
      <p:sp>
        <p:nvSpPr>
          <p:cNvPr id="36" name="PlaceHolder 3"/>
          <p:cNvSpPr>
            <a:spLocks noGrp="1"/>
          </p:cNvSpPr>
          <p:nvPr>
            <p:ph type="body"/>
          </p:nvPr>
        </p:nvSpPr>
        <p:spPr>
          <a:xfrm>
            <a:off x="558000" y="1625760"/>
            <a:ext cx="10045080" cy="4029480"/>
          </a:xfrm>
          <a:prstGeom prst="rect">
            <a:avLst/>
          </a:prstGeom>
        </p:spPr>
        <p:txBody>
          <a:bodyPr lIns="0" tIns="0" rIns="0" bIns="0"/>
          <a:lstStyle/>
          <a:p>
            <a:endParaRPr/>
          </a:p>
        </p:txBody>
      </p:sp>
      <p:pic>
        <p:nvPicPr>
          <p:cNvPr id="37" name="Image 36"/>
          <p:cNvPicPr/>
          <p:nvPr/>
        </p:nvPicPr>
        <p:blipFill>
          <a:blip r:embed="rId2"/>
          <a:stretch>
            <a:fillRect/>
          </a:stretch>
        </p:blipFill>
        <p:spPr>
          <a:xfrm>
            <a:off x="3055320" y="1625400"/>
            <a:ext cx="5050080" cy="4029480"/>
          </a:xfrm>
          <a:prstGeom prst="rect">
            <a:avLst/>
          </a:prstGeom>
          <a:ln>
            <a:noFill/>
          </a:ln>
        </p:spPr>
      </p:pic>
      <p:pic>
        <p:nvPicPr>
          <p:cNvPr id="38" name="Image 37"/>
          <p:cNvPicPr/>
          <p:nvPr/>
        </p:nvPicPr>
        <p:blipFill>
          <a:blip r:embed="rId2"/>
          <a:stretch>
            <a:fillRect/>
          </a:stretch>
        </p:blipFill>
        <p:spPr>
          <a:xfrm>
            <a:off x="3055320" y="1625400"/>
            <a:ext cx="5050080" cy="4029480"/>
          </a:xfrm>
          <a:prstGeom prst="rect">
            <a:avLst/>
          </a:prstGeom>
          <a:ln>
            <a:noFill/>
          </a:ln>
        </p:spPr>
      </p:pic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theme" Target="../theme/theme1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PlaceHolder 1"/>
          <p:cNvSpPr>
            <a:spLocks noGrp="1"/>
          </p:cNvSpPr>
          <p:nvPr>
            <p:ph type="title"/>
          </p:nvPr>
        </p:nvSpPr>
        <p:spPr>
          <a:xfrm>
            <a:off x="837000" y="2158560"/>
            <a:ext cx="9487080" cy="1488960"/>
          </a:xfrm>
          <a:prstGeom prst="rect">
            <a:avLst/>
          </a:prstGeom>
        </p:spPr>
        <p:txBody>
          <a:bodyPr lIns="81360" tIns="40680" rIns="81360" bIns="40680" anchor="ctr"/>
          <a:lstStyle/>
          <a:p>
            <a:pPr algn="ctr">
              <a:lnSpc>
                <a:spcPct val="100000"/>
              </a:lnSpc>
            </a:pPr>
            <a:r>
              <a:rPr lang="fr-FR" sz="3900">
                <a:solidFill>
                  <a:srgbClr val="000000"/>
                </a:solidFill>
                <a:latin typeface="Calibri"/>
              </a:rPr>
              <a:t>Click to edit the title text formatModifiez le style du titre</a:t>
            </a:r>
            <a:endParaRPr/>
          </a:p>
        </p:txBody>
      </p:sp>
      <p:sp>
        <p:nvSpPr>
          <p:cNvPr id="6" name="PlaceHolder 2"/>
          <p:cNvSpPr>
            <a:spLocks noGrp="1"/>
          </p:cNvSpPr>
          <p:nvPr>
            <p:ph type="dt"/>
          </p:nvPr>
        </p:nvSpPr>
        <p:spPr>
          <a:xfrm>
            <a:off x="558000" y="6440400"/>
            <a:ext cx="2603880" cy="369720"/>
          </a:xfrm>
          <a:prstGeom prst="rect">
            <a:avLst/>
          </a:prstGeom>
        </p:spPr>
        <p:txBody>
          <a:bodyPr lIns="81360" tIns="40680" rIns="81360" bIns="40680" anchor="ctr"/>
          <a:lstStyle/>
          <a:p>
            <a:pPr>
              <a:lnSpc>
                <a:spcPct val="100000"/>
              </a:lnSpc>
            </a:pPr>
            <a:r>
              <a:rPr lang="en-US" sz="1100">
                <a:solidFill>
                  <a:srgbClr val="8B8B8B"/>
                </a:solidFill>
                <a:latin typeface="Calibri"/>
              </a:rPr>
              <a:t>5/9/17</a:t>
            </a:r>
            <a:endParaRPr/>
          </a:p>
        </p:txBody>
      </p:sp>
      <p:sp>
        <p:nvSpPr>
          <p:cNvPr id="2" name="PlaceHolder 3"/>
          <p:cNvSpPr>
            <a:spLocks noGrp="1"/>
          </p:cNvSpPr>
          <p:nvPr>
            <p:ph type="ftr"/>
          </p:nvPr>
        </p:nvSpPr>
        <p:spPr>
          <a:xfrm>
            <a:off x="3813480" y="6440400"/>
            <a:ext cx="3534120" cy="369720"/>
          </a:xfrm>
          <a:prstGeom prst="rect">
            <a:avLst/>
          </a:prstGeom>
        </p:spPr>
        <p:txBody>
          <a:bodyPr lIns="81360" tIns="40680" rIns="81360" bIns="40680" anchor="ctr"/>
          <a:lstStyle/>
          <a:p>
            <a:endParaRPr/>
          </a:p>
        </p:txBody>
      </p:sp>
      <p:sp>
        <p:nvSpPr>
          <p:cNvPr id="3" name="PlaceHolder 4"/>
          <p:cNvSpPr>
            <a:spLocks noGrp="1"/>
          </p:cNvSpPr>
          <p:nvPr>
            <p:ph type="sldNum"/>
          </p:nvPr>
        </p:nvSpPr>
        <p:spPr>
          <a:xfrm>
            <a:off x="7999200" y="6440400"/>
            <a:ext cx="2603880" cy="369720"/>
          </a:xfrm>
          <a:prstGeom prst="rect">
            <a:avLst/>
          </a:prstGeom>
        </p:spPr>
        <p:txBody>
          <a:bodyPr lIns="81360" tIns="40680" rIns="81360" bIns="40680" anchor="ctr"/>
          <a:lstStyle/>
          <a:p>
            <a:pPr algn="r">
              <a:lnSpc>
                <a:spcPct val="100000"/>
              </a:lnSpc>
            </a:pPr>
            <a:fld id="{810B7DB4-35F7-4C8F-A84B-EE7D4AF0F530}" type="slidenum">
              <a:rPr lang="en-US" sz="1100">
                <a:solidFill>
                  <a:srgbClr val="8B8B8B"/>
                </a:solidFill>
                <a:latin typeface="Calibri"/>
              </a:rPr>
              <a:t>‹N°›</a:t>
            </a:fld>
            <a:endParaRPr/>
          </a:p>
        </p:txBody>
      </p:sp>
      <p:sp>
        <p:nvSpPr>
          <p:cNvPr id="4" name="PlaceHolder 5"/>
          <p:cNvSpPr>
            <a:spLocks noGrp="1"/>
          </p:cNvSpPr>
          <p:nvPr>
            <p:ph type="body"/>
          </p:nvPr>
        </p:nvSpPr>
        <p:spPr>
          <a:xfrm>
            <a:off x="558000" y="1625760"/>
            <a:ext cx="10045080" cy="4029480"/>
          </a:xfrm>
          <a:prstGeom prst="rect">
            <a:avLst/>
          </a:prstGeom>
        </p:spPr>
        <p:txBody>
          <a:bodyPr lIns="0" tIns="0" rIns="0" bIns="0"/>
          <a:lstStyle/>
          <a:p>
            <a:pPr>
              <a:buSzPct val="45000"/>
              <a:buFont typeface="StarSymbol"/>
              <a:buChar char=""/>
            </a:pPr>
            <a:r>
              <a:rPr lang="fr-FR" sz="2800">
                <a:latin typeface="Calibri"/>
              </a:rPr>
              <a:t>Click to edit the outline text format</a:t>
            </a:r>
            <a:endParaRPr/>
          </a:p>
          <a:p>
            <a:pPr lvl="1">
              <a:buSzPct val="75000"/>
              <a:buFont typeface="StarSymbol"/>
              <a:buChar char=""/>
            </a:pPr>
            <a:r>
              <a:rPr lang="fr-FR" sz="2100">
                <a:latin typeface="Calibri"/>
              </a:rPr>
              <a:t>Second Outline Level</a:t>
            </a:r>
            <a:endParaRPr/>
          </a:p>
          <a:p>
            <a:pPr lvl="2">
              <a:buSzPct val="45000"/>
              <a:buFont typeface="StarSymbol"/>
              <a:buChar char=""/>
            </a:pPr>
            <a:r>
              <a:rPr lang="fr-FR">
                <a:latin typeface="Calibri"/>
              </a:rPr>
              <a:t>Third Outline Level</a:t>
            </a:r>
            <a:endParaRPr/>
          </a:p>
          <a:p>
            <a:pPr lvl="3">
              <a:buSzPct val="75000"/>
              <a:buFont typeface="StarSymbol"/>
              <a:buChar char=""/>
            </a:pPr>
            <a:r>
              <a:rPr lang="fr-FR">
                <a:latin typeface="Calibri"/>
              </a:rPr>
              <a:t>Fourth Outline Level</a:t>
            </a:r>
            <a:endParaRPr/>
          </a:p>
          <a:p>
            <a:pPr lvl="4">
              <a:buSzPct val="45000"/>
              <a:buFont typeface="StarSymbol"/>
              <a:buChar char=""/>
            </a:pPr>
            <a:r>
              <a:rPr lang="fr-FR" sz="2000">
                <a:latin typeface="Calibri"/>
              </a:rPr>
              <a:t>Fifth Outline Level</a:t>
            </a:r>
            <a:endParaRPr/>
          </a:p>
          <a:p>
            <a:pPr lvl="5">
              <a:buSzPct val="45000"/>
              <a:buFont typeface="StarSymbol"/>
              <a:buChar char=""/>
            </a:pPr>
            <a:r>
              <a:rPr lang="fr-FR" sz="2000">
                <a:latin typeface="Calibri"/>
              </a:rPr>
              <a:t>Sixth Outline Level</a:t>
            </a:r>
            <a:endParaRPr/>
          </a:p>
          <a:p>
            <a:pPr lvl="6">
              <a:buSzPct val="45000"/>
              <a:buFont typeface="StarSymbol"/>
              <a:buChar char=""/>
            </a:pPr>
            <a:r>
              <a:rPr lang="fr-FR" sz="2000">
                <a:latin typeface="Calibri"/>
              </a:rPr>
              <a:t>Seventh Outline Level</a:t>
            </a:r>
            <a:endParaRPr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  <p:sldLayoutId id="2147483660" r:id="rId12"/>
  </p:sldLayoutIdLst>
  <p:txStyles>
    <p:titleStyle/>
    <p:bodyStyle/>
    <p:otherStyle/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4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2" name="Picture 4"/>
          <p:cNvPicPr/>
          <p:nvPr/>
        </p:nvPicPr>
        <p:blipFill>
          <a:blip r:embed="rId2"/>
          <a:stretch>
            <a:fillRect/>
          </a:stretch>
        </p:blipFill>
        <p:spPr>
          <a:xfrm>
            <a:off x="7596000" y="-90360"/>
            <a:ext cx="4123800" cy="6970320"/>
          </a:xfrm>
          <a:prstGeom prst="rect">
            <a:avLst/>
          </a:prstGeom>
          <a:ln>
            <a:noFill/>
          </a:ln>
        </p:spPr>
      </p:pic>
      <p:pic>
        <p:nvPicPr>
          <p:cNvPr id="40" name="Picture 2"/>
          <p:cNvPicPr/>
          <p:nvPr/>
        </p:nvPicPr>
        <p:blipFill>
          <a:blip r:embed="rId3"/>
          <a:stretch>
            <a:fillRect/>
          </a:stretch>
        </p:blipFill>
        <p:spPr>
          <a:xfrm>
            <a:off x="-88920" y="711360"/>
            <a:ext cx="4677840" cy="5422680"/>
          </a:xfrm>
          <a:prstGeom prst="rect">
            <a:avLst/>
          </a:prstGeom>
          <a:ln>
            <a:noFill/>
          </a:ln>
        </p:spPr>
      </p:pic>
      <p:pic>
        <p:nvPicPr>
          <p:cNvPr id="39" name="Picture 5"/>
          <p:cNvPicPr/>
          <p:nvPr/>
        </p:nvPicPr>
        <p:blipFill>
          <a:blip r:embed="rId4"/>
          <a:stretch>
            <a:fillRect/>
          </a:stretch>
        </p:blipFill>
        <p:spPr>
          <a:xfrm>
            <a:off x="4356000" y="-90000"/>
            <a:ext cx="4110840" cy="6951240"/>
          </a:xfrm>
          <a:prstGeom prst="rect">
            <a:avLst/>
          </a:prstGeom>
          <a:ln>
            <a:noFill/>
          </a:ln>
        </p:spPr>
      </p:pic>
      <p:sp>
        <p:nvSpPr>
          <p:cNvPr id="41" name="CustomShape 1"/>
          <p:cNvSpPr/>
          <p:nvPr/>
        </p:nvSpPr>
        <p:spPr>
          <a:xfrm>
            <a:off x="537840" y="921960"/>
            <a:ext cx="520920" cy="456120"/>
          </a:xfrm>
          <a:prstGeom prst="rect">
            <a:avLst/>
          </a:prstGeom>
          <a:noFill/>
          <a:ln>
            <a:noFill/>
          </a:ln>
        </p:spPr>
        <p:txBody>
          <a:bodyPr wrap="none" lIns="90000" tIns="45000" rIns="90000" bIns="45000"/>
          <a:lstStyle/>
          <a:p>
            <a:pPr>
              <a:lnSpc>
                <a:spcPct val="100000"/>
              </a:lnSpc>
            </a:pPr>
            <a:r>
              <a:rPr lang="en-US" sz="2400">
                <a:solidFill>
                  <a:srgbClr val="000000"/>
                </a:solidFill>
                <a:latin typeface="Times New Roman"/>
              </a:rPr>
              <a:t>(a)</a:t>
            </a:r>
            <a:endParaRPr/>
          </a:p>
        </p:txBody>
      </p:sp>
      <p:sp>
        <p:nvSpPr>
          <p:cNvPr id="43" name="CustomShape 2"/>
          <p:cNvSpPr/>
          <p:nvPr/>
        </p:nvSpPr>
        <p:spPr>
          <a:xfrm>
            <a:off x="5229360" y="150120"/>
            <a:ext cx="537840" cy="456120"/>
          </a:xfrm>
          <a:prstGeom prst="rect">
            <a:avLst/>
          </a:prstGeom>
          <a:noFill/>
          <a:ln>
            <a:noFill/>
          </a:ln>
        </p:spPr>
        <p:txBody>
          <a:bodyPr wrap="none" lIns="90000" tIns="45000" rIns="90000" bIns="45000"/>
          <a:lstStyle/>
          <a:p>
            <a:pPr>
              <a:lnSpc>
                <a:spcPct val="100000"/>
              </a:lnSpc>
            </a:pPr>
            <a:r>
              <a:rPr lang="en-US" sz="2400" dirty="0">
                <a:solidFill>
                  <a:srgbClr val="FFFFFF"/>
                </a:solidFill>
                <a:latin typeface="Times New Roman"/>
              </a:rPr>
              <a:t>(b)</a:t>
            </a:r>
            <a:endParaRPr dirty="0"/>
          </a:p>
        </p:txBody>
      </p:sp>
      <p:sp>
        <p:nvSpPr>
          <p:cNvPr id="44" name="CustomShape 3"/>
          <p:cNvSpPr/>
          <p:nvPr/>
        </p:nvSpPr>
        <p:spPr>
          <a:xfrm>
            <a:off x="8463240" y="132120"/>
            <a:ext cx="520920" cy="456120"/>
          </a:xfrm>
          <a:prstGeom prst="rect">
            <a:avLst/>
          </a:prstGeom>
          <a:noFill/>
          <a:ln>
            <a:noFill/>
          </a:ln>
        </p:spPr>
        <p:txBody>
          <a:bodyPr wrap="none" lIns="90000" tIns="45000" rIns="90000" bIns="45000"/>
          <a:lstStyle/>
          <a:p>
            <a:pPr>
              <a:lnSpc>
                <a:spcPct val="100000"/>
              </a:lnSpc>
            </a:pPr>
            <a:r>
              <a:rPr lang="en-US" sz="2400">
                <a:solidFill>
                  <a:srgbClr val="FFFFFF"/>
                </a:solidFill>
                <a:latin typeface="Times New Roman"/>
              </a:rPr>
              <a:t>(c)</a:t>
            </a:r>
            <a:endParaRPr/>
          </a:p>
        </p:txBody>
      </p:sp>
      <p:sp>
        <p:nvSpPr>
          <p:cNvPr id="45" name="CustomShape 4"/>
          <p:cNvSpPr/>
          <p:nvPr/>
        </p:nvSpPr>
        <p:spPr>
          <a:xfrm>
            <a:off x="3108960" y="1005840"/>
            <a:ext cx="914400" cy="640080"/>
          </a:xfrm>
          <a:prstGeom prst="rect">
            <a:avLst/>
          </a:prstGeom>
          <a:solidFill>
            <a:srgbClr val="FFFFFF"/>
          </a:solidFill>
          <a:ln>
            <a:solidFill>
              <a:srgbClr val="FFFFFF"/>
            </a:solidFill>
          </a:ln>
        </p:spPr>
      </p:sp>
      <p:sp>
        <p:nvSpPr>
          <p:cNvPr id="46" name="CustomShape 5"/>
          <p:cNvSpPr/>
          <p:nvPr/>
        </p:nvSpPr>
        <p:spPr>
          <a:xfrm>
            <a:off x="5303520" y="822960"/>
            <a:ext cx="457200" cy="365760"/>
          </a:xfrm>
          <a:prstGeom prst="rect">
            <a:avLst/>
          </a:prstGeom>
          <a:solidFill>
            <a:srgbClr val="000000"/>
          </a:solidFill>
          <a:ln>
            <a:solidFill>
              <a:srgbClr val="000000"/>
            </a:solidFill>
          </a:ln>
        </p:spPr>
      </p:sp>
      <p:sp>
        <p:nvSpPr>
          <p:cNvPr id="47" name="CustomShape 6"/>
          <p:cNvSpPr/>
          <p:nvPr/>
        </p:nvSpPr>
        <p:spPr>
          <a:xfrm>
            <a:off x="8503920" y="914400"/>
            <a:ext cx="457200" cy="365760"/>
          </a:xfrm>
          <a:prstGeom prst="rect">
            <a:avLst/>
          </a:prstGeom>
          <a:solidFill>
            <a:srgbClr val="000000"/>
          </a:solidFill>
          <a:ln>
            <a:solidFill>
              <a:srgbClr val="000000"/>
            </a:solidFill>
          </a:ln>
        </p:spPr>
      </p:sp>
    </p:spTree>
  </p:cSld>
  <p:clrMapOvr>
    <a:masterClrMapping/>
  </p:clrMapOvr>
  <p:timing>
    <p:tnLst>
      <p:par>
        <p:cTn id="1" dur="indefinite" restart="never" nodeType="tmRoot">
          <p:childTnLst>
            <p:seq>
              <p:cTn id="2" nodeType="mainSeq"/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Arial"/>
        <a:ea typeface="DejaVu Sans"/>
        <a:cs typeface="DejaVu Sans"/>
      </a:majorFont>
      <a:minorFont>
        <a:latin typeface="Arial"/>
        <a:ea typeface="DejaVu Sans"/>
        <a:cs typeface="DejaVu Sans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9</Words>
  <Application>Microsoft Office PowerPoint</Application>
  <PresentationFormat>Personnalisé</PresentationFormat>
  <Paragraphs>3</Paragraphs>
  <Slides>1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1</vt:i4>
      </vt:variant>
    </vt:vector>
  </HeadingPairs>
  <TitlesOfParts>
    <vt:vector size="2" baseType="lpstr">
      <vt:lpstr>Office Theme</vt:lpstr>
      <vt:lpstr>Présentation PowerPoint</vt:lpstr>
    </vt:vector>
  </TitlesOfParts>
  <LinksUpToDate>false</LinksUpToDate>
  <SharedDoc>false</SharedDoc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Présentation PowerPoint</dc:title>
  <cp:lastModifiedBy>Alban Lafuente</cp:lastModifiedBy>
  <cp:revision>1</cp:revision>
  <dcterms:modified xsi:type="dcterms:W3CDTF">2017-07-18T17:12:52Z</dcterms:modified>
</cp:coreProperties>
</file>