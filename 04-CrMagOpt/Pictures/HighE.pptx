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ppt/_rels/presentation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Layouts/slideLayout1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.xml.rels" ContentType="application/vnd.openxmlformats-package.relationships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media/image4.png" ContentType="image/png"/>
  <Override PartName="/ppt/media/image3.png" ContentType="image/png"/>
  <Override PartName="/ppt/media/image2.png" ContentType="image/png"/>
  <Override PartName="/ppt/media/image1.png" ContentType="image/png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2"/>
  </p:sldMasterIdLst>
  <p:sldIdLst>
    <p:sldId id="256" r:id="rId3"/>
  </p:sldIdLst>
  <p:sldSz cx="11341100" cy="11161712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67000" y="2611800"/>
            <a:ext cx="10206360" cy="6473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6473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6473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6473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850680" y="3467520"/>
            <a:ext cx="9639360" cy="11090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67000" y="599292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6473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6473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5797080" y="599292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567000" y="5992920"/>
            <a:ext cx="1020636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67000" y="5992920"/>
            <a:ext cx="1020636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5797080" y="599292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567000" y="599292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6473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6473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pic>
        <p:nvPicPr>
          <p:cNvPr id="34" name="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1613520" y="2611440"/>
            <a:ext cx="8112960" cy="6473160"/>
          </a:xfrm>
          <a:prstGeom prst="rect">
            <a:avLst/>
          </a:prstGeom>
          <a:ln>
            <a:noFill/>
          </a:ln>
        </p:spPr>
      </p:pic>
      <p:pic>
        <p:nvPicPr>
          <p:cNvPr id="35" name="" descr=""/>
          <p:cNvPicPr/>
          <p:nvPr/>
        </p:nvPicPr>
        <p:blipFill>
          <a:blip r:embed="rId3"/>
          <a:stretch>
            <a:fillRect/>
          </a:stretch>
        </p:blipFill>
        <p:spPr>
          <a:xfrm>
            <a:off x="1613520" y="2611440"/>
            <a:ext cx="8112960" cy="6473160"/>
          </a:xfrm>
          <a:prstGeom prst="rect">
            <a:avLst/>
          </a:prstGeom>
          <a:ln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200"/>
          </a:xfrm>
          <a:prstGeom prst="rect">
            <a:avLst/>
          </a:prstGeom>
        </p:spPr>
        <p:txBody>
          <a:bodyPr lIns="0" rIns="0" tIns="0" bIns="0" anchor="ctr"/>
          <a:p>
            <a:r>
              <a:rPr lang="en-US">
                <a:latin typeface="Arial"/>
              </a:rPr>
              <a:t>Click to edit the title text format</a:t>
            </a:r>
            <a:endParaRPr/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6473160"/>
          </a:xfrm>
          <a:prstGeom prst="rect">
            <a:avLst/>
          </a:prstGeom>
        </p:spPr>
        <p:txBody>
          <a:bodyPr lIns="0" rIns="0" tIns="0" bIns="0"/>
          <a:p>
            <a:pPr>
              <a:buSzPct val="45000"/>
              <a:buFont typeface="StarSymbol"/>
              <a:buChar char=""/>
            </a:pPr>
            <a:r>
              <a:rPr lang="en-US" sz="3200">
                <a:latin typeface="Arial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en-US" sz="2800">
                <a:latin typeface="Arial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en-US" sz="2400">
                <a:latin typeface="Arial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en-US" sz="2000">
                <a:latin typeface="Arial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en-US" sz="2000">
                <a:latin typeface="Arial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en-US" sz="2000">
                <a:latin typeface="Arial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en-US" sz="2000">
                <a:latin typeface="Arial"/>
              </a:rPr>
              <a:t>Seventh Outline Level</a:t>
            </a:r>
            <a:endParaRPr/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4" descr=""/>
          <p:cNvPicPr/>
          <p:nvPr/>
        </p:nvPicPr>
        <p:blipFill>
          <a:blip r:embed="rId1"/>
          <a:stretch>
            <a:fillRect/>
          </a:stretch>
        </p:blipFill>
        <p:spPr>
          <a:xfrm>
            <a:off x="-57600" y="136800"/>
            <a:ext cx="5846040" cy="10970640"/>
          </a:xfrm>
          <a:prstGeom prst="rect">
            <a:avLst/>
          </a:prstGeom>
          <a:ln>
            <a:noFill/>
          </a:ln>
        </p:spPr>
      </p:pic>
      <p:pic>
        <p:nvPicPr>
          <p:cNvPr id="37" name="Picture 3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5472000" y="136800"/>
            <a:ext cx="5846040" cy="10980000"/>
          </a:xfrm>
          <a:prstGeom prst="rect">
            <a:avLst/>
          </a:prstGeom>
          <a:ln>
            <a:noFill/>
          </a:ln>
        </p:spPr>
      </p:pic>
      <p:sp>
        <p:nvSpPr>
          <p:cNvPr id="38" name="CustomShape 1"/>
          <p:cNvSpPr/>
          <p:nvPr/>
        </p:nvSpPr>
        <p:spPr>
          <a:xfrm>
            <a:off x="344160" y="-35640"/>
            <a:ext cx="520560" cy="45576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3200">
                <a:solidFill>
                  <a:srgbClr val="000000"/>
                </a:solidFill>
                <a:latin typeface="Times New Roman"/>
              </a:rPr>
              <a:t>(a)</a:t>
            </a:r>
            <a:endParaRPr/>
          </a:p>
        </p:txBody>
      </p:sp>
      <p:sp>
        <p:nvSpPr>
          <p:cNvPr id="39" name="CustomShape 2"/>
          <p:cNvSpPr/>
          <p:nvPr/>
        </p:nvSpPr>
        <p:spPr>
          <a:xfrm>
            <a:off x="5852880" y="-35640"/>
            <a:ext cx="520560" cy="45576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3200">
                <a:solidFill>
                  <a:srgbClr val="000000"/>
                </a:solidFill>
                <a:latin typeface="Times New Roman"/>
              </a:rPr>
              <a:t>(c)</a:t>
            </a:r>
            <a:endParaRPr/>
          </a:p>
        </p:txBody>
      </p:sp>
      <p:sp>
        <p:nvSpPr>
          <p:cNvPr id="40" name="CustomShape 3"/>
          <p:cNvSpPr/>
          <p:nvPr/>
        </p:nvSpPr>
        <p:spPr>
          <a:xfrm>
            <a:off x="268920" y="2088360"/>
            <a:ext cx="537480" cy="45576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3200">
                <a:solidFill>
                  <a:srgbClr val="000000"/>
                </a:solidFill>
                <a:latin typeface="Times New Roman"/>
              </a:rPr>
              <a:t>(b)</a:t>
            </a:r>
            <a:endParaRPr/>
          </a:p>
        </p:txBody>
      </p:sp>
      <p:sp>
        <p:nvSpPr>
          <p:cNvPr id="41" name="CustomShape 4"/>
          <p:cNvSpPr/>
          <p:nvPr/>
        </p:nvSpPr>
        <p:spPr>
          <a:xfrm>
            <a:off x="5817240" y="2088720"/>
            <a:ext cx="537480" cy="45576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3200">
                <a:solidFill>
                  <a:srgbClr val="000000"/>
                </a:solidFill>
                <a:latin typeface="Times New Roman"/>
              </a:rPr>
              <a:t>(d)</a:t>
            </a:r>
            <a:endParaRPr/>
          </a:p>
        </p:txBody>
      </p:sp>
      <p:sp>
        <p:nvSpPr>
          <p:cNvPr id="42" name="CustomShape 5"/>
          <p:cNvSpPr/>
          <p:nvPr/>
        </p:nvSpPr>
        <p:spPr>
          <a:xfrm>
            <a:off x="9402480" y="425880"/>
            <a:ext cx="1220400" cy="57744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3200">
                <a:solidFill>
                  <a:srgbClr val="ff0000"/>
                </a:solidFill>
                <a:latin typeface="Times New Roman"/>
              </a:rPr>
              <a:t>X</a:t>
            </a:r>
            <a:r>
              <a:rPr b="1" lang="en-US" sz="3200" baseline="30000">
                <a:solidFill>
                  <a:srgbClr val="ff0000"/>
                </a:solidFill>
                <a:latin typeface="Times New Roman"/>
              </a:rPr>
              <a:t>+</a:t>
            </a:r>
            <a:r>
              <a:rPr b="1" lang="en-US" sz="3200">
                <a:solidFill>
                  <a:srgbClr val="ff0000"/>
                </a:solidFill>
                <a:latin typeface="Times New Roman"/>
              </a:rPr>
              <a:t>-Cr</a:t>
            </a:r>
            <a:endParaRPr/>
          </a:p>
        </p:txBody>
      </p:sp>
      <p:sp>
        <p:nvSpPr>
          <p:cNvPr id="43" name="CustomShape 6"/>
          <p:cNvSpPr/>
          <p:nvPr/>
        </p:nvSpPr>
        <p:spPr>
          <a:xfrm>
            <a:off x="9954720" y="2484360"/>
            <a:ext cx="619560" cy="63864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36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3600">
                <a:solidFill>
                  <a:srgbClr val="ff0000"/>
                </a:solidFill>
                <a:latin typeface="Calibri"/>
              </a:rPr>
              <a:t>-</a:t>
            </a:r>
            <a:endParaRPr/>
          </a:p>
        </p:txBody>
      </p:sp>
      <p:sp>
        <p:nvSpPr>
          <p:cNvPr id="44" name="CustomShape 7"/>
          <p:cNvSpPr/>
          <p:nvPr/>
        </p:nvSpPr>
        <p:spPr>
          <a:xfrm>
            <a:off x="6610680" y="9576720"/>
            <a:ext cx="708120" cy="63864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3600">
                <a:solidFill>
                  <a:srgbClr val="ff0000"/>
                </a:solidFill>
                <a:latin typeface="Symbol"/>
              </a:rPr>
              <a:t>s+</a:t>
            </a:r>
            <a:endParaRPr/>
          </a:p>
        </p:txBody>
      </p:sp>
      <p:sp>
        <p:nvSpPr>
          <p:cNvPr id="45" name="CustomShape 8"/>
          <p:cNvSpPr/>
          <p:nvPr/>
        </p:nvSpPr>
        <p:spPr>
          <a:xfrm>
            <a:off x="4073760" y="464040"/>
            <a:ext cx="1220400" cy="57744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3200">
                <a:solidFill>
                  <a:srgbClr val="ff0000"/>
                </a:solidFill>
                <a:latin typeface="Times New Roman"/>
              </a:rPr>
              <a:t>X</a:t>
            </a:r>
            <a:r>
              <a:rPr b="1" lang="en-US" sz="3200" baseline="30000">
                <a:solidFill>
                  <a:srgbClr val="ff0000"/>
                </a:solidFill>
                <a:latin typeface="Times New Roman"/>
              </a:rPr>
              <a:t>+</a:t>
            </a:r>
            <a:r>
              <a:rPr b="1" lang="en-US" sz="3200">
                <a:solidFill>
                  <a:srgbClr val="ff0000"/>
                </a:solidFill>
                <a:latin typeface="Times New Roman"/>
              </a:rPr>
              <a:t>-Cr</a:t>
            </a:r>
            <a:endParaRPr/>
          </a:p>
        </p:txBody>
      </p:sp>
      <p:sp>
        <p:nvSpPr>
          <p:cNvPr id="46" name="CustomShape 9"/>
          <p:cNvSpPr/>
          <p:nvPr/>
        </p:nvSpPr>
        <p:spPr>
          <a:xfrm>
            <a:off x="4590720" y="2522880"/>
            <a:ext cx="619560" cy="63864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36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3600">
                <a:solidFill>
                  <a:srgbClr val="ff0000"/>
                </a:solidFill>
                <a:latin typeface="Calibri"/>
              </a:rPr>
              <a:t>-</a:t>
            </a:r>
            <a:endParaRPr/>
          </a:p>
        </p:txBody>
      </p:sp>
      <p:sp>
        <p:nvSpPr>
          <p:cNvPr id="47" name="CustomShape 10"/>
          <p:cNvSpPr/>
          <p:nvPr/>
        </p:nvSpPr>
        <p:spPr>
          <a:xfrm>
            <a:off x="1065960" y="9614880"/>
            <a:ext cx="708120" cy="63864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3600">
                <a:solidFill>
                  <a:srgbClr val="ff0000"/>
                </a:solidFill>
                <a:latin typeface="Symbol"/>
              </a:rPr>
              <a:t>s+</a:t>
            </a:r>
            <a:endParaRPr/>
          </a:p>
        </p:txBody>
      </p:sp>
      <p:sp>
        <p:nvSpPr>
          <p:cNvPr id="48" name="CustomShape 11"/>
          <p:cNvSpPr/>
          <p:nvPr/>
        </p:nvSpPr>
        <p:spPr>
          <a:xfrm>
            <a:off x="558360" y="8064000"/>
            <a:ext cx="93240" cy="28728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49" name="CustomShape 12"/>
          <p:cNvSpPr/>
          <p:nvPr/>
        </p:nvSpPr>
        <p:spPr>
          <a:xfrm>
            <a:off x="464400" y="9900000"/>
            <a:ext cx="93240" cy="28728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50" name="CustomShape 13"/>
          <p:cNvSpPr/>
          <p:nvPr/>
        </p:nvSpPr>
        <p:spPr>
          <a:xfrm>
            <a:off x="6084360" y="8064000"/>
            <a:ext cx="93240" cy="28728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51" name="CustomShape 14"/>
          <p:cNvSpPr/>
          <p:nvPr/>
        </p:nvSpPr>
        <p:spPr>
          <a:xfrm>
            <a:off x="5994360" y="9900000"/>
            <a:ext cx="93240" cy="28728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</p:spTree>
  </p:cSld>
  <p:timing>
    <p:tnLst>
      <p:par>
        <p:cTn id="1" dur="indefinite" restart="never" nodeType="tmRoot">
          <p:childTnLst>
            <p:seq>
              <p:cTn id="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