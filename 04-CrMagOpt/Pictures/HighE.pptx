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1341100" cy="11161713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894" y="870"/>
      </p:cViewPr>
      <p:guideLst>
        <p:guide orient="horz" pos="3515"/>
        <p:guide pos="35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67000" y="2611800"/>
            <a:ext cx="10206360" cy="64735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850680" y="3467520"/>
            <a:ext cx="9639360" cy="110905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34" name="Image 33"/>
          <p:cNvPicPr/>
          <p:nvPr/>
        </p:nvPicPr>
        <p:blipFill>
          <a:blip r:embed="rId2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  <p:pic>
        <p:nvPicPr>
          <p:cNvPr id="35" name="Image 34"/>
          <p:cNvPicPr/>
          <p:nvPr/>
        </p:nvPicPr>
        <p:blipFill>
          <a:blip r:embed="rId2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2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pPr>
              <a:buSzPct val="45000"/>
              <a:buFont typeface="StarSymbol"/>
              <a:buChar char=""/>
            </a:pPr>
            <a:r>
              <a:rPr lang="en-US" sz="3200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280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240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200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Seventh Outline Level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llipse 19"/>
          <p:cNvSpPr/>
          <p:nvPr/>
        </p:nvSpPr>
        <p:spPr>
          <a:xfrm>
            <a:off x="2597282" y="8330937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/>
          <p:cNvSpPr txBox="1"/>
          <p:nvPr/>
        </p:nvSpPr>
        <p:spPr>
          <a:xfrm>
            <a:off x="2358182" y="9079631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(3)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" name="Ellipse 1"/>
          <p:cNvSpPr/>
          <p:nvPr/>
        </p:nvSpPr>
        <p:spPr>
          <a:xfrm>
            <a:off x="2574206" y="6012904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2430190" y="6847383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(1)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18" name="Ellipse 17"/>
          <p:cNvSpPr/>
          <p:nvPr/>
        </p:nvSpPr>
        <p:spPr>
          <a:xfrm>
            <a:off x="2690587" y="3708648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/>
          <p:cNvSpPr txBox="1"/>
          <p:nvPr/>
        </p:nvSpPr>
        <p:spPr>
          <a:xfrm>
            <a:off x="3137327" y="342061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(2)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2" name="Ellipse 21"/>
          <p:cNvSpPr/>
          <p:nvPr/>
        </p:nvSpPr>
        <p:spPr>
          <a:xfrm>
            <a:off x="1700405" y="4900753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/>
          <p:cNvSpPr txBox="1"/>
          <p:nvPr/>
        </p:nvSpPr>
        <p:spPr>
          <a:xfrm>
            <a:off x="1350070" y="5548825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(4)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3092954" y="7853962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31" name="ZoneTexte 2"/>
          <p:cNvSpPr txBox="1"/>
          <p:nvPr/>
        </p:nvSpPr>
        <p:spPr>
          <a:xfrm>
            <a:off x="3539694" y="8502034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 smtClean="0">
                <a:solidFill>
                  <a:srgbClr val="FF0000"/>
                </a:solidFill>
              </a:rPr>
              <a:t>(5)</a:t>
            </a:r>
            <a:endParaRPr lang="fr-FR" sz="2400" dirty="0">
              <a:solidFill>
                <a:srgbClr val="FF0000"/>
              </a:solidFill>
            </a:endParaRPr>
          </a:p>
        </p:txBody>
      </p:sp>
      <p:grpSp>
        <p:nvGrpSpPr>
          <p:cNvPr id="36" name="Groupe 35"/>
          <p:cNvGrpSpPr/>
          <p:nvPr/>
        </p:nvGrpSpPr>
        <p:grpSpPr>
          <a:xfrm>
            <a:off x="1562923" y="2340494"/>
            <a:ext cx="795259" cy="463184"/>
            <a:chOff x="3026213" y="2052003"/>
            <a:chExt cx="610253" cy="463181"/>
          </a:xfrm>
        </p:grpSpPr>
        <p:sp>
          <p:nvSpPr>
            <p:cNvPr id="37" name="Ellipse 36"/>
            <p:cNvSpPr/>
            <p:nvPr/>
          </p:nvSpPr>
          <p:spPr>
            <a:xfrm>
              <a:off x="3132410" y="2070000"/>
              <a:ext cx="432048" cy="445184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026213" y="2052003"/>
              <a:ext cx="610253" cy="2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1" name="ZoneTexte 40"/>
          <p:cNvSpPr txBox="1"/>
          <p:nvPr/>
        </p:nvSpPr>
        <p:spPr>
          <a:xfrm>
            <a:off x="1278062" y="2564554"/>
            <a:ext cx="644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42" name="Picture 1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400" y="90239"/>
            <a:ext cx="5664200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400" y="2343600"/>
            <a:ext cx="5638800" cy="8855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92" y="109318"/>
            <a:ext cx="5662800" cy="27352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20" y="2342405"/>
            <a:ext cx="5638800" cy="8855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" name="CustomShape 1"/>
          <p:cNvSpPr/>
          <p:nvPr/>
        </p:nvSpPr>
        <p:spPr>
          <a:xfrm>
            <a:off x="269950" y="-59480"/>
            <a:ext cx="52056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000000"/>
                </a:solidFill>
                <a:latin typeface="Times New Roman"/>
              </a:rPr>
              <a:t>(a)</a:t>
            </a:r>
            <a:endParaRPr dirty="0"/>
          </a:p>
        </p:txBody>
      </p:sp>
      <p:sp>
        <p:nvSpPr>
          <p:cNvPr id="39" name="CustomShape 2"/>
          <p:cNvSpPr/>
          <p:nvPr/>
        </p:nvSpPr>
        <p:spPr>
          <a:xfrm>
            <a:off x="5852880" y="-59480"/>
            <a:ext cx="52056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200" dirty="0" smtClean="0">
                <a:solidFill>
                  <a:srgbClr val="000000"/>
                </a:solidFill>
                <a:latin typeface="Times New Roman"/>
              </a:rPr>
              <a:t>(b)</a:t>
            </a:r>
            <a:endParaRPr dirty="0"/>
          </a:p>
        </p:txBody>
      </p:sp>
      <p:sp>
        <p:nvSpPr>
          <p:cNvPr id="43" name="CustomShape 6"/>
          <p:cNvSpPr/>
          <p:nvPr/>
        </p:nvSpPr>
        <p:spPr>
          <a:xfrm>
            <a:off x="9954720" y="2484360"/>
            <a:ext cx="61956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3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4" name="CustomShape 7"/>
          <p:cNvSpPr/>
          <p:nvPr/>
        </p:nvSpPr>
        <p:spPr>
          <a:xfrm>
            <a:off x="6610680" y="9576720"/>
            <a:ext cx="70812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46" name="CustomShape 9"/>
          <p:cNvSpPr/>
          <p:nvPr/>
        </p:nvSpPr>
        <p:spPr>
          <a:xfrm>
            <a:off x="4590720" y="2612920"/>
            <a:ext cx="61956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3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7" name="CustomShape 10"/>
          <p:cNvSpPr/>
          <p:nvPr/>
        </p:nvSpPr>
        <p:spPr>
          <a:xfrm>
            <a:off x="1065960" y="9704920"/>
            <a:ext cx="70812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48" name="CustomShape 11"/>
          <p:cNvSpPr/>
          <p:nvPr/>
        </p:nvSpPr>
        <p:spPr>
          <a:xfrm>
            <a:off x="522000" y="814237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49" name="CustomShape 12"/>
          <p:cNvSpPr/>
          <p:nvPr/>
        </p:nvSpPr>
        <p:spPr>
          <a:xfrm>
            <a:off x="432000" y="999004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0" name="CustomShape 13"/>
          <p:cNvSpPr/>
          <p:nvPr/>
        </p:nvSpPr>
        <p:spPr>
          <a:xfrm>
            <a:off x="6084360" y="8064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1" name="CustomShape 14"/>
          <p:cNvSpPr/>
          <p:nvPr/>
        </p:nvSpPr>
        <p:spPr>
          <a:xfrm>
            <a:off x="5994360" y="9900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24" name="Ellipse 23"/>
          <p:cNvSpPr/>
          <p:nvPr/>
        </p:nvSpPr>
        <p:spPr>
          <a:xfrm>
            <a:off x="2849295" y="4780113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/>
          <p:cNvSpPr txBox="1"/>
          <p:nvPr/>
        </p:nvSpPr>
        <p:spPr>
          <a:xfrm>
            <a:off x="3296035" y="5428185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(7)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6" name="Ellipse 25"/>
          <p:cNvSpPr/>
          <p:nvPr/>
        </p:nvSpPr>
        <p:spPr>
          <a:xfrm>
            <a:off x="1911442" y="6028420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ZoneTexte 26"/>
          <p:cNvSpPr txBox="1"/>
          <p:nvPr/>
        </p:nvSpPr>
        <p:spPr>
          <a:xfrm>
            <a:off x="1580786" y="6676492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(8)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8" name="Ellipse 27"/>
          <p:cNvSpPr/>
          <p:nvPr/>
        </p:nvSpPr>
        <p:spPr>
          <a:xfrm>
            <a:off x="3222278" y="6084912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ZoneTexte 28"/>
          <p:cNvSpPr txBox="1"/>
          <p:nvPr/>
        </p:nvSpPr>
        <p:spPr>
          <a:xfrm>
            <a:off x="3669018" y="6732984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(9)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39</Words>
  <Application>Microsoft Office PowerPoint</Application>
  <PresentationFormat>Personnalisé</PresentationFormat>
  <Paragraphs>15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Office Theme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Alban Lafuente</cp:lastModifiedBy>
  <cp:revision>10</cp:revision>
  <dcterms:modified xsi:type="dcterms:W3CDTF">2017-07-19T13:02:58Z</dcterms:modified>
</cp:coreProperties>
</file>