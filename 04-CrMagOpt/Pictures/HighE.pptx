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1341100" cy="11161713"/>
  <p:notesSz cx="7559675" cy="106918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720" y="1956"/>
      </p:cViewPr>
      <p:guideLst>
        <p:guide orient="horz" pos="3515"/>
        <p:guide pos="35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67000" y="2611800"/>
            <a:ext cx="10206360" cy="647352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850680" y="3467520"/>
            <a:ext cx="9639360" cy="1109052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67000" y="599292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797080" y="599292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67000" y="5992920"/>
            <a:ext cx="1020636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67000" y="5992920"/>
            <a:ext cx="1020636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797080" y="599292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67000" y="5992920"/>
            <a:ext cx="4980600" cy="30873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/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tIns="0" rIns="0" bIns="0"/>
          <a:lstStyle/>
          <a:p>
            <a:endParaRPr/>
          </a:p>
        </p:txBody>
      </p:sp>
      <p:pic>
        <p:nvPicPr>
          <p:cNvPr id="34" name="Image 33"/>
          <p:cNvPicPr/>
          <p:nvPr/>
        </p:nvPicPr>
        <p:blipFill>
          <a:blip r:embed="rId2"/>
          <a:stretch>
            <a:fillRect/>
          </a:stretch>
        </p:blipFill>
        <p:spPr>
          <a:xfrm>
            <a:off x="1613520" y="2611440"/>
            <a:ext cx="8112960" cy="6473160"/>
          </a:xfrm>
          <a:prstGeom prst="rect">
            <a:avLst/>
          </a:prstGeom>
          <a:ln>
            <a:noFill/>
          </a:ln>
        </p:spPr>
      </p:pic>
      <p:pic>
        <p:nvPicPr>
          <p:cNvPr id="35" name="Image 34"/>
          <p:cNvPicPr/>
          <p:nvPr/>
        </p:nvPicPr>
        <p:blipFill>
          <a:blip r:embed="rId2"/>
          <a:stretch>
            <a:fillRect/>
          </a:stretch>
        </p:blipFill>
        <p:spPr>
          <a:xfrm>
            <a:off x="1613520" y="2611440"/>
            <a:ext cx="8112960" cy="647316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360" cy="2392200"/>
          </a:xfrm>
          <a:prstGeom prst="rect">
            <a:avLst/>
          </a:prstGeom>
        </p:spPr>
        <p:txBody>
          <a:bodyPr lIns="0" tIns="0" rIns="0" bIns="0" anchor="ctr"/>
          <a:lstStyle/>
          <a:p>
            <a:r>
              <a:rPr lang="en-US">
                <a:latin typeface="Arial"/>
              </a:rPr>
              <a:t>Click to edit the title text format</a:t>
            </a:r>
            <a:endParaRPr/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tIns="0" rIns="0" bIns="0"/>
          <a:lstStyle/>
          <a:p>
            <a:pPr>
              <a:buSzPct val="45000"/>
              <a:buFont typeface="StarSymbol"/>
              <a:buChar char=""/>
            </a:pPr>
            <a:r>
              <a:rPr lang="en-US" sz="3200">
                <a:latin typeface="Arial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en-US" sz="2800">
                <a:latin typeface="Arial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en-US" sz="2400">
                <a:latin typeface="Arial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en-US" sz="2000">
                <a:latin typeface="Arial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en-US" sz="2000">
                <a:latin typeface="Arial"/>
              </a:rPr>
              <a:t>Seventh Outline Level</a:t>
            </a: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llipse 19"/>
          <p:cNvSpPr/>
          <p:nvPr/>
        </p:nvSpPr>
        <p:spPr>
          <a:xfrm>
            <a:off x="2597282" y="8330937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/>
          <p:cNvSpPr txBox="1"/>
          <p:nvPr/>
        </p:nvSpPr>
        <p:spPr>
          <a:xfrm>
            <a:off x="2358182" y="9079631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(3)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2" name="Ellipse 1"/>
          <p:cNvSpPr/>
          <p:nvPr/>
        </p:nvSpPr>
        <p:spPr>
          <a:xfrm>
            <a:off x="2574206" y="6012904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2430190" y="6847383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(1)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18" name="Ellipse 17"/>
          <p:cNvSpPr/>
          <p:nvPr/>
        </p:nvSpPr>
        <p:spPr>
          <a:xfrm>
            <a:off x="2690587" y="3708648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/>
          <p:cNvSpPr txBox="1"/>
          <p:nvPr/>
        </p:nvSpPr>
        <p:spPr>
          <a:xfrm>
            <a:off x="3137327" y="3420616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(2)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22" name="Ellipse 21"/>
          <p:cNvSpPr/>
          <p:nvPr/>
        </p:nvSpPr>
        <p:spPr>
          <a:xfrm>
            <a:off x="1700405" y="4900753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ZoneTexte 22"/>
          <p:cNvSpPr txBox="1"/>
          <p:nvPr/>
        </p:nvSpPr>
        <p:spPr>
          <a:xfrm>
            <a:off x="1350070" y="5548825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(4)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3092954" y="7853962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fr-FR"/>
          </a:p>
        </p:txBody>
      </p:sp>
      <p:sp>
        <p:nvSpPr>
          <p:cNvPr id="31" name="ZoneTexte 2"/>
          <p:cNvSpPr txBox="1"/>
          <p:nvPr/>
        </p:nvSpPr>
        <p:spPr>
          <a:xfrm>
            <a:off x="3539694" y="8502034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 smtClean="0">
                <a:solidFill>
                  <a:srgbClr val="FF0000"/>
                </a:solidFill>
              </a:rPr>
              <a:t>(5)</a:t>
            </a:r>
            <a:endParaRPr lang="fr-FR" sz="2400" dirty="0">
              <a:solidFill>
                <a:srgbClr val="FF0000"/>
              </a:solidFill>
            </a:endParaRPr>
          </a:p>
        </p:txBody>
      </p:sp>
      <p:grpSp>
        <p:nvGrpSpPr>
          <p:cNvPr id="36" name="Groupe 35"/>
          <p:cNvGrpSpPr/>
          <p:nvPr/>
        </p:nvGrpSpPr>
        <p:grpSpPr>
          <a:xfrm>
            <a:off x="1562923" y="2340494"/>
            <a:ext cx="795259" cy="463184"/>
            <a:chOff x="3026213" y="2052003"/>
            <a:chExt cx="610253" cy="463181"/>
          </a:xfrm>
        </p:grpSpPr>
        <p:sp>
          <p:nvSpPr>
            <p:cNvPr id="37" name="Ellipse 36"/>
            <p:cNvSpPr/>
            <p:nvPr/>
          </p:nvSpPr>
          <p:spPr>
            <a:xfrm>
              <a:off x="3132410" y="2070000"/>
              <a:ext cx="432048" cy="445184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026213" y="2052003"/>
              <a:ext cx="610253" cy="2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1" name="ZoneTexte 40"/>
          <p:cNvSpPr txBox="1"/>
          <p:nvPr/>
        </p:nvSpPr>
        <p:spPr>
          <a:xfrm>
            <a:off x="1278062" y="2564554"/>
            <a:ext cx="644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  <a:endParaRPr lang="en-US" sz="24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42" name="Picture 1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400" y="90239"/>
            <a:ext cx="5664200" cy="2754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400" y="2343600"/>
            <a:ext cx="5638800" cy="8855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92" y="109318"/>
            <a:ext cx="5662800" cy="27352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20" y="2342405"/>
            <a:ext cx="5638800" cy="8855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8" name="CustomShape 1"/>
          <p:cNvSpPr/>
          <p:nvPr/>
        </p:nvSpPr>
        <p:spPr>
          <a:xfrm>
            <a:off x="269950" y="-59480"/>
            <a:ext cx="520560" cy="4557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200" dirty="0">
                <a:solidFill>
                  <a:srgbClr val="000000"/>
                </a:solidFill>
                <a:latin typeface="Times New Roman"/>
              </a:rPr>
              <a:t>(a)</a:t>
            </a:r>
            <a:endParaRPr dirty="0"/>
          </a:p>
        </p:txBody>
      </p:sp>
      <p:sp>
        <p:nvSpPr>
          <p:cNvPr id="39" name="CustomShape 2"/>
          <p:cNvSpPr/>
          <p:nvPr/>
        </p:nvSpPr>
        <p:spPr>
          <a:xfrm>
            <a:off x="5852880" y="-59480"/>
            <a:ext cx="520560" cy="4557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200" dirty="0" smtClean="0">
                <a:solidFill>
                  <a:srgbClr val="000000"/>
                </a:solidFill>
                <a:latin typeface="Times New Roman"/>
              </a:rPr>
              <a:t>(b)</a:t>
            </a:r>
            <a:endParaRPr dirty="0"/>
          </a:p>
        </p:txBody>
      </p:sp>
      <p:sp>
        <p:nvSpPr>
          <p:cNvPr id="43" name="CustomShape 6"/>
          <p:cNvSpPr/>
          <p:nvPr/>
        </p:nvSpPr>
        <p:spPr>
          <a:xfrm>
            <a:off x="9954720" y="2484360"/>
            <a:ext cx="61956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36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44" name="CustomShape 7"/>
          <p:cNvSpPr/>
          <p:nvPr/>
        </p:nvSpPr>
        <p:spPr>
          <a:xfrm>
            <a:off x="6610680" y="9576720"/>
            <a:ext cx="70812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s+</a:t>
            </a:r>
            <a:endParaRPr/>
          </a:p>
        </p:txBody>
      </p:sp>
      <p:sp>
        <p:nvSpPr>
          <p:cNvPr id="46" name="CustomShape 9"/>
          <p:cNvSpPr/>
          <p:nvPr/>
        </p:nvSpPr>
        <p:spPr>
          <a:xfrm>
            <a:off x="4590720" y="2612920"/>
            <a:ext cx="61956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</a:t>
            </a:r>
            <a:r>
              <a:rPr lang="en-US" sz="3600">
                <a:solidFill>
                  <a:srgbClr val="FF0000"/>
                </a:solidFill>
                <a:latin typeface="Calibri"/>
              </a:rPr>
              <a:t>-</a:t>
            </a:r>
            <a:endParaRPr/>
          </a:p>
        </p:txBody>
      </p:sp>
      <p:sp>
        <p:nvSpPr>
          <p:cNvPr id="47" name="CustomShape 10"/>
          <p:cNvSpPr/>
          <p:nvPr/>
        </p:nvSpPr>
        <p:spPr>
          <a:xfrm>
            <a:off x="1065960" y="9704920"/>
            <a:ext cx="708120" cy="638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3600">
                <a:solidFill>
                  <a:srgbClr val="FF0000"/>
                </a:solidFill>
                <a:latin typeface="Symbol"/>
              </a:rPr>
              <a:t>s+</a:t>
            </a:r>
            <a:endParaRPr/>
          </a:p>
        </p:txBody>
      </p:sp>
      <p:sp>
        <p:nvSpPr>
          <p:cNvPr id="48" name="CustomShape 11"/>
          <p:cNvSpPr/>
          <p:nvPr/>
        </p:nvSpPr>
        <p:spPr>
          <a:xfrm>
            <a:off x="522000" y="814237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49" name="CustomShape 12"/>
          <p:cNvSpPr/>
          <p:nvPr/>
        </p:nvSpPr>
        <p:spPr>
          <a:xfrm>
            <a:off x="432000" y="999004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0" name="CustomShape 13"/>
          <p:cNvSpPr/>
          <p:nvPr/>
        </p:nvSpPr>
        <p:spPr>
          <a:xfrm>
            <a:off x="6084360" y="806400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51" name="CustomShape 14"/>
          <p:cNvSpPr/>
          <p:nvPr/>
        </p:nvSpPr>
        <p:spPr>
          <a:xfrm>
            <a:off x="5994360" y="9900000"/>
            <a:ext cx="93240" cy="28728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24" name="Ellipse 23"/>
          <p:cNvSpPr/>
          <p:nvPr/>
        </p:nvSpPr>
        <p:spPr>
          <a:xfrm>
            <a:off x="2849295" y="4780113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ZoneTexte 24"/>
          <p:cNvSpPr txBox="1"/>
          <p:nvPr/>
        </p:nvSpPr>
        <p:spPr>
          <a:xfrm>
            <a:off x="3296035" y="5428185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(8)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26" name="Ellipse 25"/>
          <p:cNvSpPr/>
          <p:nvPr/>
        </p:nvSpPr>
        <p:spPr>
          <a:xfrm>
            <a:off x="1911442" y="6028420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ZoneTexte 26"/>
          <p:cNvSpPr txBox="1"/>
          <p:nvPr/>
        </p:nvSpPr>
        <p:spPr>
          <a:xfrm>
            <a:off x="1494086" y="6676492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(9)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28" name="Ellipse 27"/>
          <p:cNvSpPr/>
          <p:nvPr/>
        </p:nvSpPr>
        <p:spPr>
          <a:xfrm>
            <a:off x="3222278" y="6084912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ZoneTexte 28"/>
          <p:cNvSpPr txBox="1"/>
          <p:nvPr/>
        </p:nvSpPr>
        <p:spPr>
          <a:xfrm>
            <a:off x="3669018" y="6732984"/>
            <a:ext cx="7328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(10)</a:t>
            </a:r>
            <a:endParaRPr lang="fr-FR" sz="2400" dirty="0">
              <a:solidFill>
                <a:srgbClr val="FF0000"/>
              </a:solidFill>
            </a:endParaRPr>
          </a:p>
        </p:txBody>
      </p:sp>
      <p:sp>
        <p:nvSpPr>
          <p:cNvPr id="42" name="Ellipse 41"/>
          <p:cNvSpPr/>
          <p:nvPr/>
        </p:nvSpPr>
        <p:spPr>
          <a:xfrm>
            <a:off x="1680726" y="4831159"/>
            <a:ext cx="576064" cy="864096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ZoneTexte 44"/>
          <p:cNvSpPr txBox="1"/>
          <p:nvPr/>
        </p:nvSpPr>
        <p:spPr>
          <a:xfrm>
            <a:off x="1206054" y="5479231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</a:rPr>
              <a:t>(7)</a:t>
            </a:r>
            <a:endParaRPr lang="fr-FR" sz="24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42</Words>
  <Application>Microsoft Office PowerPoint</Application>
  <PresentationFormat>Personnalisé</PresentationFormat>
  <Paragraphs>16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Office Theme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cp:lastModifiedBy>user</cp:lastModifiedBy>
  <cp:revision>11</cp:revision>
  <dcterms:modified xsi:type="dcterms:W3CDTF">2017-08-18T14:09:26Z</dcterms:modified>
</cp:coreProperties>
</file>