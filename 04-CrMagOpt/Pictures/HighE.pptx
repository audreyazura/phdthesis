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3"/>
  </p:sldIdLst>
  <p:sldSz cx="11341100" cy="11161712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50680" y="3467520"/>
            <a:ext cx="9639720" cy="23925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67000" y="2611800"/>
            <a:ext cx="10206360" cy="6473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50680" y="3467520"/>
            <a:ext cx="9639720" cy="23925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67000" y="2611800"/>
            <a:ext cx="10206360" cy="64731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50680" y="3467520"/>
            <a:ext cx="9639720" cy="23925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67000" y="2611800"/>
            <a:ext cx="4980600" cy="64731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797080" y="2611800"/>
            <a:ext cx="4980600" cy="64731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50680" y="3467520"/>
            <a:ext cx="9639720" cy="23925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50680" y="3467520"/>
            <a:ext cx="9639720" cy="11090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50680" y="3467520"/>
            <a:ext cx="9639720" cy="23925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67000" y="2611800"/>
            <a:ext cx="4980600" cy="3087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67000" y="5992920"/>
            <a:ext cx="4980600" cy="3087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797080" y="2611800"/>
            <a:ext cx="4980600" cy="64731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50680" y="3467520"/>
            <a:ext cx="9639720" cy="23925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67000" y="2611800"/>
            <a:ext cx="4980600" cy="64731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797080" y="2611800"/>
            <a:ext cx="4980600" cy="3087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797080" y="5992920"/>
            <a:ext cx="4980600" cy="3087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50680" y="3467520"/>
            <a:ext cx="9639720" cy="23925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67000" y="2611800"/>
            <a:ext cx="4980600" cy="3087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797080" y="2611800"/>
            <a:ext cx="4980600" cy="3087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67000" y="5992920"/>
            <a:ext cx="10206360" cy="3087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50680" y="3467520"/>
            <a:ext cx="9639720" cy="23925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67000" y="2611800"/>
            <a:ext cx="10206360" cy="3087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67000" y="5992920"/>
            <a:ext cx="10206360" cy="3087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50680" y="3467520"/>
            <a:ext cx="9639720" cy="23925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67000" y="2611800"/>
            <a:ext cx="4980600" cy="3087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797080" y="2611800"/>
            <a:ext cx="4980600" cy="3087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797080" y="5992920"/>
            <a:ext cx="4980600" cy="3087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67000" y="5992920"/>
            <a:ext cx="4980600" cy="3087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50680" y="3467520"/>
            <a:ext cx="9639720" cy="23925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67000" y="2611800"/>
            <a:ext cx="10206360" cy="64731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67000" y="2611800"/>
            <a:ext cx="10206360" cy="64731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37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1613520" y="2611440"/>
            <a:ext cx="8112960" cy="647316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1613520" y="2611440"/>
            <a:ext cx="8112960" cy="647316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50680" y="3467520"/>
            <a:ext cx="9639720" cy="2392200"/>
          </a:xfrm>
          <a:prstGeom prst="rect">
            <a:avLst/>
          </a:prstGeom>
        </p:spPr>
        <p:txBody>
          <a:bodyPr lIns="115200" rIns="115200" tIns="57600" bIns="57600" anchor="ctr"/>
          <a:p>
            <a:pPr algn="ctr">
              <a:lnSpc>
                <a:spcPct val="100000"/>
              </a:lnSpc>
            </a:pPr>
            <a:r>
              <a:rPr lang="fr-FR" sz="5500">
                <a:solidFill>
                  <a:srgbClr val="000000"/>
                </a:solidFill>
                <a:latin typeface="Calibri"/>
              </a:rPr>
              <a:t>Click to edit the title text formatModifiez le style du titre</a:t>
            </a:r>
            <a:endParaRPr/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567000" y="10345320"/>
            <a:ext cx="2646000" cy="594000"/>
          </a:xfrm>
          <a:prstGeom prst="rect">
            <a:avLst/>
          </a:prstGeom>
        </p:spPr>
        <p:txBody>
          <a:bodyPr lIns="115200" rIns="115200" tIns="57600" bIns="57600" anchor="ctr"/>
          <a:p>
            <a:pPr>
              <a:lnSpc>
                <a:spcPct val="100000"/>
              </a:lnSpc>
            </a:pPr>
            <a:r>
              <a:rPr lang="en-US" sz="1500">
                <a:solidFill>
                  <a:srgbClr val="8b8b8b"/>
                </a:solidFill>
                <a:latin typeface="Calibri"/>
              </a:rPr>
              <a:t>5/9/17</a:t>
            </a:r>
            <a:endParaRPr/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875040" y="10345320"/>
            <a:ext cx="3591000" cy="594000"/>
          </a:xfrm>
          <a:prstGeom prst="rect">
            <a:avLst/>
          </a:prstGeom>
        </p:spPr>
        <p:txBody>
          <a:bodyPr lIns="115200" rIns="115200" tIns="57600" bIns="57600" anchor="ctr"/>
          <a:p>
            <a:endParaRPr/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127720" y="10345320"/>
            <a:ext cx="2646000" cy="594000"/>
          </a:xfrm>
          <a:prstGeom prst="rect">
            <a:avLst/>
          </a:prstGeom>
        </p:spPr>
        <p:txBody>
          <a:bodyPr lIns="115200" rIns="115200" tIns="57600" bIns="57600" anchor="ctr"/>
          <a:p>
            <a:pPr algn="r">
              <a:lnSpc>
                <a:spcPct val="100000"/>
              </a:lnSpc>
            </a:pPr>
            <a:fld id="{A10C9A67-8883-45E7-BC74-861B36877BDD}" type="slidenum">
              <a:rPr lang="en-US" sz="1500">
                <a:solidFill>
                  <a:srgbClr val="8b8b8b"/>
                </a:solidFill>
                <a:latin typeface="Calibri"/>
              </a:rPr>
              <a:t>&lt;number&gt;</a:t>
            </a:fld>
            <a:endParaRPr/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67000" y="2611800"/>
            <a:ext cx="10206360" cy="6473160"/>
          </a:xfrm>
          <a:prstGeom prst="rect">
            <a:avLst/>
          </a:prstGeom>
        </p:spPr>
        <p:txBody>
          <a:bodyPr lIns="0" rIns="0" tIns="0" bIns="0"/>
          <a:p>
            <a:pPr>
              <a:buSzPct val="45000"/>
              <a:buFont typeface="StarSymbol"/>
              <a:buChar char=""/>
            </a:pPr>
            <a:r>
              <a:rPr lang="fr-FR" sz="4000">
                <a:latin typeface="Calibri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fr-FR" sz="3000">
                <a:latin typeface="Calibri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fr-FR" sz="2500">
                <a:latin typeface="Calibri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fr-FR" sz="2500">
                <a:latin typeface="Calibri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4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-57600" y="136800"/>
            <a:ext cx="5846400" cy="10971000"/>
          </a:xfrm>
          <a:prstGeom prst="rect">
            <a:avLst/>
          </a:prstGeom>
          <a:ln>
            <a:noFill/>
          </a:ln>
        </p:spPr>
      </p:pic>
      <p:pic>
        <p:nvPicPr>
          <p:cNvPr id="40" name="Picture 3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5472000" y="136800"/>
            <a:ext cx="5846400" cy="10980360"/>
          </a:xfrm>
          <a:prstGeom prst="rect">
            <a:avLst/>
          </a:prstGeom>
          <a:ln>
            <a:noFill/>
          </a:ln>
        </p:spPr>
      </p:pic>
      <p:sp>
        <p:nvSpPr>
          <p:cNvPr id="41" name="CustomShape 1"/>
          <p:cNvSpPr/>
          <p:nvPr/>
        </p:nvSpPr>
        <p:spPr>
          <a:xfrm>
            <a:off x="-15840" y="-35640"/>
            <a:ext cx="520920" cy="45612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(a)</a:t>
            </a:r>
            <a:endParaRPr/>
          </a:p>
        </p:txBody>
      </p:sp>
      <p:sp>
        <p:nvSpPr>
          <p:cNvPr id="42" name="CustomShape 2"/>
          <p:cNvSpPr/>
          <p:nvPr/>
        </p:nvSpPr>
        <p:spPr>
          <a:xfrm>
            <a:off x="5600880" y="-35640"/>
            <a:ext cx="520920" cy="45612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(c)</a:t>
            </a:r>
            <a:endParaRPr/>
          </a:p>
        </p:txBody>
      </p:sp>
      <p:sp>
        <p:nvSpPr>
          <p:cNvPr id="43" name="CustomShape 3"/>
          <p:cNvSpPr/>
          <p:nvPr/>
        </p:nvSpPr>
        <p:spPr>
          <a:xfrm>
            <a:off x="16920" y="2268360"/>
            <a:ext cx="537840" cy="45612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(b)</a:t>
            </a:r>
            <a:endParaRPr/>
          </a:p>
        </p:txBody>
      </p:sp>
      <p:sp>
        <p:nvSpPr>
          <p:cNvPr id="44" name="CustomShape 4"/>
          <p:cNvSpPr/>
          <p:nvPr/>
        </p:nvSpPr>
        <p:spPr>
          <a:xfrm>
            <a:off x="5601240" y="2268720"/>
            <a:ext cx="537840" cy="45612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(d)</a:t>
            </a:r>
            <a:endParaRPr/>
          </a:p>
        </p:txBody>
      </p:sp>
      <p:sp>
        <p:nvSpPr>
          <p:cNvPr id="45" name="CustomShape 5"/>
          <p:cNvSpPr/>
          <p:nvPr/>
        </p:nvSpPr>
        <p:spPr>
          <a:xfrm>
            <a:off x="9402480" y="425880"/>
            <a:ext cx="1220760" cy="57780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en-US" sz="3200">
                <a:solidFill>
                  <a:srgbClr val="ff0000"/>
                </a:solidFill>
                <a:latin typeface="Times New Roman"/>
              </a:rPr>
              <a:t>X</a:t>
            </a:r>
            <a:r>
              <a:rPr b="1" lang="en-US" sz="3200" baseline="30000">
                <a:solidFill>
                  <a:srgbClr val="ff0000"/>
                </a:solidFill>
                <a:latin typeface="Times New Roman"/>
              </a:rPr>
              <a:t>+</a:t>
            </a:r>
            <a:r>
              <a:rPr b="1" lang="en-US" sz="3200">
                <a:solidFill>
                  <a:srgbClr val="ff0000"/>
                </a:solidFill>
                <a:latin typeface="Times New Roman"/>
              </a:rPr>
              <a:t>-Cr</a:t>
            </a:r>
            <a:endParaRPr/>
          </a:p>
        </p:txBody>
      </p:sp>
      <p:sp>
        <p:nvSpPr>
          <p:cNvPr id="46" name="CustomShape 6"/>
          <p:cNvSpPr/>
          <p:nvPr/>
        </p:nvSpPr>
        <p:spPr>
          <a:xfrm>
            <a:off x="9954720" y="2484360"/>
            <a:ext cx="619920" cy="63900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3600">
                <a:solidFill>
                  <a:srgbClr val="ff0000"/>
                </a:solidFill>
                <a:latin typeface="Symbol"/>
              </a:rPr>
              <a:t>s</a:t>
            </a:r>
            <a:r>
              <a:rPr lang="en-US" sz="3600">
                <a:solidFill>
                  <a:srgbClr val="ff0000"/>
                </a:solidFill>
                <a:latin typeface="Calibri"/>
              </a:rPr>
              <a:t>-</a:t>
            </a:r>
            <a:endParaRPr/>
          </a:p>
        </p:txBody>
      </p:sp>
      <p:sp>
        <p:nvSpPr>
          <p:cNvPr id="47" name="CustomShape 7"/>
          <p:cNvSpPr/>
          <p:nvPr/>
        </p:nvSpPr>
        <p:spPr>
          <a:xfrm>
            <a:off x="6610680" y="9576720"/>
            <a:ext cx="708480" cy="63900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3600">
                <a:solidFill>
                  <a:srgbClr val="ff0000"/>
                </a:solidFill>
                <a:latin typeface="Symbol"/>
              </a:rPr>
              <a:t>s+</a:t>
            </a:r>
            <a:endParaRPr/>
          </a:p>
        </p:txBody>
      </p:sp>
      <p:sp>
        <p:nvSpPr>
          <p:cNvPr id="48" name="CustomShape 8"/>
          <p:cNvSpPr/>
          <p:nvPr/>
        </p:nvSpPr>
        <p:spPr>
          <a:xfrm>
            <a:off x="4073760" y="464040"/>
            <a:ext cx="1220760" cy="57780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en-US" sz="3200">
                <a:solidFill>
                  <a:srgbClr val="ff0000"/>
                </a:solidFill>
                <a:latin typeface="Times New Roman"/>
              </a:rPr>
              <a:t>X</a:t>
            </a:r>
            <a:r>
              <a:rPr b="1" lang="en-US" sz="3200" baseline="30000">
                <a:solidFill>
                  <a:srgbClr val="ff0000"/>
                </a:solidFill>
                <a:latin typeface="Times New Roman"/>
              </a:rPr>
              <a:t>+</a:t>
            </a:r>
            <a:r>
              <a:rPr b="1" lang="en-US" sz="3200">
                <a:solidFill>
                  <a:srgbClr val="ff0000"/>
                </a:solidFill>
                <a:latin typeface="Times New Roman"/>
              </a:rPr>
              <a:t>-Cr</a:t>
            </a:r>
            <a:endParaRPr/>
          </a:p>
        </p:txBody>
      </p:sp>
      <p:sp>
        <p:nvSpPr>
          <p:cNvPr id="49" name="CustomShape 9"/>
          <p:cNvSpPr/>
          <p:nvPr/>
        </p:nvSpPr>
        <p:spPr>
          <a:xfrm>
            <a:off x="4590720" y="2522880"/>
            <a:ext cx="619920" cy="63900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3600">
                <a:solidFill>
                  <a:srgbClr val="ff0000"/>
                </a:solidFill>
                <a:latin typeface="Symbol"/>
              </a:rPr>
              <a:t>s</a:t>
            </a:r>
            <a:r>
              <a:rPr lang="en-US" sz="3600">
                <a:solidFill>
                  <a:srgbClr val="ff0000"/>
                </a:solidFill>
                <a:latin typeface="Calibri"/>
              </a:rPr>
              <a:t>-</a:t>
            </a:r>
            <a:endParaRPr/>
          </a:p>
        </p:txBody>
      </p:sp>
      <p:sp>
        <p:nvSpPr>
          <p:cNvPr id="50" name="CustomShape 10"/>
          <p:cNvSpPr/>
          <p:nvPr/>
        </p:nvSpPr>
        <p:spPr>
          <a:xfrm>
            <a:off x="1065960" y="9614880"/>
            <a:ext cx="708480" cy="63900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3600">
                <a:solidFill>
                  <a:srgbClr val="ff0000"/>
                </a:solidFill>
                <a:latin typeface="Symbol"/>
              </a:rPr>
              <a:t>s+</a:t>
            </a:r>
            <a:endParaRPr/>
          </a:p>
        </p:txBody>
      </p:sp>
      <p:sp>
        <p:nvSpPr>
          <p:cNvPr id="51" name="CustomShape 11"/>
          <p:cNvSpPr/>
          <p:nvPr/>
        </p:nvSpPr>
        <p:spPr>
          <a:xfrm>
            <a:off x="558360" y="8064000"/>
            <a:ext cx="93600" cy="28764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round/>
          </a:ln>
        </p:spPr>
      </p:sp>
      <p:sp>
        <p:nvSpPr>
          <p:cNvPr id="52" name="CustomShape 12"/>
          <p:cNvSpPr/>
          <p:nvPr/>
        </p:nvSpPr>
        <p:spPr>
          <a:xfrm>
            <a:off x="464400" y="9900000"/>
            <a:ext cx="93600" cy="28764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round/>
          </a:ln>
        </p:spPr>
      </p:sp>
      <p:sp>
        <p:nvSpPr>
          <p:cNvPr id="53" name="CustomShape 13"/>
          <p:cNvSpPr/>
          <p:nvPr/>
        </p:nvSpPr>
        <p:spPr>
          <a:xfrm>
            <a:off x="6084360" y="8064000"/>
            <a:ext cx="93600" cy="28764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round/>
          </a:ln>
        </p:spPr>
      </p:sp>
      <p:sp>
        <p:nvSpPr>
          <p:cNvPr id="54" name="CustomShape 14"/>
          <p:cNvSpPr/>
          <p:nvPr/>
        </p:nvSpPr>
        <p:spPr>
          <a:xfrm>
            <a:off x="5994360" y="9900000"/>
            <a:ext cx="93600" cy="28764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round/>
          </a:ln>
        </p:spPr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