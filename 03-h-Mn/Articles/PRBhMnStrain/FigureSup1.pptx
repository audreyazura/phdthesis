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5/26/2015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120" y="35496"/>
            <a:ext cx="3267272" cy="807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ZoneTexte 70"/>
          <p:cNvSpPr txBox="1"/>
          <p:nvPr/>
        </p:nvSpPr>
        <p:spPr>
          <a:xfrm>
            <a:off x="4437112" y="3142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(b)</a:t>
            </a: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1"/>
          <a:stretch/>
        </p:blipFill>
        <p:spPr bwMode="auto">
          <a:xfrm>
            <a:off x="1018059" y="29073"/>
            <a:ext cx="3059013" cy="8077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1772816" y="292721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(a)</a:t>
            </a:r>
            <a:endParaRPr lang="en-US" dirty="0"/>
          </a:p>
        </p:txBody>
      </p:sp>
      <p:sp>
        <p:nvSpPr>
          <p:cNvPr id="114" name="Text Box 14"/>
          <p:cNvSpPr txBox="1">
            <a:spLocks noChangeArrowheads="1"/>
          </p:cNvSpPr>
          <p:nvPr/>
        </p:nvSpPr>
        <p:spPr bwMode="auto">
          <a:xfrm>
            <a:off x="2868445" y="7792615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(T)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15" name="Text Box 14"/>
          <p:cNvSpPr txBox="1">
            <a:spLocks noChangeArrowheads="1"/>
          </p:cNvSpPr>
          <p:nvPr/>
        </p:nvSpPr>
        <p:spPr bwMode="auto">
          <a:xfrm>
            <a:off x="5224346" y="7782555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B</a:t>
            </a:r>
            <a:r>
              <a:rPr lang="en-US" sz="1400" b="1" baseline="-25000" dirty="0" smtClean="0">
                <a:latin typeface="Times New Roman" pitchFamily="18" charset="0"/>
              </a:rPr>
              <a:t>┴</a:t>
            </a:r>
            <a:r>
              <a:rPr lang="en-US" sz="1400" b="1" dirty="0" smtClean="0">
                <a:latin typeface="Times New Roman" pitchFamily="18" charset="0"/>
              </a:rPr>
              <a:t>(T)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16" name="Text Box 14"/>
          <p:cNvSpPr txBox="1">
            <a:spLocks noChangeArrowheads="1"/>
          </p:cNvSpPr>
          <p:nvPr/>
        </p:nvSpPr>
        <p:spPr bwMode="auto">
          <a:xfrm>
            <a:off x="1788325" y="7792615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B</a:t>
            </a:r>
            <a:r>
              <a:rPr lang="en-US" sz="1400" b="1" baseline="-25000" dirty="0" err="1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(T)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8162" y="8506672"/>
            <a:ext cx="72008" cy="160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-83883" y="1758703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M=2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564189" y="735831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=0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564189" y="1154015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=±1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48680" y="2411760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2</a:t>
            </a:r>
          </a:p>
        </p:txBody>
      </p:sp>
      <p:sp>
        <p:nvSpPr>
          <p:cNvPr id="2" name="Accolade ouvrante 1"/>
          <p:cNvSpPr/>
          <p:nvPr/>
        </p:nvSpPr>
        <p:spPr>
          <a:xfrm>
            <a:off x="467569" y="611006"/>
            <a:ext cx="186820" cy="266429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-99392" y="5508104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smtClean="0">
                <a:latin typeface="Times New Roman" pitchFamily="18" charset="0"/>
              </a:rPr>
              <a:t>M=3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48680" y="4264777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=0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548680" y="4682961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=±1</a:t>
            </a:r>
            <a:endParaRPr lang="en-US" sz="1400" b="1" dirty="0">
              <a:latin typeface="Times New Roman" pitchFamily="18" charset="0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541880" y="5292080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2</a:t>
            </a:r>
          </a:p>
        </p:txBody>
      </p:sp>
      <p:sp>
        <p:nvSpPr>
          <p:cNvPr id="19" name="Accolade ouvrante 18"/>
          <p:cNvSpPr/>
          <p:nvPr/>
        </p:nvSpPr>
        <p:spPr>
          <a:xfrm>
            <a:off x="452060" y="4211960"/>
            <a:ext cx="186820" cy="295232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548680" y="6372200"/>
            <a:ext cx="77657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</a:pPr>
            <a:r>
              <a:rPr lang="en-US" sz="1400" b="1" dirty="0" err="1" smtClean="0">
                <a:latin typeface="Times New Roman" pitchFamily="18" charset="0"/>
              </a:rPr>
              <a:t>M</a:t>
            </a:r>
            <a:r>
              <a:rPr lang="en-US" sz="1400" b="1" baseline="-25000" dirty="0" err="1" smtClean="0">
                <a:latin typeface="Times New Roman" pitchFamily="18" charset="0"/>
              </a:rPr>
              <a:t>z</a:t>
            </a:r>
            <a:r>
              <a:rPr lang="en-US" sz="1400" b="1" dirty="0" smtClean="0">
                <a:latin typeface="Times New Roman" pitchFamily="18" charset="0"/>
              </a:rPr>
              <a:t>=±</a:t>
            </a:r>
            <a:r>
              <a:rPr lang="en-US" sz="1400" b="1" dirty="0">
                <a:latin typeface="Times New Roman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4794</TotalTime>
  <Words>37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275</cp:revision>
  <cp:lastPrinted>2015-05-26T08:02:39Z</cp:lastPrinted>
  <dcterms:created xsi:type="dcterms:W3CDTF">2013-09-27T09:14:25Z</dcterms:created>
  <dcterms:modified xsi:type="dcterms:W3CDTF">2015-05-26T08:04:41Z</dcterms:modified>
</cp:coreProperties>
</file>