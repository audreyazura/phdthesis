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858000" cy="9144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00" d="100"/>
          <a:sy n="100" d="100"/>
        </p:scale>
        <p:origin x="-2808" y="-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03425" y="744538"/>
            <a:ext cx="27908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3" Type="http://schemas.openxmlformats.org/officeDocument/2006/relationships/image" Target="../media/image7.png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.png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3" name="Picture 17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384" y="-36512"/>
            <a:ext cx="4524375" cy="733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8" name="Groupe 27"/>
          <p:cNvGrpSpPr/>
          <p:nvPr/>
        </p:nvGrpSpPr>
        <p:grpSpPr>
          <a:xfrm>
            <a:off x="4595237" y="118537"/>
            <a:ext cx="2146131" cy="2399602"/>
            <a:chOff x="4523229" y="118537"/>
            <a:chExt cx="2146131" cy="2399602"/>
          </a:xfrm>
        </p:grpSpPr>
        <p:sp>
          <p:nvSpPr>
            <p:cNvPr id="435" name="Line 17"/>
            <p:cNvSpPr>
              <a:spLocks noChangeShapeType="1"/>
            </p:cNvSpPr>
            <p:nvPr/>
          </p:nvSpPr>
          <p:spPr bwMode="auto">
            <a:xfrm>
              <a:off x="5041010" y="483438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" name="Line 17"/>
            <p:cNvSpPr>
              <a:spLocks noChangeShapeType="1"/>
            </p:cNvSpPr>
            <p:nvPr/>
          </p:nvSpPr>
          <p:spPr bwMode="auto">
            <a:xfrm>
              <a:off x="5369050" y="379394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7" name="Line 17"/>
            <p:cNvSpPr>
              <a:spLocks noChangeShapeType="1"/>
            </p:cNvSpPr>
            <p:nvPr/>
          </p:nvSpPr>
          <p:spPr bwMode="auto">
            <a:xfrm>
              <a:off x="5673651" y="483438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8" name="Line 17"/>
            <p:cNvSpPr>
              <a:spLocks noChangeShapeType="1"/>
            </p:cNvSpPr>
            <p:nvPr/>
          </p:nvSpPr>
          <p:spPr bwMode="auto">
            <a:xfrm>
              <a:off x="5673651" y="769558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9" name="Line 17"/>
            <p:cNvSpPr>
              <a:spLocks noChangeShapeType="1"/>
            </p:cNvSpPr>
            <p:nvPr/>
          </p:nvSpPr>
          <p:spPr bwMode="auto">
            <a:xfrm>
              <a:off x="5879267" y="89959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" name="Line 17"/>
            <p:cNvSpPr>
              <a:spLocks noChangeShapeType="1"/>
            </p:cNvSpPr>
            <p:nvPr/>
          </p:nvSpPr>
          <p:spPr bwMode="auto">
            <a:xfrm>
              <a:off x="5033277" y="769558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" name="Line 17"/>
            <p:cNvSpPr>
              <a:spLocks noChangeShapeType="1"/>
            </p:cNvSpPr>
            <p:nvPr/>
          </p:nvSpPr>
          <p:spPr bwMode="auto">
            <a:xfrm>
              <a:off x="4862201" y="872345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" name="Rectangle 441"/>
            <p:cNvSpPr/>
            <p:nvPr/>
          </p:nvSpPr>
          <p:spPr>
            <a:xfrm>
              <a:off x="5454619" y="118537"/>
              <a:ext cx="27924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sz="1200" dirty="0"/>
            </a:p>
          </p:txBody>
        </p:sp>
        <p:cxnSp>
          <p:nvCxnSpPr>
            <p:cNvPr id="443" name="Connecteur droit avec flèche 442"/>
            <p:cNvCxnSpPr>
              <a:stCxn id="453" idx="0"/>
            </p:cNvCxnSpPr>
            <p:nvPr/>
          </p:nvCxnSpPr>
          <p:spPr>
            <a:xfrm flipH="1" flipV="1">
              <a:off x="5443216" y="171561"/>
              <a:ext cx="5013" cy="206957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Connecteur droit avec flèche 443"/>
            <p:cNvCxnSpPr/>
            <p:nvPr/>
          </p:nvCxnSpPr>
          <p:spPr>
            <a:xfrm flipV="1">
              <a:off x="4523229" y="2200420"/>
              <a:ext cx="1958357" cy="89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Connecteur droit 444"/>
            <p:cNvCxnSpPr/>
            <p:nvPr/>
          </p:nvCxnSpPr>
          <p:spPr>
            <a:xfrm flipH="1">
              <a:off x="5612529" y="216663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Connecteur droit 445"/>
            <p:cNvCxnSpPr/>
            <p:nvPr/>
          </p:nvCxnSpPr>
          <p:spPr>
            <a:xfrm flipH="1">
              <a:off x="5793639" y="216663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Connecteur droit 446"/>
            <p:cNvCxnSpPr/>
            <p:nvPr/>
          </p:nvCxnSpPr>
          <p:spPr>
            <a:xfrm flipH="1">
              <a:off x="5963150" y="216663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Connecteur droit 447"/>
            <p:cNvCxnSpPr/>
            <p:nvPr/>
          </p:nvCxnSpPr>
          <p:spPr>
            <a:xfrm flipH="1">
              <a:off x="6132661" y="216663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Connecteur droit 448"/>
            <p:cNvCxnSpPr/>
            <p:nvPr/>
          </p:nvCxnSpPr>
          <p:spPr>
            <a:xfrm flipH="1">
              <a:off x="5256856" y="216663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Connecteur droit 449"/>
            <p:cNvCxnSpPr/>
            <p:nvPr/>
          </p:nvCxnSpPr>
          <p:spPr>
            <a:xfrm flipH="1">
              <a:off x="5087345" y="216663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Connecteur droit 450"/>
            <p:cNvCxnSpPr/>
            <p:nvPr/>
          </p:nvCxnSpPr>
          <p:spPr>
            <a:xfrm flipH="1">
              <a:off x="4917834" y="216663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Connecteur droit 451"/>
            <p:cNvCxnSpPr/>
            <p:nvPr/>
          </p:nvCxnSpPr>
          <p:spPr>
            <a:xfrm flipH="1">
              <a:off x="4748324" y="216663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3" name="Rectangle 452"/>
            <p:cNvSpPr/>
            <p:nvPr/>
          </p:nvSpPr>
          <p:spPr>
            <a:xfrm>
              <a:off x="5317424" y="2241140"/>
              <a:ext cx="261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200" dirty="0"/>
            </a:p>
          </p:txBody>
        </p:sp>
        <p:sp>
          <p:nvSpPr>
            <p:cNvPr id="454" name="Rectangle 453"/>
            <p:cNvSpPr/>
            <p:nvPr/>
          </p:nvSpPr>
          <p:spPr>
            <a:xfrm>
              <a:off x="5459572" y="2241140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  <a:endParaRPr lang="en-US" sz="1200" dirty="0"/>
            </a:p>
          </p:txBody>
        </p:sp>
        <p:sp>
          <p:nvSpPr>
            <p:cNvPr id="455" name="Rectangle 454"/>
            <p:cNvSpPr/>
            <p:nvPr/>
          </p:nvSpPr>
          <p:spPr>
            <a:xfrm>
              <a:off x="5622053" y="2241140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+2</a:t>
              </a:r>
              <a:endParaRPr lang="en-US" sz="1200" dirty="0"/>
            </a:p>
          </p:txBody>
        </p:sp>
        <p:sp>
          <p:nvSpPr>
            <p:cNvPr id="456" name="Rectangle 455"/>
            <p:cNvSpPr/>
            <p:nvPr/>
          </p:nvSpPr>
          <p:spPr>
            <a:xfrm>
              <a:off x="5803163" y="2241140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+3</a:t>
              </a:r>
              <a:endParaRPr lang="en-US" sz="1200" dirty="0"/>
            </a:p>
          </p:txBody>
        </p:sp>
        <p:sp>
          <p:nvSpPr>
            <p:cNvPr id="457" name="Rectangle 456"/>
            <p:cNvSpPr/>
            <p:nvPr/>
          </p:nvSpPr>
          <p:spPr>
            <a:xfrm>
              <a:off x="5980874" y="2241140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+4</a:t>
              </a:r>
              <a:endParaRPr lang="en-US" sz="1200" dirty="0"/>
            </a:p>
          </p:txBody>
        </p:sp>
        <p:sp>
          <p:nvSpPr>
            <p:cNvPr id="458" name="Rectangle 457"/>
            <p:cNvSpPr/>
            <p:nvPr/>
          </p:nvSpPr>
          <p:spPr>
            <a:xfrm>
              <a:off x="5091106" y="2241140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200" dirty="0"/>
            </a:p>
          </p:txBody>
        </p:sp>
        <p:sp>
          <p:nvSpPr>
            <p:cNvPr id="459" name="Rectangle 458"/>
            <p:cNvSpPr/>
            <p:nvPr/>
          </p:nvSpPr>
          <p:spPr>
            <a:xfrm>
              <a:off x="4921595" y="2241140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200" dirty="0"/>
            </a:p>
          </p:txBody>
        </p:sp>
        <p:sp>
          <p:nvSpPr>
            <p:cNvPr id="460" name="Rectangle 459"/>
            <p:cNvSpPr/>
            <p:nvPr/>
          </p:nvSpPr>
          <p:spPr>
            <a:xfrm>
              <a:off x="4752084" y="2241140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200" dirty="0"/>
            </a:p>
          </p:txBody>
        </p:sp>
        <p:sp>
          <p:nvSpPr>
            <p:cNvPr id="461" name="Rectangle 460"/>
            <p:cNvSpPr/>
            <p:nvPr/>
          </p:nvSpPr>
          <p:spPr>
            <a:xfrm>
              <a:off x="4582573" y="2241140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sz="1200" dirty="0"/>
            </a:p>
          </p:txBody>
        </p:sp>
        <p:sp>
          <p:nvSpPr>
            <p:cNvPr id="462" name="Rectangle 461"/>
            <p:cNvSpPr/>
            <p:nvPr/>
          </p:nvSpPr>
          <p:spPr>
            <a:xfrm>
              <a:off x="6303554" y="2241140"/>
              <a:ext cx="3658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fr-FR" sz="12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sz="1200" baseline="-25000" dirty="0"/>
            </a:p>
          </p:txBody>
        </p:sp>
        <p:sp>
          <p:nvSpPr>
            <p:cNvPr id="463" name="Line 17"/>
            <p:cNvSpPr>
              <a:spLocks noChangeShapeType="1"/>
            </p:cNvSpPr>
            <p:nvPr/>
          </p:nvSpPr>
          <p:spPr bwMode="auto">
            <a:xfrm>
              <a:off x="6046223" y="1403648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64" name="Line 17"/>
            <p:cNvSpPr>
              <a:spLocks noChangeShapeType="1"/>
            </p:cNvSpPr>
            <p:nvPr/>
          </p:nvSpPr>
          <p:spPr bwMode="auto">
            <a:xfrm>
              <a:off x="5185039" y="1785500"/>
              <a:ext cx="47941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65" name="Line 17"/>
            <p:cNvSpPr>
              <a:spLocks noChangeShapeType="1"/>
            </p:cNvSpPr>
            <p:nvPr/>
          </p:nvSpPr>
          <p:spPr bwMode="auto">
            <a:xfrm>
              <a:off x="5371548" y="1958548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66" name="Line 17"/>
            <p:cNvSpPr>
              <a:spLocks noChangeShapeType="1"/>
            </p:cNvSpPr>
            <p:nvPr/>
          </p:nvSpPr>
          <p:spPr bwMode="auto">
            <a:xfrm>
              <a:off x="4691820" y="1403648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7" name="Line 17"/>
            <p:cNvSpPr>
              <a:spLocks noChangeShapeType="1"/>
            </p:cNvSpPr>
            <p:nvPr/>
          </p:nvSpPr>
          <p:spPr bwMode="auto">
            <a:xfrm>
              <a:off x="4857964" y="1542373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8" name="Line 17"/>
            <p:cNvSpPr>
              <a:spLocks noChangeShapeType="1"/>
            </p:cNvSpPr>
            <p:nvPr/>
          </p:nvSpPr>
          <p:spPr bwMode="auto">
            <a:xfrm>
              <a:off x="5029158" y="1681098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9" name="Line 17"/>
            <p:cNvSpPr>
              <a:spLocks noChangeShapeType="1"/>
            </p:cNvSpPr>
            <p:nvPr/>
          </p:nvSpPr>
          <p:spPr bwMode="auto">
            <a:xfrm>
              <a:off x="5368179" y="1958548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0" name="Line 17"/>
            <p:cNvSpPr>
              <a:spLocks noChangeShapeType="1"/>
            </p:cNvSpPr>
            <p:nvPr/>
          </p:nvSpPr>
          <p:spPr bwMode="auto">
            <a:xfrm>
              <a:off x="5537690" y="2097273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" name="Line 17"/>
            <p:cNvSpPr>
              <a:spLocks noChangeShapeType="1"/>
            </p:cNvSpPr>
            <p:nvPr/>
          </p:nvSpPr>
          <p:spPr bwMode="auto">
            <a:xfrm>
              <a:off x="5887110" y="1542373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72" name="Line 17"/>
            <p:cNvSpPr>
              <a:spLocks noChangeShapeType="1"/>
            </p:cNvSpPr>
            <p:nvPr/>
          </p:nvSpPr>
          <p:spPr bwMode="auto">
            <a:xfrm>
              <a:off x="5717599" y="1681098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73" name="Line 17"/>
            <p:cNvSpPr>
              <a:spLocks noChangeShapeType="1"/>
            </p:cNvSpPr>
            <p:nvPr/>
          </p:nvSpPr>
          <p:spPr bwMode="auto">
            <a:xfrm>
              <a:off x="5446533" y="1958548"/>
              <a:ext cx="74987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74" name="Line 17"/>
            <p:cNvSpPr>
              <a:spLocks noChangeShapeType="1"/>
            </p:cNvSpPr>
            <p:nvPr/>
          </p:nvSpPr>
          <p:spPr bwMode="auto">
            <a:xfrm>
              <a:off x="5209067" y="2097273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75" name="ZoneTexte 474"/>
            <p:cNvSpPr txBox="1"/>
            <p:nvPr/>
          </p:nvSpPr>
          <p:spPr>
            <a:xfrm>
              <a:off x="5733863" y="1043608"/>
              <a:ext cx="3529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>
                  <a:solidFill>
                    <a:srgbClr val="FF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sz="1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en-US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6" name="ZoneTexte 475"/>
            <p:cNvSpPr txBox="1"/>
            <p:nvPr/>
          </p:nvSpPr>
          <p:spPr>
            <a:xfrm>
              <a:off x="5119063" y="1043608"/>
              <a:ext cx="4934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 smtClean="0">
                  <a:solidFill>
                    <a:srgbClr val="0070C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sz="1400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sz="14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7" name="Connecteur droit avec flèche 476"/>
            <p:cNvCxnSpPr/>
            <p:nvPr/>
          </p:nvCxnSpPr>
          <p:spPr>
            <a:xfrm>
              <a:off x="5600700" y="685800"/>
              <a:ext cx="185623" cy="996696"/>
            </a:xfrm>
            <a:prstGeom prst="straightConnector1">
              <a:avLst/>
            </a:prstGeom>
            <a:ln w="158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8" name="Line 17"/>
            <p:cNvSpPr>
              <a:spLocks noChangeShapeType="1"/>
            </p:cNvSpPr>
            <p:nvPr/>
          </p:nvSpPr>
          <p:spPr bwMode="auto">
            <a:xfrm>
              <a:off x="5193370" y="1785142"/>
              <a:ext cx="490864" cy="359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9" name="Line 17"/>
            <p:cNvSpPr>
              <a:spLocks noChangeShapeType="1"/>
            </p:cNvSpPr>
            <p:nvPr/>
          </p:nvSpPr>
          <p:spPr bwMode="auto">
            <a:xfrm>
              <a:off x="5185667" y="1854505"/>
              <a:ext cx="47941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0" name="Line 17"/>
            <p:cNvSpPr>
              <a:spLocks noChangeShapeType="1"/>
            </p:cNvSpPr>
            <p:nvPr/>
          </p:nvSpPr>
          <p:spPr bwMode="auto">
            <a:xfrm>
              <a:off x="5193998" y="1854146"/>
              <a:ext cx="490864" cy="359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" name="Line 17"/>
            <p:cNvSpPr>
              <a:spLocks noChangeShapeType="1"/>
            </p:cNvSpPr>
            <p:nvPr/>
          </p:nvSpPr>
          <p:spPr bwMode="auto">
            <a:xfrm>
              <a:off x="5372298" y="656844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" name="Line 17"/>
            <p:cNvSpPr>
              <a:spLocks noChangeShapeType="1"/>
            </p:cNvSpPr>
            <p:nvPr/>
          </p:nvSpPr>
          <p:spPr bwMode="auto">
            <a:xfrm>
              <a:off x="5522975" y="405405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3" name="Line 17"/>
            <p:cNvSpPr>
              <a:spLocks noChangeShapeType="1"/>
            </p:cNvSpPr>
            <p:nvPr/>
          </p:nvSpPr>
          <p:spPr bwMode="auto">
            <a:xfrm>
              <a:off x="5221621" y="405405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4" name="Line 17"/>
            <p:cNvSpPr>
              <a:spLocks noChangeShapeType="1"/>
            </p:cNvSpPr>
            <p:nvPr/>
          </p:nvSpPr>
          <p:spPr bwMode="auto">
            <a:xfrm>
              <a:off x="5523616" y="691525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5" name="Line 17"/>
            <p:cNvSpPr>
              <a:spLocks noChangeShapeType="1"/>
            </p:cNvSpPr>
            <p:nvPr/>
          </p:nvSpPr>
          <p:spPr bwMode="auto">
            <a:xfrm>
              <a:off x="5221621" y="691525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486" name="Connecteur droit avec flèche 485"/>
            <p:cNvCxnSpPr/>
            <p:nvPr/>
          </p:nvCxnSpPr>
          <p:spPr>
            <a:xfrm flipV="1">
              <a:off x="5413248" y="687629"/>
              <a:ext cx="190195" cy="1258215"/>
            </a:xfrm>
            <a:prstGeom prst="straightConnector1">
              <a:avLst/>
            </a:prstGeom>
            <a:ln w="15875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1" name="Obje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8614891"/>
                </p:ext>
              </p:extLst>
            </p:nvPr>
          </p:nvGraphicFramePr>
          <p:xfrm>
            <a:off x="6061075" y="545009"/>
            <a:ext cx="438150" cy="282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8" name="Équation" r:id="rId4" imgW="393480" imgH="253800" progId="Equation.3">
                    <p:embed/>
                  </p:oleObj>
                </mc:Choice>
                <mc:Fallback>
                  <p:oleObj name="Équation" r:id="rId4" imgW="393480" imgH="253800" progId="Equation.3">
                    <p:embed/>
                    <p:pic>
                      <p:nvPicPr>
                        <p:cNvPr id="0" name="Obje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61075" y="545009"/>
                          <a:ext cx="438150" cy="282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Obje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295091"/>
              </p:ext>
            </p:extLst>
          </p:nvPr>
        </p:nvGraphicFramePr>
        <p:xfrm>
          <a:off x="3645024" y="2943521"/>
          <a:ext cx="43815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" name="Équation" r:id="rId6" imgW="393480" imgH="253800" progId="Equation.3">
                  <p:embed/>
                </p:oleObj>
              </mc:Choice>
              <mc:Fallback>
                <p:oleObj name="Équation" r:id="rId6" imgW="393480" imgH="253800" progId="Equation.3">
                  <p:embed/>
                  <p:pic>
                    <p:nvPicPr>
                      <p:cNvPr id="0" name="Obje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5024" y="2943521"/>
                        <a:ext cx="43815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262000"/>
              </p:ext>
            </p:extLst>
          </p:nvPr>
        </p:nvGraphicFramePr>
        <p:xfrm>
          <a:off x="3645024" y="4641503"/>
          <a:ext cx="452438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" name="Équation" r:id="rId8" imgW="406080" imgH="253800" progId="Equation.3">
                  <p:embed/>
                </p:oleObj>
              </mc:Choice>
              <mc:Fallback>
                <p:oleObj name="Équation" r:id="rId8" imgW="406080" imgH="253800" progId="Equation.3">
                  <p:embed/>
                  <p:pic>
                    <p:nvPicPr>
                      <p:cNvPr id="0" name="Obje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5024" y="4641503"/>
                        <a:ext cx="452438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580070"/>
              </p:ext>
            </p:extLst>
          </p:nvPr>
        </p:nvGraphicFramePr>
        <p:xfrm>
          <a:off x="3645024" y="6199716"/>
          <a:ext cx="4524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" name="Équation" r:id="rId10" imgW="406080" imgH="253800" progId="Equation.3">
                  <p:embed/>
                </p:oleObj>
              </mc:Choice>
              <mc:Fallback>
                <p:oleObj name="Équation" r:id="rId10" imgW="406080" imgH="253800" progId="Equation.3">
                  <p:embed/>
                  <p:pic>
                    <p:nvPicPr>
                      <p:cNvPr id="0" name="Obje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5024" y="6199716"/>
                        <a:ext cx="452437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ZoneTexte 5"/>
          <p:cNvSpPr txBox="1"/>
          <p:nvPr/>
        </p:nvSpPr>
        <p:spPr>
          <a:xfrm>
            <a:off x="588602" y="210117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ZoneTexte 174"/>
          <p:cNvSpPr txBox="1"/>
          <p:nvPr/>
        </p:nvSpPr>
        <p:spPr>
          <a:xfrm>
            <a:off x="4303291" y="189173"/>
            <a:ext cx="436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ZoneTexte 173"/>
          <p:cNvSpPr txBox="1"/>
          <p:nvPr/>
        </p:nvSpPr>
        <p:spPr>
          <a:xfrm>
            <a:off x="2564904" y="1574412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ZoneTexte 175"/>
          <p:cNvSpPr txBox="1"/>
          <p:nvPr/>
        </p:nvSpPr>
        <p:spPr>
          <a:xfrm>
            <a:off x="2770879" y="3857844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ZoneTexte 176"/>
          <p:cNvSpPr txBox="1"/>
          <p:nvPr/>
        </p:nvSpPr>
        <p:spPr>
          <a:xfrm>
            <a:off x="2983437" y="5326331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25" name="Groupe 1024"/>
          <p:cNvGrpSpPr/>
          <p:nvPr/>
        </p:nvGrpSpPr>
        <p:grpSpPr>
          <a:xfrm>
            <a:off x="4595237" y="2430623"/>
            <a:ext cx="2146131" cy="2429409"/>
            <a:chOff x="4509120" y="2676454"/>
            <a:chExt cx="2146131" cy="2429409"/>
          </a:xfrm>
        </p:grpSpPr>
        <p:graphicFrame>
          <p:nvGraphicFramePr>
            <p:cNvPr id="8" name="Obje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8541240"/>
                </p:ext>
              </p:extLst>
            </p:nvPr>
          </p:nvGraphicFramePr>
          <p:xfrm>
            <a:off x="6059422" y="3137297"/>
            <a:ext cx="452437" cy="282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" name="Équation" r:id="rId12" imgW="406080" imgH="253800" progId="Equation.3">
                    <p:embed/>
                  </p:oleObj>
                </mc:Choice>
                <mc:Fallback>
                  <p:oleObj name="Équation" r:id="rId12" imgW="406080" imgH="253800" progId="Equation.3">
                    <p:embed/>
                    <p:pic>
                      <p:nvPicPr>
                        <p:cNvPr id="0" name="Obje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59422" y="3137297"/>
                          <a:ext cx="452437" cy="282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3" name="Line 17"/>
            <p:cNvSpPr>
              <a:spLocks noChangeShapeType="1"/>
            </p:cNvSpPr>
            <p:nvPr/>
          </p:nvSpPr>
          <p:spPr bwMode="auto">
            <a:xfrm>
              <a:off x="5026901" y="3041355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Line 17"/>
            <p:cNvSpPr>
              <a:spLocks noChangeShapeType="1"/>
            </p:cNvSpPr>
            <p:nvPr/>
          </p:nvSpPr>
          <p:spPr bwMode="auto">
            <a:xfrm>
              <a:off x="5354941" y="2937311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5" name="Line 17"/>
            <p:cNvSpPr>
              <a:spLocks noChangeShapeType="1"/>
            </p:cNvSpPr>
            <p:nvPr/>
          </p:nvSpPr>
          <p:spPr bwMode="auto">
            <a:xfrm>
              <a:off x="5659542" y="3041355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Line 17"/>
            <p:cNvSpPr>
              <a:spLocks noChangeShapeType="1"/>
            </p:cNvSpPr>
            <p:nvPr/>
          </p:nvSpPr>
          <p:spPr bwMode="auto">
            <a:xfrm>
              <a:off x="5659542" y="3327475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" name="Line 17"/>
            <p:cNvSpPr>
              <a:spLocks noChangeShapeType="1"/>
            </p:cNvSpPr>
            <p:nvPr/>
          </p:nvSpPr>
          <p:spPr bwMode="auto">
            <a:xfrm>
              <a:off x="5865158" y="3457509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" name="Line 17"/>
            <p:cNvSpPr>
              <a:spLocks noChangeShapeType="1"/>
            </p:cNvSpPr>
            <p:nvPr/>
          </p:nvSpPr>
          <p:spPr bwMode="auto">
            <a:xfrm>
              <a:off x="5019168" y="3327475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" name="Line 17"/>
            <p:cNvSpPr>
              <a:spLocks noChangeShapeType="1"/>
            </p:cNvSpPr>
            <p:nvPr/>
          </p:nvSpPr>
          <p:spPr bwMode="auto">
            <a:xfrm>
              <a:off x="4848092" y="343026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Rectangle 309"/>
            <p:cNvSpPr/>
            <p:nvPr/>
          </p:nvSpPr>
          <p:spPr>
            <a:xfrm>
              <a:off x="5440510" y="2676454"/>
              <a:ext cx="27924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sz="1200" dirty="0"/>
            </a:p>
          </p:txBody>
        </p:sp>
        <p:cxnSp>
          <p:nvCxnSpPr>
            <p:cNvPr id="311" name="Connecteur droit avec flèche 310"/>
            <p:cNvCxnSpPr>
              <a:stCxn id="321" idx="0"/>
            </p:cNvCxnSpPr>
            <p:nvPr/>
          </p:nvCxnSpPr>
          <p:spPr>
            <a:xfrm flipH="1" flipV="1">
              <a:off x="5429108" y="2729478"/>
              <a:ext cx="5012" cy="209938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Connecteur droit avec flèche 311"/>
            <p:cNvCxnSpPr/>
            <p:nvPr/>
          </p:nvCxnSpPr>
          <p:spPr>
            <a:xfrm flipV="1">
              <a:off x="4509120" y="4788144"/>
              <a:ext cx="1958357" cy="89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Connecteur droit 312"/>
            <p:cNvCxnSpPr/>
            <p:nvPr/>
          </p:nvCxnSpPr>
          <p:spPr>
            <a:xfrm flipH="1">
              <a:off x="5598420" y="4754360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Connecteur droit 313"/>
            <p:cNvCxnSpPr/>
            <p:nvPr/>
          </p:nvCxnSpPr>
          <p:spPr>
            <a:xfrm flipH="1">
              <a:off x="5779530" y="4754360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Connecteur droit 314"/>
            <p:cNvCxnSpPr/>
            <p:nvPr/>
          </p:nvCxnSpPr>
          <p:spPr>
            <a:xfrm flipH="1">
              <a:off x="5949041" y="4754360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Connecteur droit 315"/>
            <p:cNvCxnSpPr/>
            <p:nvPr/>
          </p:nvCxnSpPr>
          <p:spPr>
            <a:xfrm flipH="1">
              <a:off x="6118552" y="4754360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Connecteur droit 316"/>
            <p:cNvCxnSpPr/>
            <p:nvPr/>
          </p:nvCxnSpPr>
          <p:spPr>
            <a:xfrm flipH="1">
              <a:off x="5242747" y="4754360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Connecteur droit 317"/>
            <p:cNvCxnSpPr/>
            <p:nvPr/>
          </p:nvCxnSpPr>
          <p:spPr>
            <a:xfrm flipH="1">
              <a:off x="5073236" y="4754360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necteur droit 318"/>
            <p:cNvCxnSpPr/>
            <p:nvPr/>
          </p:nvCxnSpPr>
          <p:spPr>
            <a:xfrm flipH="1">
              <a:off x="4903725" y="4754360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necteur droit 319"/>
            <p:cNvCxnSpPr/>
            <p:nvPr/>
          </p:nvCxnSpPr>
          <p:spPr>
            <a:xfrm flipH="1">
              <a:off x="4734215" y="4754360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Rectangle 320"/>
            <p:cNvSpPr/>
            <p:nvPr/>
          </p:nvSpPr>
          <p:spPr>
            <a:xfrm>
              <a:off x="5303315" y="4828864"/>
              <a:ext cx="261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200" dirty="0"/>
            </a:p>
          </p:txBody>
        </p:sp>
        <p:sp>
          <p:nvSpPr>
            <p:cNvPr id="322" name="Rectangle 321"/>
            <p:cNvSpPr/>
            <p:nvPr/>
          </p:nvSpPr>
          <p:spPr>
            <a:xfrm>
              <a:off x="5445463" y="4828864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  <a:endParaRPr lang="en-US" sz="1200" dirty="0"/>
            </a:p>
          </p:txBody>
        </p:sp>
        <p:sp>
          <p:nvSpPr>
            <p:cNvPr id="323" name="Rectangle 322"/>
            <p:cNvSpPr/>
            <p:nvPr/>
          </p:nvSpPr>
          <p:spPr>
            <a:xfrm>
              <a:off x="5607944" y="4828864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+2</a:t>
              </a:r>
              <a:endParaRPr lang="en-US" sz="1200" dirty="0"/>
            </a:p>
          </p:txBody>
        </p:sp>
        <p:sp>
          <p:nvSpPr>
            <p:cNvPr id="324" name="Rectangle 323"/>
            <p:cNvSpPr/>
            <p:nvPr/>
          </p:nvSpPr>
          <p:spPr>
            <a:xfrm>
              <a:off x="5789054" y="4828864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+3</a:t>
              </a:r>
              <a:endParaRPr lang="en-US" sz="1200" dirty="0"/>
            </a:p>
          </p:txBody>
        </p:sp>
        <p:sp>
          <p:nvSpPr>
            <p:cNvPr id="325" name="Rectangle 324"/>
            <p:cNvSpPr/>
            <p:nvPr/>
          </p:nvSpPr>
          <p:spPr>
            <a:xfrm>
              <a:off x="5966765" y="4828864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+4</a:t>
              </a:r>
              <a:endParaRPr lang="en-US" sz="1200" dirty="0"/>
            </a:p>
          </p:txBody>
        </p:sp>
        <p:sp>
          <p:nvSpPr>
            <p:cNvPr id="326" name="Rectangle 325"/>
            <p:cNvSpPr/>
            <p:nvPr/>
          </p:nvSpPr>
          <p:spPr>
            <a:xfrm>
              <a:off x="5076997" y="4828864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200" dirty="0"/>
            </a:p>
          </p:txBody>
        </p:sp>
        <p:sp>
          <p:nvSpPr>
            <p:cNvPr id="327" name="Rectangle 326"/>
            <p:cNvSpPr/>
            <p:nvPr/>
          </p:nvSpPr>
          <p:spPr>
            <a:xfrm>
              <a:off x="4907486" y="4828864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200" dirty="0"/>
            </a:p>
          </p:txBody>
        </p:sp>
        <p:sp>
          <p:nvSpPr>
            <p:cNvPr id="328" name="Rectangle 327"/>
            <p:cNvSpPr/>
            <p:nvPr/>
          </p:nvSpPr>
          <p:spPr>
            <a:xfrm>
              <a:off x="4737975" y="4828864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200" dirty="0"/>
            </a:p>
          </p:txBody>
        </p:sp>
        <p:sp>
          <p:nvSpPr>
            <p:cNvPr id="329" name="Rectangle 328"/>
            <p:cNvSpPr/>
            <p:nvPr/>
          </p:nvSpPr>
          <p:spPr>
            <a:xfrm>
              <a:off x="4568464" y="4828864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sz="1200" dirty="0"/>
            </a:p>
          </p:txBody>
        </p:sp>
        <p:sp>
          <p:nvSpPr>
            <p:cNvPr id="330" name="Rectangle 329"/>
            <p:cNvSpPr/>
            <p:nvPr/>
          </p:nvSpPr>
          <p:spPr>
            <a:xfrm>
              <a:off x="6289445" y="4828864"/>
              <a:ext cx="3658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fr-FR" sz="12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sz="1200" baseline="-25000" dirty="0"/>
            </a:p>
          </p:txBody>
        </p:sp>
        <p:sp>
          <p:nvSpPr>
            <p:cNvPr id="331" name="Line 17"/>
            <p:cNvSpPr>
              <a:spLocks noChangeShapeType="1"/>
            </p:cNvSpPr>
            <p:nvPr/>
          </p:nvSpPr>
          <p:spPr bwMode="auto">
            <a:xfrm>
              <a:off x="6032114" y="3991372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2" name="Line 17"/>
            <p:cNvSpPr>
              <a:spLocks noChangeShapeType="1"/>
            </p:cNvSpPr>
            <p:nvPr/>
          </p:nvSpPr>
          <p:spPr bwMode="auto">
            <a:xfrm>
              <a:off x="5170930" y="4373224"/>
              <a:ext cx="47941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3" name="Line 17"/>
            <p:cNvSpPr>
              <a:spLocks noChangeShapeType="1"/>
            </p:cNvSpPr>
            <p:nvPr/>
          </p:nvSpPr>
          <p:spPr bwMode="auto">
            <a:xfrm>
              <a:off x="5357439" y="4546272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4" name="Line 17"/>
            <p:cNvSpPr>
              <a:spLocks noChangeShapeType="1"/>
            </p:cNvSpPr>
            <p:nvPr/>
          </p:nvSpPr>
          <p:spPr bwMode="auto">
            <a:xfrm>
              <a:off x="4677711" y="3991372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" name="Line 17"/>
            <p:cNvSpPr>
              <a:spLocks noChangeShapeType="1"/>
            </p:cNvSpPr>
            <p:nvPr/>
          </p:nvSpPr>
          <p:spPr bwMode="auto">
            <a:xfrm>
              <a:off x="4843855" y="4130097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6" name="Line 17"/>
            <p:cNvSpPr>
              <a:spLocks noChangeShapeType="1"/>
            </p:cNvSpPr>
            <p:nvPr/>
          </p:nvSpPr>
          <p:spPr bwMode="auto">
            <a:xfrm>
              <a:off x="5015049" y="4268822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7" name="Line 17"/>
            <p:cNvSpPr>
              <a:spLocks noChangeShapeType="1"/>
            </p:cNvSpPr>
            <p:nvPr/>
          </p:nvSpPr>
          <p:spPr bwMode="auto">
            <a:xfrm>
              <a:off x="5354070" y="4546272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" name="Line 17"/>
            <p:cNvSpPr>
              <a:spLocks noChangeShapeType="1"/>
            </p:cNvSpPr>
            <p:nvPr/>
          </p:nvSpPr>
          <p:spPr bwMode="auto">
            <a:xfrm>
              <a:off x="5523581" y="4684997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" name="Line 17"/>
            <p:cNvSpPr>
              <a:spLocks noChangeShapeType="1"/>
            </p:cNvSpPr>
            <p:nvPr/>
          </p:nvSpPr>
          <p:spPr bwMode="auto">
            <a:xfrm>
              <a:off x="5873001" y="4130097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0" name="Line 17"/>
            <p:cNvSpPr>
              <a:spLocks noChangeShapeType="1"/>
            </p:cNvSpPr>
            <p:nvPr/>
          </p:nvSpPr>
          <p:spPr bwMode="auto">
            <a:xfrm>
              <a:off x="5703490" y="4268822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1" name="Line 17"/>
            <p:cNvSpPr>
              <a:spLocks noChangeShapeType="1"/>
            </p:cNvSpPr>
            <p:nvPr/>
          </p:nvSpPr>
          <p:spPr bwMode="auto">
            <a:xfrm>
              <a:off x="5432424" y="4546272"/>
              <a:ext cx="74987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2" name="Line 17"/>
            <p:cNvSpPr>
              <a:spLocks noChangeShapeType="1"/>
            </p:cNvSpPr>
            <p:nvPr/>
          </p:nvSpPr>
          <p:spPr bwMode="auto">
            <a:xfrm>
              <a:off x="5194958" y="4684997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3" name="ZoneTexte 342"/>
            <p:cNvSpPr txBox="1"/>
            <p:nvPr/>
          </p:nvSpPr>
          <p:spPr>
            <a:xfrm>
              <a:off x="5865158" y="3635897"/>
              <a:ext cx="3529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>
                  <a:solidFill>
                    <a:srgbClr val="FF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sz="1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en-US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4" name="ZoneTexte 343"/>
            <p:cNvSpPr txBox="1"/>
            <p:nvPr/>
          </p:nvSpPr>
          <p:spPr>
            <a:xfrm>
              <a:off x="5373216" y="3635896"/>
              <a:ext cx="4934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 smtClean="0">
                  <a:solidFill>
                    <a:srgbClr val="0070C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sz="1400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sz="14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5" name="Connecteur droit avec flèche 344"/>
            <p:cNvCxnSpPr/>
            <p:nvPr/>
          </p:nvCxnSpPr>
          <p:spPr>
            <a:xfrm>
              <a:off x="5738951" y="3330640"/>
              <a:ext cx="200991" cy="809763"/>
            </a:xfrm>
            <a:prstGeom prst="straightConnector1">
              <a:avLst/>
            </a:prstGeom>
            <a:ln w="158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6" name="Line 17"/>
            <p:cNvSpPr>
              <a:spLocks noChangeShapeType="1"/>
            </p:cNvSpPr>
            <p:nvPr/>
          </p:nvSpPr>
          <p:spPr bwMode="auto">
            <a:xfrm>
              <a:off x="5179261" y="4372866"/>
              <a:ext cx="490864" cy="359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7" name="Line 17"/>
            <p:cNvSpPr>
              <a:spLocks noChangeShapeType="1"/>
            </p:cNvSpPr>
            <p:nvPr/>
          </p:nvSpPr>
          <p:spPr bwMode="auto">
            <a:xfrm>
              <a:off x="5171558" y="4442229"/>
              <a:ext cx="47941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8" name="Line 17"/>
            <p:cNvSpPr>
              <a:spLocks noChangeShapeType="1"/>
            </p:cNvSpPr>
            <p:nvPr/>
          </p:nvSpPr>
          <p:spPr bwMode="auto">
            <a:xfrm>
              <a:off x="5179889" y="4441870"/>
              <a:ext cx="490864" cy="359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" name="Line 17"/>
            <p:cNvSpPr>
              <a:spLocks noChangeShapeType="1"/>
            </p:cNvSpPr>
            <p:nvPr/>
          </p:nvSpPr>
          <p:spPr bwMode="auto">
            <a:xfrm>
              <a:off x="5358189" y="3214761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" name="Line 17"/>
            <p:cNvSpPr>
              <a:spLocks noChangeShapeType="1"/>
            </p:cNvSpPr>
            <p:nvPr/>
          </p:nvSpPr>
          <p:spPr bwMode="auto">
            <a:xfrm>
              <a:off x="5508866" y="296332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" name="Line 17"/>
            <p:cNvSpPr>
              <a:spLocks noChangeShapeType="1"/>
            </p:cNvSpPr>
            <p:nvPr/>
          </p:nvSpPr>
          <p:spPr bwMode="auto">
            <a:xfrm>
              <a:off x="5207512" y="296332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" name="Line 17"/>
            <p:cNvSpPr>
              <a:spLocks noChangeShapeType="1"/>
            </p:cNvSpPr>
            <p:nvPr/>
          </p:nvSpPr>
          <p:spPr bwMode="auto">
            <a:xfrm>
              <a:off x="5509507" y="324944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3" name="Line 17"/>
            <p:cNvSpPr>
              <a:spLocks noChangeShapeType="1"/>
            </p:cNvSpPr>
            <p:nvPr/>
          </p:nvSpPr>
          <p:spPr bwMode="auto">
            <a:xfrm>
              <a:off x="5207512" y="324944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354" name="Connecteur droit avec flèche 353"/>
            <p:cNvCxnSpPr/>
            <p:nvPr/>
          </p:nvCxnSpPr>
          <p:spPr>
            <a:xfrm flipV="1">
              <a:off x="5610758" y="3321101"/>
              <a:ext cx="124359" cy="1360627"/>
            </a:xfrm>
            <a:prstGeom prst="straightConnector1">
              <a:avLst/>
            </a:prstGeom>
            <a:ln w="15875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2" name="Groupe 1031"/>
          <p:cNvGrpSpPr/>
          <p:nvPr/>
        </p:nvGrpSpPr>
        <p:grpSpPr>
          <a:xfrm>
            <a:off x="4595237" y="4788024"/>
            <a:ext cx="2146131" cy="2387458"/>
            <a:chOff x="4509120" y="5171241"/>
            <a:chExt cx="2146131" cy="2387458"/>
          </a:xfrm>
        </p:grpSpPr>
        <p:graphicFrame>
          <p:nvGraphicFramePr>
            <p:cNvPr id="7" name="Obje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7997718"/>
                </p:ext>
              </p:extLst>
            </p:nvPr>
          </p:nvGraphicFramePr>
          <p:xfrm>
            <a:off x="6088894" y="5364088"/>
            <a:ext cx="452086" cy="282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" name="Équation" r:id="rId14" imgW="406080" imgH="253800" progId="Equation.3">
                    <p:embed/>
                  </p:oleObj>
                </mc:Choice>
                <mc:Fallback>
                  <p:oleObj name="Équation" r:id="rId14" imgW="406080" imgH="253800" progId="Equation.3">
                    <p:embed/>
                    <p:pic>
                      <p:nvPicPr>
                        <p:cNvPr id="0" name="Obje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8894" y="5364088"/>
                          <a:ext cx="452086" cy="2825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7" name="Line 17"/>
            <p:cNvSpPr>
              <a:spLocks noChangeShapeType="1"/>
            </p:cNvSpPr>
            <p:nvPr/>
          </p:nvSpPr>
          <p:spPr bwMode="auto">
            <a:xfrm>
              <a:off x="5026901" y="553614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" name="Line 17"/>
            <p:cNvSpPr>
              <a:spLocks noChangeShapeType="1"/>
            </p:cNvSpPr>
            <p:nvPr/>
          </p:nvSpPr>
          <p:spPr bwMode="auto">
            <a:xfrm>
              <a:off x="5354941" y="5432098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" name="Line 17"/>
            <p:cNvSpPr>
              <a:spLocks noChangeShapeType="1"/>
            </p:cNvSpPr>
            <p:nvPr/>
          </p:nvSpPr>
          <p:spPr bwMode="auto">
            <a:xfrm>
              <a:off x="5659542" y="553614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" name="Line 17"/>
            <p:cNvSpPr>
              <a:spLocks noChangeShapeType="1"/>
            </p:cNvSpPr>
            <p:nvPr/>
          </p:nvSpPr>
          <p:spPr bwMode="auto">
            <a:xfrm>
              <a:off x="5659542" y="582226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" name="Line 17"/>
            <p:cNvSpPr>
              <a:spLocks noChangeShapeType="1"/>
            </p:cNvSpPr>
            <p:nvPr/>
          </p:nvSpPr>
          <p:spPr bwMode="auto">
            <a:xfrm>
              <a:off x="5865158" y="5952296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" name="Line 17"/>
            <p:cNvSpPr>
              <a:spLocks noChangeShapeType="1"/>
            </p:cNvSpPr>
            <p:nvPr/>
          </p:nvSpPr>
          <p:spPr bwMode="auto">
            <a:xfrm>
              <a:off x="5019168" y="582226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" name="Line 17"/>
            <p:cNvSpPr>
              <a:spLocks noChangeShapeType="1"/>
            </p:cNvSpPr>
            <p:nvPr/>
          </p:nvSpPr>
          <p:spPr bwMode="auto">
            <a:xfrm>
              <a:off x="4848092" y="5925049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4" name="Rectangle 363"/>
            <p:cNvSpPr/>
            <p:nvPr/>
          </p:nvSpPr>
          <p:spPr>
            <a:xfrm>
              <a:off x="5440510" y="5171241"/>
              <a:ext cx="27924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sz="1200" dirty="0"/>
            </a:p>
          </p:txBody>
        </p:sp>
        <p:cxnSp>
          <p:nvCxnSpPr>
            <p:cNvPr id="365" name="Connecteur droit avec flèche 364"/>
            <p:cNvCxnSpPr>
              <a:stCxn id="375" idx="0"/>
            </p:cNvCxnSpPr>
            <p:nvPr/>
          </p:nvCxnSpPr>
          <p:spPr>
            <a:xfrm flipH="1" flipV="1">
              <a:off x="5429108" y="5224266"/>
              <a:ext cx="5012" cy="205743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Connecteur droit avec flèche 365"/>
            <p:cNvCxnSpPr/>
            <p:nvPr/>
          </p:nvCxnSpPr>
          <p:spPr>
            <a:xfrm flipV="1">
              <a:off x="4509120" y="7240980"/>
              <a:ext cx="1958357" cy="89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Connecteur droit 366"/>
            <p:cNvCxnSpPr/>
            <p:nvPr/>
          </p:nvCxnSpPr>
          <p:spPr>
            <a:xfrm flipH="1">
              <a:off x="5598420" y="720719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Connecteur droit 367"/>
            <p:cNvCxnSpPr/>
            <p:nvPr/>
          </p:nvCxnSpPr>
          <p:spPr>
            <a:xfrm flipH="1">
              <a:off x="5779530" y="720719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Connecteur droit 368"/>
            <p:cNvCxnSpPr/>
            <p:nvPr/>
          </p:nvCxnSpPr>
          <p:spPr>
            <a:xfrm flipH="1">
              <a:off x="5949041" y="720719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Connecteur droit 369"/>
            <p:cNvCxnSpPr/>
            <p:nvPr/>
          </p:nvCxnSpPr>
          <p:spPr>
            <a:xfrm flipH="1">
              <a:off x="6118552" y="720719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Connecteur droit 370"/>
            <p:cNvCxnSpPr/>
            <p:nvPr/>
          </p:nvCxnSpPr>
          <p:spPr>
            <a:xfrm flipH="1">
              <a:off x="5242747" y="720719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Connecteur droit 371"/>
            <p:cNvCxnSpPr/>
            <p:nvPr/>
          </p:nvCxnSpPr>
          <p:spPr>
            <a:xfrm flipH="1">
              <a:off x="5073236" y="720719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Connecteur droit 372"/>
            <p:cNvCxnSpPr/>
            <p:nvPr/>
          </p:nvCxnSpPr>
          <p:spPr>
            <a:xfrm flipH="1">
              <a:off x="4903725" y="720719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Connecteur droit 373"/>
            <p:cNvCxnSpPr/>
            <p:nvPr/>
          </p:nvCxnSpPr>
          <p:spPr>
            <a:xfrm flipH="1">
              <a:off x="4734215" y="720719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5" name="Rectangle 374"/>
            <p:cNvSpPr/>
            <p:nvPr/>
          </p:nvSpPr>
          <p:spPr>
            <a:xfrm>
              <a:off x="5303315" y="7281700"/>
              <a:ext cx="261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200" dirty="0"/>
            </a:p>
          </p:txBody>
        </p:sp>
        <p:sp>
          <p:nvSpPr>
            <p:cNvPr id="376" name="Rectangle 375"/>
            <p:cNvSpPr/>
            <p:nvPr/>
          </p:nvSpPr>
          <p:spPr>
            <a:xfrm>
              <a:off x="5445463" y="7281700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  <a:endParaRPr lang="en-US" sz="1200" dirty="0"/>
            </a:p>
          </p:txBody>
        </p:sp>
        <p:sp>
          <p:nvSpPr>
            <p:cNvPr id="377" name="Rectangle 376"/>
            <p:cNvSpPr/>
            <p:nvPr/>
          </p:nvSpPr>
          <p:spPr>
            <a:xfrm>
              <a:off x="5607944" y="7281700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+2</a:t>
              </a:r>
              <a:endParaRPr lang="en-US" sz="1200" dirty="0"/>
            </a:p>
          </p:txBody>
        </p:sp>
        <p:sp>
          <p:nvSpPr>
            <p:cNvPr id="378" name="Rectangle 377"/>
            <p:cNvSpPr/>
            <p:nvPr/>
          </p:nvSpPr>
          <p:spPr>
            <a:xfrm>
              <a:off x="5789054" y="7281700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+3</a:t>
              </a:r>
              <a:endParaRPr lang="en-US" sz="1200" dirty="0"/>
            </a:p>
          </p:txBody>
        </p:sp>
        <p:sp>
          <p:nvSpPr>
            <p:cNvPr id="379" name="Rectangle 378"/>
            <p:cNvSpPr/>
            <p:nvPr/>
          </p:nvSpPr>
          <p:spPr>
            <a:xfrm>
              <a:off x="5966765" y="7281700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+4</a:t>
              </a:r>
              <a:endParaRPr lang="en-US" sz="1200" dirty="0"/>
            </a:p>
          </p:txBody>
        </p:sp>
        <p:sp>
          <p:nvSpPr>
            <p:cNvPr id="380" name="Rectangle 379"/>
            <p:cNvSpPr/>
            <p:nvPr/>
          </p:nvSpPr>
          <p:spPr>
            <a:xfrm>
              <a:off x="5076997" y="7281700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200" dirty="0"/>
            </a:p>
          </p:txBody>
        </p:sp>
        <p:sp>
          <p:nvSpPr>
            <p:cNvPr id="487" name="Rectangle 486"/>
            <p:cNvSpPr/>
            <p:nvPr/>
          </p:nvSpPr>
          <p:spPr>
            <a:xfrm>
              <a:off x="4907486" y="7281700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200" dirty="0"/>
            </a:p>
          </p:txBody>
        </p:sp>
        <p:sp>
          <p:nvSpPr>
            <p:cNvPr id="488" name="Rectangle 487"/>
            <p:cNvSpPr/>
            <p:nvPr/>
          </p:nvSpPr>
          <p:spPr>
            <a:xfrm>
              <a:off x="4737975" y="7281700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200" dirty="0"/>
            </a:p>
          </p:txBody>
        </p:sp>
        <p:sp>
          <p:nvSpPr>
            <p:cNvPr id="489" name="Rectangle 488"/>
            <p:cNvSpPr/>
            <p:nvPr/>
          </p:nvSpPr>
          <p:spPr>
            <a:xfrm>
              <a:off x="4568464" y="7281700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sz="1200" dirty="0"/>
            </a:p>
          </p:txBody>
        </p:sp>
        <p:sp>
          <p:nvSpPr>
            <p:cNvPr id="490" name="Rectangle 489"/>
            <p:cNvSpPr/>
            <p:nvPr/>
          </p:nvSpPr>
          <p:spPr>
            <a:xfrm>
              <a:off x="6289445" y="7281700"/>
              <a:ext cx="3658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fr-FR" sz="12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sz="1200" baseline="-25000" dirty="0"/>
            </a:p>
          </p:txBody>
        </p:sp>
        <p:sp>
          <p:nvSpPr>
            <p:cNvPr id="491" name="Line 17"/>
            <p:cNvSpPr>
              <a:spLocks noChangeShapeType="1"/>
            </p:cNvSpPr>
            <p:nvPr/>
          </p:nvSpPr>
          <p:spPr bwMode="auto">
            <a:xfrm>
              <a:off x="6032114" y="6444208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2" name="Line 17"/>
            <p:cNvSpPr>
              <a:spLocks noChangeShapeType="1"/>
            </p:cNvSpPr>
            <p:nvPr/>
          </p:nvSpPr>
          <p:spPr bwMode="auto">
            <a:xfrm>
              <a:off x="5170930" y="6826060"/>
              <a:ext cx="47941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3" name="Line 17"/>
            <p:cNvSpPr>
              <a:spLocks noChangeShapeType="1"/>
            </p:cNvSpPr>
            <p:nvPr/>
          </p:nvSpPr>
          <p:spPr bwMode="auto">
            <a:xfrm>
              <a:off x="5357439" y="6999108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4" name="Line 17"/>
            <p:cNvSpPr>
              <a:spLocks noChangeShapeType="1"/>
            </p:cNvSpPr>
            <p:nvPr/>
          </p:nvSpPr>
          <p:spPr bwMode="auto">
            <a:xfrm>
              <a:off x="4677711" y="6444208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5" name="Line 17"/>
            <p:cNvSpPr>
              <a:spLocks noChangeShapeType="1"/>
            </p:cNvSpPr>
            <p:nvPr/>
          </p:nvSpPr>
          <p:spPr bwMode="auto">
            <a:xfrm>
              <a:off x="4843855" y="6582933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6" name="Line 17"/>
            <p:cNvSpPr>
              <a:spLocks noChangeShapeType="1"/>
            </p:cNvSpPr>
            <p:nvPr/>
          </p:nvSpPr>
          <p:spPr bwMode="auto">
            <a:xfrm>
              <a:off x="5015049" y="6721658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7" name="Line 17"/>
            <p:cNvSpPr>
              <a:spLocks noChangeShapeType="1"/>
            </p:cNvSpPr>
            <p:nvPr/>
          </p:nvSpPr>
          <p:spPr bwMode="auto">
            <a:xfrm>
              <a:off x="5354070" y="6999108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8" name="Line 17"/>
            <p:cNvSpPr>
              <a:spLocks noChangeShapeType="1"/>
            </p:cNvSpPr>
            <p:nvPr/>
          </p:nvSpPr>
          <p:spPr bwMode="auto">
            <a:xfrm>
              <a:off x="5523581" y="7137833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9" name="Line 17"/>
            <p:cNvSpPr>
              <a:spLocks noChangeShapeType="1"/>
            </p:cNvSpPr>
            <p:nvPr/>
          </p:nvSpPr>
          <p:spPr bwMode="auto">
            <a:xfrm>
              <a:off x="5873001" y="6582933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00" name="Line 17"/>
            <p:cNvSpPr>
              <a:spLocks noChangeShapeType="1"/>
            </p:cNvSpPr>
            <p:nvPr/>
          </p:nvSpPr>
          <p:spPr bwMode="auto">
            <a:xfrm>
              <a:off x="5703490" y="6721658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01" name="Line 17"/>
            <p:cNvSpPr>
              <a:spLocks noChangeShapeType="1"/>
            </p:cNvSpPr>
            <p:nvPr/>
          </p:nvSpPr>
          <p:spPr bwMode="auto">
            <a:xfrm>
              <a:off x="5432424" y="6999108"/>
              <a:ext cx="74987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02" name="Line 17"/>
            <p:cNvSpPr>
              <a:spLocks noChangeShapeType="1"/>
            </p:cNvSpPr>
            <p:nvPr/>
          </p:nvSpPr>
          <p:spPr bwMode="auto">
            <a:xfrm>
              <a:off x="5194958" y="7137833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03" name="ZoneTexte 502"/>
            <p:cNvSpPr txBox="1"/>
            <p:nvPr/>
          </p:nvSpPr>
          <p:spPr>
            <a:xfrm>
              <a:off x="5865158" y="6084168"/>
              <a:ext cx="3529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>
                  <a:solidFill>
                    <a:srgbClr val="FF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sz="1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en-US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4" name="ZoneTexte 503"/>
            <p:cNvSpPr txBox="1"/>
            <p:nvPr/>
          </p:nvSpPr>
          <p:spPr>
            <a:xfrm>
              <a:off x="5373216" y="6084168"/>
              <a:ext cx="4934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 smtClean="0">
                  <a:solidFill>
                    <a:srgbClr val="0070C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sz="1400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sz="14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05" name="Connecteur droit avec flèche 504"/>
            <p:cNvCxnSpPr/>
            <p:nvPr/>
          </p:nvCxnSpPr>
          <p:spPr>
            <a:xfrm>
              <a:off x="5740842" y="5550010"/>
              <a:ext cx="199100" cy="1048300"/>
            </a:xfrm>
            <a:prstGeom prst="straightConnector1">
              <a:avLst/>
            </a:prstGeom>
            <a:ln w="158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6" name="Line 17"/>
            <p:cNvSpPr>
              <a:spLocks noChangeShapeType="1"/>
            </p:cNvSpPr>
            <p:nvPr/>
          </p:nvSpPr>
          <p:spPr bwMode="auto">
            <a:xfrm>
              <a:off x="5179261" y="6825702"/>
              <a:ext cx="490864" cy="359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7" name="Line 17"/>
            <p:cNvSpPr>
              <a:spLocks noChangeShapeType="1"/>
            </p:cNvSpPr>
            <p:nvPr/>
          </p:nvSpPr>
          <p:spPr bwMode="auto">
            <a:xfrm>
              <a:off x="5171558" y="6895065"/>
              <a:ext cx="47941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08" name="Line 17"/>
            <p:cNvSpPr>
              <a:spLocks noChangeShapeType="1"/>
            </p:cNvSpPr>
            <p:nvPr/>
          </p:nvSpPr>
          <p:spPr bwMode="auto">
            <a:xfrm>
              <a:off x="5179889" y="6894706"/>
              <a:ext cx="490864" cy="359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9" name="Line 17"/>
            <p:cNvSpPr>
              <a:spLocks noChangeShapeType="1"/>
            </p:cNvSpPr>
            <p:nvPr/>
          </p:nvSpPr>
          <p:spPr bwMode="auto">
            <a:xfrm>
              <a:off x="5358189" y="5709548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0" name="Line 17"/>
            <p:cNvSpPr>
              <a:spLocks noChangeShapeType="1"/>
            </p:cNvSpPr>
            <p:nvPr/>
          </p:nvSpPr>
          <p:spPr bwMode="auto">
            <a:xfrm>
              <a:off x="5508866" y="5458109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1" name="Line 17"/>
            <p:cNvSpPr>
              <a:spLocks noChangeShapeType="1"/>
            </p:cNvSpPr>
            <p:nvPr/>
          </p:nvSpPr>
          <p:spPr bwMode="auto">
            <a:xfrm>
              <a:off x="5207512" y="5458109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" name="Line 17"/>
            <p:cNvSpPr>
              <a:spLocks noChangeShapeType="1"/>
            </p:cNvSpPr>
            <p:nvPr/>
          </p:nvSpPr>
          <p:spPr bwMode="auto">
            <a:xfrm>
              <a:off x="5509507" y="5744229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" name="Line 17"/>
            <p:cNvSpPr>
              <a:spLocks noChangeShapeType="1"/>
            </p:cNvSpPr>
            <p:nvPr/>
          </p:nvSpPr>
          <p:spPr bwMode="auto">
            <a:xfrm>
              <a:off x="5207512" y="5744229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514" name="Connecteur droit avec flèche 513"/>
            <p:cNvCxnSpPr/>
            <p:nvPr/>
          </p:nvCxnSpPr>
          <p:spPr>
            <a:xfrm flipV="1">
              <a:off x="5610758" y="5534108"/>
              <a:ext cx="122132" cy="1612842"/>
            </a:xfrm>
            <a:prstGeom prst="straightConnector1">
              <a:avLst/>
            </a:prstGeom>
            <a:ln w="15875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84" name="Picture 160"/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" t="5035" r="12865" b="744"/>
          <a:stretch/>
        </p:blipFill>
        <p:spPr bwMode="auto">
          <a:xfrm>
            <a:off x="66452" y="1786623"/>
            <a:ext cx="1860469" cy="235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1" name="ZoneTexte 170"/>
          <p:cNvSpPr txBox="1"/>
          <p:nvPr/>
        </p:nvSpPr>
        <p:spPr>
          <a:xfrm>
            <a:off x="1563724" y="315332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ZoneTexte 171"/>
          <p:cNvSpPr txBox="1"/>
          <p:nvPr/>
        </p:nvSpPr>
        <p:spPr>
          <a:xfrm>
            <a:off x="1059668" y="2577262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ZoneTexte 172"/>
          <p:cNvSpPr txBox="1"/>
          <p:nvPr/>
        </p:nvSpPr>
        <p:spPr>
          <a:xfrm>
            <a:off x="1412776" y="207320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4915</TotalTime>
  <Words>90</Words>
  <Application>Microsoft Office PowerPoint</Application>
  <PresentationFormat>Affichage à l'écran (4:3)</PresentationFormat>
  <Paragraphs>47</Paragraphs>
  <Slides>1</Slides>
  <Notes>0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Thème Office</vt:lpstr>
      <vt:lpstr>Équation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281</cp:revision>
  <cp:lastPrinted>2015-07-16T07:16:46Z</cp:lastPrinted>
  <dcterms:created xsi:type="dcterms:W3CDTF">2013-09-27T09:14:25Z</dcterms:created>
  <dcterms:modified xsi:type="dcterms:W3CDTF">2015-07-16T07:17:19Z</dcterms:modified>
</cp:coreProperties>
</file>