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2808" y="-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6"/>
            <a:ext cx="2945862" cy="493176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6"/>
            <a:ext cx="2945862" cy="493176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11363" y="741363"/>
            <a:ext cx="2774950" cy="370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689771"/>
            <a:ext cx="5438748" cy="4443183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379547"/>
            <a:ext cx="2945862" cy="493176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379547"/>
            <a:ext cx="2945862" cy="493176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080" y="67809"/>
            <a:ext cx="2793378" cy="5512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858162" y="8506672"/>
            <a:ext cx="72008" cy="160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81"/>
          <a:stretch/>
        </p:blipFill>
        <p:spPr bwMode="auto">
          <a:xfrm>
            <a:off x="1988840" y="67809"/>
            <a:ext cx="2540521" cy="5512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69"/>
          <a:stretch/>
        </p:blipFill>
        <p:spPr bwMode="auto">
          <a:xfrm>
            <a:off x="-99392" y="67809"/>
            <a:ext cx="2509217" cy="5489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312806" y="4644008"/>
            <a:ext cx="103284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smtClean="0">
                <a:latin typeface="Times New Roman" pitchFamily="18" charset="0"/>
              </a:rPr>
              <a:t>B</a:t>
            </a:r>
            <a:r>
              <a:rPr lang="en-US" sz="1400" b="1" baseline="-25000" dirty="0" smtClean="0">
                <a:latin typeface="Times New Roman" pitchFamily="18" charset="0"/>
              </a:rPr>
              <a:t>┴</a:t>
            </a:r>
            <a:r>
              <a:rPr lang="en-US" sz="1400" b="1" dirty="0" smtClean="0">
                <a:latin typeface="Times New Roman" pitchFamily="18" charset="0"/>
              </a:rPr>
              <a:t>=0,05T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3413448" y="4644008"/>
            <a:ext cx="108962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smtClean="0">
                <a:latin typeface="Times New Roman" pitchFamily="18" charset="0"/>
              </a:rPr>
              <a:t>B</a:t>
            </a:r>
            <a:r>
              <a:rPr lang="en-US" sz="1400" b="1" baseline="-25000" dirty="0" smtClean="0">
                <a:latin typeface="Times New Roman" pitchFamily="18" charset="0"/>
              </a:rPr>
              <a:t>┴</a:t>
            </a:r>
            <a:r>
              <a:rPr lang="en-US" sz="1400" b="1" dirty="0" smtClean="0">
                <a:latin typeface="Times New Roman" pitchFamily="18" charset="0"/>
              </a:rPr>
              <a:t>=0,25T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5750867" y="4644008"/>
            <a:ext cx="90566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smtClean="0">
                <a:latin typeface="Times New Roman" pitchFamily="18" charset="0"/>
              </a:rPr>
              <a:t>B</a:t>
            </a:r>
            <a:r>
              <a:rPr lang="en-US" sz="1400" b="1" baseline="-25000" dirty="0" smtClean="0">
                <a:latin typeface="Times New Roman" pitchFamily="18" charset="0"/>
              </a:rPr>
              <a:t>┴</a:t>
            </a:r>
            <a:r>
              <a:rPr lang="en-US" sz="1400" b="1" dirty="0" smtClean="0">
                <a:latin typeface="Times New Roman" pitchFamily="18" charset="0"/>
              </a:rPr>
              <a:t>=0,4T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909310" y="250354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(a)</a:t>
            </a:r>
            <a:endParaRPr lang="en-US" dirty="0"/>
          </a:p>
        </p:txBody>
      </p:sp>
      <p:sp>
        <p:nvSpPr>
          <p:cNvPr id="11" name="ZoneTexte 10"/>
          <p:cNvSpPr txBox="1"/>
          <p:nvPr/>
        </p:nvSpPr>
        <p:spPr>
          <a:xfrm>
            <a:off x="4055510" y="25035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(b)</a:t>
            </a:r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6233022" y="250354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(c)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4884</TotalTime>
  <Words>21</Words>
  <Application>Microsoft Office PowerPoint</Application>
  <PresentationFormat>Affichage à l'écran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278</cp:revision>
  <cp:lastPrinted>2015-05-05T15:45:55Z</cp:lastPrinted>
  <dcterms:created xsi:type="dcterms:W3CDTF">2013-09-27T09:14:25Z</dcterms:created>
  <dcterms:modified xsi:type="dcterms:W3CDTF">2015-05-26T08:16:23Z</dcterms:modified>
</cp:coreProperties>
</file>