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3" r:id="rId2"/>
  </p:sldIdLst>
  <p:sldSz cx="6858000" cy="9144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829" autoAdjust="0"/>
  </p:normalViewPr>
  <p:slideViewPr>
    <p:cSldViewPr>
      <p:cViewPr>
        <p:scale>
          <a:sx n="100" d="100"/>
          <a:sy n="100" d="100"/>
        </p:scale>
        <p:origin x="-2808" y="86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296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r">
              <a:defRPr sz="1200"/>
            </a:lvl1pPr>
          </a:lstStyle>
          <a:p>
            <a:fld id="{A732596A-CC33-44AB-A517-CD91BCF05E15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003425" y="744538"/>
            <a:ext cx="27908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82" tIns="44091" rIns="88182" bIns="44091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467" y="4714653"/>
            <a:ext cx="5438748" cy="4466756"/>
          </a:xfrm>
          <a:prstGeom prst="rect">
            <a:avLst/>
          </a:prstGeom>
        </p:spPr>
        <p:txBody>
          <a:bodyPr vert="horz" lIns="88182" tIns="44091" rIns="88182" bIns="44091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296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r">
              <a:defRPr sz="1200"/>
            </a:lvl1pPr>
          </a:lstStyle>
          <a:p>
            <a:fld id="{062323BE-C712-422A-9927-239FDB89279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0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7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0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5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4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0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3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CF840-51FB-49D9-ADDC-0C52DA34DC77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9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9"/>
          <a:stretch/>
        </p:blipFill>
        <p:spPr bwMode="auto">
          <a:xfrm>
            <a:off x="-27384" y="54348"/>
            <a:ext cx="2474207" cy="3817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6071374" y="19542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455482" y="1702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4" b="20345"/>
          <a:stretch/>
        </p:blipFill>
        <p:spPr bwMode="auto">
          <a:xfrm>
            <a:off x="2143125" y="35496"/>
            <a:ext cx="4765364" cy="1831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7" t="6412" b="3101"/>
          <a:stretch/>
        </p:blipFill>
        <p:spPr bwMode="auto">
          <a:xfrm>
            <a:off x="2126197" y="1835696"/>
            <a:ext cx="4769904" cy="2078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ZoneTexte 10"/>
          <p:cNvSpPr txBox="1"/>
          <p:nvPr/>
        </p:nvSpPr>
        <p:spPr>
          <a:xfrm>
            <a:off x="6019453" y="19542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2" r="6631"/>
          <a:stretch/>
        </p:blipFill>
        <p:spPr bwMode="auto">
          <a:xfrm>
            <a:off x="-27384" y="3913600"/>
            <a:ext cx="3294459" cy="3970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4" t="2217"/>
          <a:stretch/>
        </p:blipFill>
        <p:spPr bwMode="auto">
          <a:xfrm>
            <a:off x="3267075" y="3871764"/>
            <a:ext cx="3547490" cy="4051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ZoneTexte 8"/>
          <p:cNvSpPr txBox="1"/>
          <p:nvPr/>
        </p:nvSpPr>
        <p:spPr>
          <a:xfrm>
            <a:off x="2276872" y="696018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6019453" y="6976731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19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5154</TotalTime>
  <Words>15</Words>
  <Application>Microsoft Office PowerPoint</Application>
  <PresentationFormat>Affichage à l'écran (4:3)</PresentationFormat>
  <Paragraphs>5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lucien.besombes</cp:lastModifiedBy>
  <cp:revision>292</cp:revision>
  <cp:lastPrinted>2015-05-13T08:59:27Z</cp:lastPrinted>
  <dcterms:created xsi:type="dcterms:W3CDTF">2013-09-27T09:14:25Z</dcterms:created>
  <dcterms:modified xsi:type="dcterms:W3CDTF">2015-05-29T13:30:52Z</dcterms:modified>
</cp:coreProperties>
</file>