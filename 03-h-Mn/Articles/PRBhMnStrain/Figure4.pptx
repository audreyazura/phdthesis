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10" d="100"/>
          <a:sy n="110" d="100"/>
        </p:scale>
        <p:origin x="-2586" y="-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8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png"/><Relationship Id="rId4" Type="http://schemas.openxmlformats.org/officeDocument/2006/relationships/image" Target="../media/image1.wmf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01612"/>
              </p:ext>
            </p:extLst>
          </p:nvPr>
        </p:nvGraphicFramePr>
        <p:xfrm>
          <a:off x="5424835" y="-31055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" name="Équation" r:id="rId3" imgW="406080" imgH="253800" progId="Equation.3">
                  <p:embed/>
                </p:oleObj>
              </mc:Choice>
              <mc:Fallback>
                <p:oleObj name="Équation" r:id="rId3" imgW="406080" imgH="253800" progId="Equation.3">
                  <p:embed/>
                  <p:pic>
                    <p:nvPicPr>
                      <p:cNvPr id="0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835" y="-31055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555769"/>
              </p:ext>
            </p:extLst>
          </p:nvPr>
        </p:nvGraphicFramePr>
        <p:xfrm>
          <a:off x="3268833" y="-36512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" name="Équation" r:id="rId5" imgW="406080" imgH="253800" progId="Equation.3">
                  <p:embed/>
                </p:oleObj>
              </mc:Choice>
              <mc:Fallback>
                <p:oleObj name="Équation" r:id="rId5" imgW="406080" imgH="253800" progId="Equation.3">
                  <p:embed/>
                  <p:pic>
                    <p:nvPicPr>
                      <p:cNvPr id="0" name="Obje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833" y="-36512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43344"/>
              </p:ext>
            </p:extLst>
          </p:nvPr>
        </p:nvGraphicFramePr>
        <p:xfrm>
          <a:off x="1126935" y="-31055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Équation" r:id="rId7" imgW="393480" imgH="253800" progId="Equation.3">
                  <p:embed/>
                </p:oleObj>
              </mc:Choice>
              <mc:Fallback>
                <p:oleObj name="Équation" r:id="rId7" imgW="393480" imgH="253800" progId="Equation.3">
                  <p:embed/>
                  <p:pic>
                    <p:nvPicPr>
                      <p:cNvPr id="0" name="Obje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935" y="-31055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7" name="Picture 183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7" t="3174" r="8351" b="1535"/>
          <a:stretch/>
        </p:blipFill>
        <p:spPr bwMode="auto">
          <a:xfrm>
            <a:off x="2467926" y="189782"/>
            <a:ext cx="2185210" cy="402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1" name="Picture 18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1" t="3006" r="6987" b="2275"/>
          <a:stretch/>
        </p:blipFill>
        <p:spPr bwMode="auto">
          <a:xfrm>
            <a:off x="4653136" y="189782"/>
            <a:ext cx="2208362" cy="398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2" name="Picture 188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t="2346" r="8409" b="1282"/>
          <a:stretch/>
        </p:blipFill>
        <p:spPr bwMode="auto">
          <a:xfrm>
            <a:off x="44624" y="162328"/>
            <a:ext cx="2432650" cy="404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-27384" y="2766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1" name="Picture 177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t="1982" r="7790" b="2130"/>
          <a:stretch/>
        </p:blipFill>
        <p:spPr bwMode="auto">
          <a:xfrm>
            <a:off x="211933" y="3800902"/>
            <a:ext cx="2273967" cy="401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2" name="Picture 178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3" t="1990" r="7700" b="1556"/>
          <a:stretch/>
        </p:blipFill>
        <p:spPr bwMode="auto">
          <a:xfrm>
            <a:off x="2598115" y="3809526"/>
            <a:ext cx="2063647" cy="406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3" name="Picture 179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2" t="1889" r="9233" b="1907"/>
          <a:stretch/>
        </p:blipFill>
        <p:spPr bwMode="auto">
          <a:xfrm>
            <a:off x="4725783" y="3809527"/>
            <a:ext cx="2087593" cy="406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-27384" y="39239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5024</TotalTime>
  <Words>6</Words>
  <Application>Microsoft Office PowerPoint</Application>
  <PresentationFormat>Affichage à l'écran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312</cp:revision>
  <cp:lastPrinted>2015-05-29T11:24:12Z</cp:lastPrinted>
  <dcterms:created xsi:type="dcterms:W3CDTF">2013-09-27T09:14:25Z</dcterms:created>
  <dcterms:modified xsi:type="dcterms:W3CDTF">2015-07-16T07:52:02Z</dcterms:modified>
</cp:coreProperties>
</file>