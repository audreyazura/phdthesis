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808" y="-15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382" y="-131329"/>
            <a:ext cx="6897382" cy="37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3"/>
          <a:stretch/>
        </p:blipFill>
        <p:spPr bwMode="auto">
          <a:xfrm>
            <a:off x="-27384" y="3607316"/>
            <a:ext cx="3355975" cy="4133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531454" y="1759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ZoneTexte 70"/>
          <p:cNvSpPr txBox="1"/>
          <p:nvPr/>
        </p:nvSpPr>
        <p:spPr>
          <a:xfrm>
            <a:off x="476672" y="363589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ZoneTexte 72"/>
          <p:cNvSpPr txBox="1"/>
          <p:nvPr/>
        </p:nvSpPr>
        <p:spPr>
          <a:xfrm>
            <a:off x="2980373" y="362660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4" name="Groupe 73"/>
          <p:cNvGrpSpPr/>
          <p:nvPr/>
        </p:nvGrpSpPr>
        <p:grpSpPr>
          <a:xfrm>
            <a:off x="947294" y="1247529"/>
            <a:ext cx="324058" cy="474376"/>
            <a:chOff x="3312521" y="5163155"/>
            <a:chExt cx="525828" cy="783700"/>
          </a:xfrm>
        </p:grpSpPr>
        <p:cxnSp>
          <p:nvCxnSpPr>
            <p:cNvPr id="77" name="Connecteur droit avec flèche 76"/>
            <p:cNvCxnSpPr/>
            <p:nvPr/>
          </p:nvCxnSpPr>
          <p:spPr>
            <a:xfrm flipV="1">
              <a:off x="3312521" y="5163155"/>
              <a:ext cx="525828" cy="783700"/>
            </a:xfrm>
            <a:prstGeom prst="straightConnector1">
              <a:avLst/>
            </a:prstGeom>
            <a:ln w="28575">
              <a:solidFill>
                <a:srgbClr val="CAEF1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Ellipse 80"/>
            <p:cNvSpPr/>
            <p:nvPr/>
          </p:nvSpPr>
          <p:spPr>
            <a:xfrm>
              <a:off x="3364651" y="5416908"/>
              <a:ext cx="365423" cy="354893"/>
            </a:xfrm>
            <a:prstGeom prst="ellipse">
              <a:avLst/>
            </a:prstGeom>
            <a:solidFill>
              <a:srgbClr val="CAEF11"/>
            </a:solidFill>
            <a:ln w="12700"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</p:grpSp>
      <p:grpSp>
        <p:nvGrpSpPr>
          <p:cNvPr id="84" name="Groupe 83"/>
          <p:cNvGrpSpPr/>
          <p:nvPr/>
        </p:nvGrpSpPr>
        <p:grpSpPr>
          <a:xfrm>
            <a:off x="1342459" y="1336215"/>
            <a:ext cx="330923" cy="349803"/>
            <a:chOff x="6261462" y="2261105"/>
            <a:chExt cx="536967" cy="577896"/>
          </a:xfrm>
        </p:grpSpPr>
        <p:grpSp>
          <p:nvGrpSpPr>
            <p:cNvPr id="85" name="Groupe 84"/>
            <p:cNvGrpSpPr/>
            <p:nvPr/>
          </p:nvGrpSpPr>
          <p:grpSpPr>
            <a:xfrm>
              <a:off x="6261462" y="2261105"/>
              <a:ext cx="226423" cy="576263"/>
              <a:chOff x="6261462" y="2261105"/>
              <a:chExt cx="226423" cy="576263"/>
            </a:xfrm>
          </p:grpSpPr>
          <p:cxnSp>
            <p:nvCxnSpPr>
              <p:cNvPr id="89" name="Connecteur droit avec flèche 88"/>
              <p:cNvCxnSpPr/>
              <p:nvPr/>
            </p:nvCxnSpPr>
            <p:spPr bwMode="auto">
              <a:xfrm flipV="1">
                <a:off x="6366896" y="2261105"/>
                <a:ext cx="15554" cy="576263"/>
              </a:xfrm>
              <a:prstGeom prst="straightConnector1">
                <a:avLst/>
              </a:prstGeom>
              <a:ln w="28575">
                <a:solidFill>
                  <a:srgbClr val="E54D09"/>
                </a:solidFill>
                <a:tailEnd type="arrow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Ellipse 89"/>
              <p:cNvSpPr/>
              <p:nvPr/>
            </p:nvSpPr>
            <p:spPr bwMode="auto">
              <a:xfrm>
                <a:off x="6261462" y="2432422"/>
                <a:ext cx="226423" cy="245181"/>
              </a:xfrm>
              <a:prstGeom prst="ellipse">
                <a:avLst/>
              </a:prstGeom>
              <a:solidFill>
                <a:srgbClr val="DA4808"/>
              </a:solidFill>
              <a:ln w="12700"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fr-FR"/>
              </a:p>
            </p:txBody>
          </p:sp>
        </p:grpSp>
        <p:grpSp>
          <p:nvGrpSpPr>
            <p:cNvPr id="86" name="Groupe 85"/>
            <p:cNvGrpSpPr/>
            <p:nvPr/>
          </p:nvGrpSpPr>
          <p:grpSpPr>
            <a:xfrm>
              <a:off x="6555053" y="2292901"/>
              <a:ext cx="243376" cy="546100"/>
              <a:chOff x="5319709" y="4048165"/>
              <a:chExt cx="243376" cy="546100"/>
            </a:xfrm>
          </p:grpSpPr>
          <p:cxnSp>
            <p:nvCxnSpPr>
              <p:cNvPr id="87" name="Connecteur droit avec flèche 86"/>
              <p:cNvCxnSpPr/>
              <p:nvPr/>
            </p:nvCxnSpPr>
            <p:spPr bwMode="auto">
              <a:xfrm>
                <a:off x="5441397" y="4048165"/>
                <a:ext cx="0" cy="546100"/>
              </a:xfrm>
              <a:prstGeom prst="straightConnector1">
                <a:avLst/>
              </a:prstGeom>
              <a:ln w="28575">
                <a:solidFill>
                  <a:srgbClr val="23A19E"/>
                </a:solidFill>
                <a:tailEnd type="arrow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Ellipse 87"/>
              <p:cNvSpPr/>
              <p:nvPr/>
            </p:nvSpPr>
            <p:spPr bwMode="auto">
              <a:xfrm>
                <a:off x="5319709" y="4182996"/>
                <a:ext cx="243376" cy="243011"/>
              </a:xfrm>
              <a:prstGeom prst="ellipse">
                <a:avLst/>
              </a:prstGeom>
              <a:solidFill>
                <a:srgbClr val="23A19E"/>
              </a:solidFill>
              <a:ln w="7620"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fr-FR"/>
              </a:p>
            </p:txBody>
          </p:sp>
        </p:grpSp>
      </p:grpSp>
      <p:sp>
        <p:nvSpPr>
          <p:cNvPr id="105" name="Ellipse 104"/>
          <p:cNvSpPr/>
          <p:nvPr/>
        </p:nvSpPr>
        <p:spPr>
          <a:xfrm rot="10800000">
            <a:off x="572628" y="1601718"/>
            <a:ext cx="1560228" cy="161969"/>
          </a:xfrm>
          <a:prstGeom prst="ellipse">
            <a:avLst/>
          </a:prstGeom>
          <a:solidFill>
            <a:schemeClr val="accent2"/>
          </a:solidFill>
          <a:ln w="9525">
            <a:solidFill>
              <a:srgbClr val="FFFFFF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perspectiveFront" fov="0">
              <a:rot lat="0" lon="1200000" rev="0"/>
            </a:camera>
            <a:lightRig rig="threePt" dir="t"/>
          </a:scene3d>
          <a:sp3d prstMaterial="clear">
            <a:bevelT w="158750" h="82550" prst="softRound"/>
            <a:bevelB w="88900"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107" name="Image 106" descr="Image3.png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b="48823"/>
          <a:stretch>
            <a:fillRect/>
          </a:stretch>
        </p:blipFill>
        <p:spPr>
          <a:xfrm>
            <a:off x="552202" y="1183571"/>
            <a:ext cx="1580654" cy="496365"/>
          </a:xfrm>
          <a:prstGeom prst="rect">
            <a:avLst/>
          </a:prstGeom>
        </p:spPr>
      </p:pic>
      <p:grpSp>
        <p:nvGrpSpPr>
          <p:cNvPr id="108" name="Groupe 107"/>
          <p:cNvGrpSpPr/>
          <p:nvPr/>
        </p:nvGrpSpPr>
        <p:grpSpPr>
          <a:xfrm flipV="1">
            <a:off x="1684179" y="1355461"/>
            <a:ext cx="149988" cy="330557"/>
            <a:chOff x="5319709" y="4048165"/>
            <a:chExt cx="243376" cy="546100"/>
          </a:xfrm>
        </p:grpSpPr>
        <p:cxnSp>
          <p:nvCxnSpPr>
            <p:cNvPr id="109" name="Connecteur droit avec flèche 108"/>
            <p:cNvCxnSpPr/>
            <p:nvPr/>
          </p:nvCxnSpPr>
          <p:spPr bwMode="auto">
            <a:xfrm>
              <a:off x="5441397" y="4048165"/>
              <a:ext cx="0" cy="546100"/>
            </a:xfrm>
            <a:prstGeom prst="straightConnector1">
              <a:avLst/>
            </a:prstGeom>
            <a:ln w="28575">
              <a:solidFill>
                <a:srgbClr val="23A19E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Ellipse 109"/>
            <p:cNvSpPr/>
            <p:nvPr/>
          </p:nvSpPr>
          <p:spPr bwMode="auto">
            <a:xfrm>
              <a:off x="5319709" y="4182996"/>
              <a:ext cx="243376" cy="243011"/>
            </a:xfrm>
            <a:prstGeom prst="ellipse">
              <a:avLst/>
            </a:prstGeom>
            <a:solidFill>
              <a:srgbClr val="23A19E"/>
            </a:solidFill>
            <a:ln w="7620"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</p:grpSp>
      <p:sp>
        <p:nvSpPr>
          <p:cNvPr id="111" name="Forme libre 82"/>
          <p:cNvSpPr>
            <a:spLocks/>
          </p:cNvSpPr>
          <p:nvPr/>
        </p:nvSpPr>
        <p:spPr bwMode="auto">
          <a:xfrm rot="16200000">
            <a:off x="1283319" y="838867"/>
            <a:ext cx="462911" cy="125863"/>
          </a:xfrm>
          <a:custGeom>
            <a:avLst/>
            <a:gdLst>
              <a:gd name="T0" fmla="*/ 0 w 652463"/>
              <a:gd name="T1" fmla="*/ 112864 h 158749"/>
              <a:gd name="T2" fmla="*/ 15048 w 652463"/>
              <a:gd name="T3" fmla="*/ 15192 h 158749"/>
              <a:gd name="T4" fmla="*/ 40129 w 652463"/>
              <a:gd name="T5" fmla="*/ 204023 h 158749"/>
              <a:gd name="T6" fmla="*/ 65210 w 652463"/>
              <a:gd name="T7" fmla="*/ 28215 h 158749"/>
              <a:gd name="T8" fmla="*/ 90290 w 652463"/>
              <a:gd name="T9" fmla="*/ 210535 h 158749"/>
              <a:gd name="T10" fmla="*/ 115371 w 652463"/>
              <a:gd name="T11" fmla="*/ 28215 h 158749"/>
              <a:gd name="T12" fmla="*/ 142124 w 652463"/>
              <a:gd name="T13" fmla="*/ 217045 h 158749"/>
              <a:gd name="T14" fmla="*/ 167204 w 652463"/>
              <a:gd name="T15" fmla="*/ 28215 h 158749"/>
              <a:gd name="T16" fmla="*/ 187268 w 652463"/>
              <a:gd name="T17" fmla="*/ 119375 h 158749"/>
              <a:gd name="T18" fmla="*/ 198973 w 652463"/>
              <a:gd name="T19" fmla="*/ 119375 h 158749"/>
              <a:gd name="T20" fmla="*/ 210677 w 652463"/>
              <a:gd name="T21" fmla="*/ 119375 h 158749"/>
              <a:gd name="T22" fmla="*/ 229069 w 652463"/>
              <a:gd name="T23" fmla="*/ 119375 h 158749"/>
              <a:gd name="T24" fmla="*/ 229069 w 652463"/>
              <a:gd name="T25" fmla="*/ 119375 h 158749"/>
              <a:gd name="T26" fmla="*/ 229069 w 652463"/>
              <a:gd name="T27" fmla="*/ 119375 h 15874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52463" h="158749"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4287" tIns="52144" rIns="104287" bIns="52144" anchor="ctr"/>
          <a:lstStyle/>
          <a:p>
            <a:endParaRPr lang="en-US"/>
          </a:p>
        </p:txBody>
      </p:sp>
      <p:sp>
        <p:nvSpPr>
          <p:cNvPr id="115" name="Line 17"/>
          <p:cNvSpPr>
            <a:spLocks noChangeShapeType="1"/>
          </p:cNvSpPr>
          <p:nvPr/>
        </p:nvSpPr>
        <p:spPr bwMode="auto">
          <a:xfrm>
            <a:off x="4120127" y="3995936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7"/>
          <p:cNvSpPr>
            <a:spLocks noChangeShapeType="1"/>
          </p:cNvSpPr>
          <p:nvPr/>
        </p:nvSpPr>
        <p:spPr bwMode="auto">
          <a:xfrm>
            <a:off x="4559768" y="3899791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7"/>
          <p:cNvSpPr>
            <a:spLocks noChangeShapeType="1"/>
          </p:cNvSpPr>
          <p:nvPr/>
        </p:nvSpPr>
        <p:spPr bwMode="auto">
          <a:xfrm>
            <a:off x="4996437" y="3995936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7"/>
          <p:cNvSpPr>
            <a:spLocks noChangeShapeType="1"/>
          </p:cNvSpPr>
          <p:nvPr/>
        </p:nvSpPr>
        <p:spPr bwMode="auto">
          <a:xfrm>
            <a:off x="4967994" y="4572000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7"/>
          <p:cNvSpPr>
            <a:spLocks noChangeShapeType="1"/>
          </p:cNvSpPr>
          <p:nvPr/>
        </p:nvSpPr>
        <p:spPr bwMode="auto">
          <a:xfrm>
            <a:off x="5243562" y="4716016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7"/>
          <p:cNvSpPr>
            <a:spLocks noChangeShapeType="1"/>
          </p:cNvSpPr>
          <p:nvPr/>
        </p:nvSpPr>
        <p:spPr bwMode="auto">
          <a:xfrm>
            <a:off x="4109762" y="4572000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Line 17"/>
          <p:cNvSpPr>
            <a:spLocks noChangeShapeType="1"/>
          </p:cNvSpPr>
          <p:nvPr/>
        </p:nvSpPr>
        <p:spPr bwMode="auto">
          <a:xfrm>
            <a:off x="3880487" y="4716016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4728448" y="3491880"/>
            <a:ext cx="217128" cy="2308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dirty="0"/>
          </a:p>
        </p:txBody>
      </p:sp>
      <p:sp>
        <p:nvSpPr>
          <p:cNvPr id="123" name="Rectangle 122"/>
          <p:cNvSpPr/>
          <p:nvPr/>
        </p:nvSpPr>
        <p:spPr>
          <a:xfrm>
            <a:off x="5573592" y="4471586"/>
            <a:ext cx="591710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M=3</a:t>
            </a:r>
            <a:endParaRPr lang="en-US" sz="1400" dirty="0"/>
          </a:p>
        </p:txBody>
      </p:sp>
      <p:cxnSp>
        <p:nvCxnSpPr>
          <p:cNvPr id="124" name="Connecteur droit avec flèche 123"/>
          <p:cNvCxnSpPr>
            <a:stCxn id="134" idx="0"/>
          </p:cNvCxnSpPr>
          <p:nvPr/>
        </p:nvCxnSpPr>
        <p:spPr>
          <a:xfrm flipV="1">
            <a:off x="4642134" y="3607316"/>
            <a:ext cx="16156" cy="37255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avec flèche 124"/>
          <p:cNvCxnSpPr/>
          <p:nvPr/>
        </p:nvCxnSpPr>
        <p:spPr>
          <a:xfrm flipV="1">
            <a:off x="3253216" y="7178979"/>
            <a:ext cx="3238663" cy="33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 flipH="1">
            <a:off x="4886078" y="7116896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/>
          <p:cNvCxnSpPr/>
          <p:nvPr/>
        </p:nvCxnSpPr>
        <p:spPr>
          <a:xfrm flipH="1">
            <a:off x="5128802" y="7116896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/>
          <p:cNvCxnSpPr/>
          <p:nvPr/>
        </p:nvCxnSpPr>
        <p:spPr>
          <a:xfrm flipH="1">
            <a:off x="5355982" y="7116896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128"/>
          <p:cNvCxnSpPr/>
          <p:nvPr/>
        </p:nvCxnSpPr>
        <p:spPr>
          <a:xfrm flipH="1">
            <a:off x="5583161" y="7116896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/>
          <p:cNvCxnSpPr/>
          <p:nvPr/>
        </p:nvCxnSpPr>
        <p:spPr>
          <a:xfrm flipH="1">
            <a:off x="4409405" y="7116896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130"/>
          <p:cNvCxnSpPr/>
          <p:nvPr/>
        </p:nvCxnSpPr>
        <p:spPr>
          <a:xfrm flipH="1">
            <a:off x="4182226" y="7116896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/>
          <p:cNvCxnSpPr/>
          <p:nvPr/>
        </p:nvCxnSpPr>
        <p:spPr>
          <a:xfrm flipH="1">
            <a:off x="3955046" y="7116896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/>
          <p:cNvCxnSpPr/>
          <p:nvPr/>
        </p:nvCxnSpPr>
        <p:spPr>
          <a:xfrm flipH="1">
            <a:off x="3727867" y="7116896"/>
            <a:ext cx="1" cy="1309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4490577" y="7332851"/>
            <a:ext cx="30311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dirty="0"/>
          </a:p>
        </p:txBody>
      </p:sp>
      <p:sp>
        <p:nvSpPr>
          <p:cNvPr id="135" name="Rectangle 134"/>
          <p:cNvSpPr/>
          <p:nvPr/>
        </p:nvSpPr>
        <p:spPr>
          <a:xfrm>
            <a:off x="4681085" y="7332851"/>
            <a:ext cx="414658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en-US" sz="1400" dirty="0"/>
          </a:p>
        </p:txBody>
      </p:sp>
      <p:sp>
        <p:nvSpPr>
          <p:cNvPr id="136" name="Rectangle 135"/>
          <p:cNvSpPr/>
          <p:nvPr/>
        </p:nvSpPr>
        <p:spPr>
          <a:xfrm>
            <a:off x="4898842" y="7332851"/>
            <a:ext cx="414658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en-US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141567" y="7332851"/>
            <a:ext cx="414658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en-US" sz="1400" dirty="0"/>
          </a:p>
        </p:txBody>
      </p:sp>
      <p:sp>
        <p:nvSpPr>
          <p:cNvPr id="140" name="Rectangle 139"/>
          <p:cNvSpPr/>
          <p:nvPr/>
        </p:nvSpPr>
        <p:spPr>
          <a:xfrm>
            <a:off x="5379736" y="7332851"/>
            <a:ext cx="414658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endParaRPr lang="en-US" sz="1400" dirty="0"/>
          </a:p>
        </p:txBody>
      </p:sp>
      <p:sp>
        <p:nvSpPr>
          <p:cNvPr id="141" name="Rectangle 140"/>
          <p:cNvSpPr/>
          <p:nvPr/>
        </p:nvSpPr>
        <p:spPr>
          <a:xfrm>
            <a:off x="4187265" y="7332851"/>
            <a:ext cx="36862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/>
          </a:p>
        </p:txBody>
      </p:sp>
      <p:sp>
        <p:nvSpPr>
          <p:cNvPr id="143" name="Rectangle 142"/>
          <p:cNvSpPr/>
          <p:nvPr/>
        </p:nvSpPr>
        <p:spPr>
          <a:xfrm>
            <a:off x="3960086" y="7332851"/>
            <a:ext cx="36862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/>
          </a:p>
        </p:txBody>
      </p:sp>
      <p:sp>
        <p:nvSpPr>
          <p:cNvPr id="144" name="Rectangle 143"/>
          <p:cNvSpPr/>
          <p:nvPr/>
        </p:nvSpPr>
        <p:spPr>
          <a:xfrm>
            <a:off x="3732907" y="7332851"/>
            <a:ext cx="36862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/>
          </a:p>
        </p:txBody>
      </p:sp>
      <p:sp>
        <p:nvSpPr>
          <p:cNvPr id="145" name="Rectangle 144"/>
          <p:cNvSpPr/>
          <p:nvPr/>
        </p:nvSpPr>
        <p:spPr>
          <a:xfrm>
            <a:off x="3505728" y="7332851"/>
            <a:ext cx="368624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/>
          </a:p>
        </p:txBody>
      </p:sp>
      <p:sp>
        <p:nvSpPr>
          <p:cNvPr id="146" name="Rectangle 145"/>
          <p:cNvSpPr/>
          <p:nvPr/>
        </p:nvSpPr>
        <p:spPr>
          <a:xfrm>
            <a:off x="6270720" y="7267378"/>
            <a:ext cx="300293" cy="2308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600" baseline="-25000" dirty="0"/>
          </a:p>
        </p:txBody>
      </p:sp>
      <p:sp>
        <p:nvSpPr>
          <p:cNvPr id="147" name="ZoneTexte 146"/>
          <p:cNvSpPr txBox="1"/>
          <p:nvPr/>
        </p:nvSpPr>
        <p:spPr>
          <a:xfrm>
            <a:off x="5763012" y="5466604"/>
            <a:ext cx="538550" cy="20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=+5/2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ZoneTexte 147"/>
          <p:cNvSpPr txBox="1"/>
          <p:nvPr/>
        </p:nvSpPr>
        <p:spPr>
          <a:xfrm>
            <a:off x="3505728" y="6776066"/>
            <a:ext cx="509330" cy="20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=-5/2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5573592" y="3732044"/>
            <a:ext cx="591710" cy="335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M=2</a:t>
            </a:r>
            <a:endParaRPr lang="en-US" sz="1400" dirty="0"/>
          </a:p>
        </p:txBody>
      </p:sp>
      <p:sp>
        <p:nvSpPr>
          <p:cNvPr id="150" name="Rectangle 149"/>
          <p:cNvSpPr/>
          <p:nvPr/>
        </p:nvSpPr>
        <p:spPr>
          <a:xfrm>
            <a:off x="6121247" y="6357352"/>
            <a:ext cx="449766" cy="2308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1600" dirty="0"/>
          </a:p>
        </p:txBody>
      </p:sp>
      <p:sp>
        <p:nvSpPr>
          <p:cNvPr id="151" name="Line 17"/>
          <p:cNvSpPr>
            <a:spLocks noChangeShapeType="1"/>
          </p:cNvSpPr>
          <p:nvPr/>
        </p:nvSpPr>
        <p:spPr bwMode="auto">
          <a:xfrm>
            <a:off x="5467317" y="5676489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2" name="Line 17"/>
          <p:cNvSpPr>
            <a:spLocks noChangeShapeType="1"/>
          </p:cNvSpPr>
          <p:nvPr/>
        </p:nvSpPr>
        <p:spPr bwMode="auto">
          <a:xfrm>
            <a:off x="4313155" y="6397369"/>
            <a:ext cx="642506" cy="0"/>
          </a:xfrm>
          <a:prstGeom prst="line">
            <a:avLst/>
          </a:prstGeom>
          <a:ln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3" name="Line 17"/>
          <p:cNvSpPr>
            <a:spLocks noChangeShapeType="1"/>
          </p:cNvSpPr>
          <p:nvPr/>
        </p:nvSpPr>
        <p:spPr bwMode="auto">
          <a:xfrm>
            <a:off x="4563114" y="6724058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4" name="Line 17"/>
          <p:cNvSpPr>
            <a:spLocks noChangeShapeType="1"/>
          </p:cNvSpPr>
          <p:nvPr/>
        </p:nvSpPr>
        <p:spPr bwMode="auto">
          <a:xfrm>
            <a:off x="3652141" y="5676489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Line 17"/>
          <p:cNvSpPr>
            <a:spLocks noChangeShapeType="1"/>
          </p:cNvSpPr>
          <p:nvPr/>
        </p:nvSpPr>
        <p:spPr bwMode="auto">
          <a:xfrm>
            <a:off x="3874807" y="5938380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Line 17"/>
          <p:cNvSpPr>
            <a:spLocks noChangeShapeType="1"/>
          </p:cNvSpPr>
          <p:nvPr/>
        </p:nvSpPr>
        <p:spPr bwMode="auto">
          <a:xfrm>
            <a:off x="4104242" y="6200273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Line 17"/>
          <p:cNvSpPr>
            <a:spLocks noChangeShapeType="1"/>
          </p:cNvSpPr>
          <p:nvPr/>
        </p:nvSpPr>
        <p:spPr bwMode="auto">
          <a:xfrm>
            <a:off x="4558600" y="6724058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Line 17"/>
          <p:cNvSpPr>
            <a:spLocks noChangeShapeType="1"/>
          </p:cNvSpPr>
          <p:nvPr/>
        </p:nvSpPr>
        <p:spPr bwMode="auto">
          <a:xfrm>
            <a:off x="4785779" y="6985950"/>
            <a:ext cx="191572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ZoneTexte 158"/>
          <p:cNvSpPr txBox="1"/>
          <p:nvPr/>
        </p:nvSpPr>
        <p:spPr>
          <a:xfrm>
            <a:off x="2869462" y="5485920"/>
            <a:ext cx="509330" cy="20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=-5/2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ZoneTexte 159"/>
          <p:cNvSpPr txBox="1"/>
          <p:nvPr/>
        </p:nvSpPr>
        <p:spPr>
          <a:xfrm>
            <a:off x="5016860" y="6778182"/>
            <a:ext cx="538550" cy="209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400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=+5/2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Line 17"/>
          <p:cNvSpPr>
            <a:spLocks noChangeShapeType="1"/>
          </p:cNvSpPr>
          <p:nvPr/>
        </p:nvSpPr>
        <p:spPr bwMode="auto">
          <a:xfrm>
            <a:off x="5254073" y="5938380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2" name="Line 17"/>
          <p:cNvSpPr>
            <a:spLocks noChangeShapeType="1"/>
          </p:cNvSpPr>
          <p:nvPr/>
        </p:nvSpPr>
        <p:spPr bwMode="auto">
          <a:xfrm>
            <a:off x="5026894" y="6200273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3" name="Line 17"/>
          <p:cNvSpPr>
            <a:spLocks noChangeShapeType="1"/>
          </p:cNvSpPr>
          <p:nvPr/>
        </p:nvSpPr>
        <p:spPr bwMode="auto">
          <a:xfrm>
            <a:off x="4663610" y="6724058"/>
            <a:ext cx="100498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4" name="Line 17"/>
          <p:cNvSpPr>
            <a:spLocks noChangeShapeType="1"/>
          </p:cNvSpPr>
          <p:nvPr/>
        </p:nvSpPr>
        <p:spPr bwMode="auto">
          <a:xfrm>
            <a:off x="4345358" y="6985950"/>
            <a:ext cx="19157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5" name="ZoneTexte 164"/>
          <p:cNvSpPr txBox="1"/>
          <p:nvPr/>
        </p:nvSpPr>
        <p:spPr>
          <a:xfrm>
            <a:off x="4997440" y="5076056"/>
            <a:ext cx="281188" cy="251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ZoneTexte 165"/>
          <p:cNvSpPr txBox="1"/>
          <p:nvPr/>
        </p:nvSpPr>
        <p:spPr>
          <a:xfrm>
            <a:off x="3847775" y="5076056"/>
            <a:ext cx="661345" cy="402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Connecteur droit avec flèche 166"/>
          <p:cNvCxnSpPr/>
          <p:nvPr/>
        </p:nvCxnSpPr>
        <p:spPr>
          <a:xfrm>
            <a:off x="4878380" y="4487213"/>
            <a:ext cx="319890" cy="1681389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Line 17"/>
          <p:cNvSpPr>
            <a:spLocks noChangeShapeType="1"/>
          </p:cNvSpPr>
          <p:nvPr/>
        </p:nvSpPr>
        <p:spPr bwMode="auto">
          <a:xfrm>
            <a:off x="4324320" y="6396693"/>
            <a:ext cx="657858" cy="677"/>
          </a:xfrm>
          <a:prstGeom prst="line">
            <a:avLst/>
          </a:prstGeom>
          <a:noFill/>
          <a:ln w="28575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Line 17"/>
          <p:cNvSpPr>
            <a:spLocks noChangeShapeType="1"/>
          </p:cNvSpPr>
          <p:nvPr/>
        </p:nvSpPr>
        <p:spPr bwMode="auto">
          <a:xfrm>
            <a:off x="4313996" y="6527639"/>
            <a:ext cx="642506" cy="0"/>
          </a:xfrm>
          <a:prstGeom prst="line">
            <a:avLst/>
          </a:prstGeom>
          <a:ln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0" name="Line 17"/>
          <p:cNvSpPr>
            <a:spLocks noChangeShapeType="1"/>
          </p:cNvSpPr>
          <p:nvPr/>
        </p:nvSpPr>
        <p:spPr bwMode="auto">
          <a:xfrm>
            <a:off x="4325162" y="6526962"/>
            <a:ext cx="657858" cy="677"/>
          </a:xfrm>
          <a:prstGeom prst="line">
            <a:avLst/>
          </a:prstGeom>
          <a:noFill/>
          <a:ln w="28575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Line 17"/>
          <p:cNvSpPr>
            <a:spLocks noChangeShapeType="1"/>
          </p:cNvSpPr>
          <p:nvPr/>
        </p:nvSpPr>
        <p:spPr bwMode="auto">
          <a:xfrm>
            <a:off x="4564119" y="4423576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72" name="Connecteur droit avec flèche 171"/>
          <p:cNvCxnSpPr>
            <a:endCxn id="157" idx="0"/>
          </p:cNvCxnSpPr>
          <p:nvPr/>
        </p:nvCxnSpPr>
        <p:spPr>
          <a:xfrm flipH="1">
            <a:off x="4558600" y="4487213"/>
            <a:ext cx="318201" cy="2236845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 176"/>
          <p:cNvSpPr/>
          <p:nvPr/>
        </p:nvSpPr>
        <p:spPr>
          <a:xfrm>
            <a:off x="4410588" y="4175206"/>
            <a:ext cx="466190" cy="259047"/>
          </a:xfrm>
          <a:custGeom>
            <a:avLst/>
            <a:gdLst>
              <a:gd name="connsiteX0" fmla="*/ 0 w 952500"/>
              <a:gd name="connsiteY0" fmla="*/ 361955 h 361955"/>
              <a:gd name="connsiteX1" fmla="*/ 495300 w 952500"/>
              <a:gd name="connsiteY1" fmla="*/ 5 h 361955"/>
              <a:gd name="connsiteX2" fmla="*/ 952500 w 952500"/>
              <a:gd name="connsiteY2" fmla="*/ 352430 h 361955"/>
              <a:gd name="connsiteX3" fmla="*/ 952500 w 952500"/>
              <a:gd name="connsiteY3" fmla="*/ 352430 h 36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361955">
                <a:moveTo>
                  <a:pt x="0" y="361955"/>
                </a:moveTo>
                <a:cubicBezTo>
                  <a:pt x="168275" y="181773"/>
                  <a:pt x="336550" y="1592"/>
                  <a:pt x="495300" y="5"/>
                </a:cubicBezTo>
                <a:cubicBezTo>
                  <a:pt x="654050" y="-1582"/>
                  <a:pt x="952500" y="352430"/>
                  <a:pt x="952500" y="352430"/>
                </a:cubicBezTo>
                <a:lnTo>
                  <a:pt x="952500" y="352430"/>
                </a:lnTo>
              </a:path>
            </a:pathLst>
          </a:custGeom>
          <a:noFill/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Connecteur droit avec flèche 177"/>
          <p:cNvCxnSpPr>
            <a:endCxn id="163" idx="1"/>
          </p:cNvCxnSpPr>
          <p:nvPr/>
        </p:nvCxnSpPr>
        <p:spPr>
          <a:xfrm>
            <a:off x="4448175" y="4496738"/>
            <a:ext cx="315933" cy="2227321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eur droit avec flèche 178"/>
          <p:cNvCxnSpPr>
            <a:endCxn id="156" idx="0"/>
          </p:cNvCxnSpPr>
          <p:nvPr/>
        </p:nvCxnSpPr>
        <p:spPr>
          <a:xfrm flipH="1">
            <a:off x="4104242" y="4496738"/>
            <a:ext cx="324883" cy="1703535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6065045" y="4102544"/>
            <a:ext cx="843126" cy="3690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1600" dirty="0"/>
          </a:p>
        </p:txBody>
      </p:sp>
      <p:sp>
        <p:nvSpPr>
          <p:cNvPr id="181" name="Line 17"/>
          <p:cNvSpPr>
            <a:spLocks noChangeShapeType="1"/>
          </p:cNvSpPr>
          <p:nvPr/>
        </p:nvSpPr>
        <p:spPr bwMode="auto">
          <a:xfrm>
            <a:off x="4777116" y="3923928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" name="Line 17"/>
          <p:cNvSpPr>
            <a:spLocks noChangeShapeType="1"/>
          </p:cNvSpPr>
          <p:nvPr/>
        </p:nvSpPr>
        <p:spPr bwMode="auto">
          <a:xfrm>
            <a:off x="4777362" y="4499992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" name="Line 17"/>
          <p:cNvSpPr>
            <a:spLocks noChangeShapeType="1"/>
          </p:cNvSpPr>
          <p:nvPr/>
        </p:nvSpPr>
        <p:spPr bwMode="auto">
          <a:xfrm>
            <a:off x="4328710" y="3923928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" name="Line 17"/>
          <p:cNvSpPr>
            <a:spLocks noChangeShapeType="1"/>
          </p:cNvSpPr>
          <p:nvPr/>
        </p:nvSpPr>
        <p:spPr bwMode="auto">
          <a:xfrm>
            <a:off x="4344999" y="4486159"/>
            <a:ext cx="1915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" name="Text Box 56"/>
          <p:cNvSpPr txBox="1">
            <a:spLocks noChangeArrowheads="1"/>
          </p:cNvSpPr>
          <p:nvPr/>
        </p:nvSpPr>
        <p:spPr bwMode="auto">
          <a:xfrm>
            <a:off x="2852936" y="4157510"/>
            <a:ext cx="1203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/>
            <a:r>
              <a:rPr lang="en-US" b="1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E </a:t>
            </a:r>
            <a:r>
              <a:rPr lang="en-US" b="1" dirty="0">
                <a:solidFill>
                  <a:srgbClr val="009900"/>
                </a:solidFill>
                <a:latin typeface="Monotype Corsiva" panose="03010101010201010101" pitchFamily="66" charset="0"/>
              </a:rPr>
              <a:t>(</a:t>
            </a:r>
            <a:r>
              <a:rPr lang="en-US" b="1" i="1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S</a:t>
            </a:r>
            <a:r>
              <a:rPr lang="en-US" b="1" i="1" baseline="-25000" dirty="0">
                <a:solidFill>
                  <a:srgbClr val="009900"/>
                </a:solidFill>
                <a:latin typeface="Monotype Corsiva" panose="03010101010201010101" pitchFamily="66" charset="0"/>
              </a:rPr>
              <a:t>y</a:t>
            </a:r>
            <a:r>
              <a:rPr lang="en-US" b="1" baseline="30000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2</a:t>
            </a:r>
            <a:r>
              <a:rPr lang="en-US" b="1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 </a:t>
            </a:r>
            <a:r>
              <a:rPr lang="en-US" b="1" dirty="0">
                <a:solidFill>
                  <a:srgbClr val="009900"/>
                </a:solidFill>
                <a:latin typeface="Monotype Corsiva" panose="03010101010201010101" pitchFamily="66" charset="0"/>
              </a:rPr>
              <a:t>- </a:t>
            </a:r>
            <a:r>
              <a:rPr lang="en-US" b="1" i="1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S</a:t>
            </a:r>
            <a:r>
              <a:rPr lang="en-US" b="1" i="1" baseline="-25000" dirty="0">
                <a:solidFill>
                  <a:srgbClr val="009900"/>
                </a:solidFill>
                <a:latin typeface="Monotype Corsiva" panose="03010101010201010101" pitchFamily="66" charset="0"/>
              </a:rPr>
              <a:t>x</a:t>
            </a:r>
            <a:r>
              <a:rPr lang="en-US" b="1" baseline="30000" dirty="0" smtClean="0">
                <a:solidFill>
                  <a:srgbClr val="009900"/>
                </a:solidFill>
                <a:latin typeface="Monotype Corsiva" panose="03010101010201010101" pitchFamily="66" charset="0"/>
              </a:rPr>
              <a:t>2</a:t>
            </a:r>
            <a:r>
              <a:rPr lang="en-US" b="1" dirty="0">
                <a:solidFill>
                  <a:srgbClr val="009900"/>
                </a:solidFill>
                <a:latin typeface="Monotype Corsiva" panose="03010101010201010101" pitchFamily="66" charset="0"/>
              </a:rPr>
              <a:t>)</a:t>
            </a:r>
          </a:p>
        </p:txBody>
      </p:sp>
      <p:sp>
        <p:nvSpPr>
          <p:cNvPr id="92" name="ZoneTexte 91"/>
          <p:cNvSpPr txBox="1"/>
          <p:nvPr/>
        </p:nvSpPr>
        <p:spPr>
          <a:xfrm>
            <a:off x="2875389" y="5992415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fr-FR" sz="1400" baseline="-25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=-3/2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5805264" y="5920407"/>
            <a:ext cx="739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fr-FR" sz="14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=+3/2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ZoneTexte 93"/>
          <p:cNvSpPr txBox="1"/>
          <p:nvPr/>
        </p:nvSpPr>
        <p:spPr>
          <a:xfrm>
            <a:off x="2365302" y="5063486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ZoneTexte 96"/>
          <p:cNvSpPr txBox="1"/>
          <p:nvPr/>
        </p:nvSpPr>
        <p:spPr>
          <a:xfrm>
            <a:off x="2395018" y="6838117"/>
            <a:ext cx="449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852936" y="2483768"/>
            <a:ext cx="843126" cy="3690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1600" dirty="0"/>
          </a:p>
        </p:txBody>
      </p:sp>
      <p:sp>
        <p:nvSpPr>
          <p:cNvPr id="99" name="Rectangle 98"/>
          <p:cNvSpPr/>
          <p:nvPr/>
        </p:nvSpPr>
        <p:spPr>
          <a:xfrm>
            <a:off x="5102442" y="2721278"/>
            <a:ext cx="686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X-Mn</a:t>
            </a:r>
            <a:endParaRPr lang="en-US" sz="1600" dirty="0"/>
          </a:p>
        </p:txBody>
      </p:sp>
      <p:sp>
        <p:nvSpPr>
          <p:cNvPr id="100" name="Rectangle 99"/>
          <p:cNvSpPr/>
          <p:nvPr/>
        </p:nvSpPr>
        <p:spPr>
          <a:xfrm>
            <a:off x="857682" y="2699792"/>
            <a:ext cx="7553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1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6" r="6751"/>
          <a:stretch/>
        </p:blipFill>
        <p:spPr bwMode="auto">
          <a:xfrm>
            <a:off x="3717032" y="123123"/>
            <a:ext cx="2734230" cy="1352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5" r="6826"/>
          <a:stretch/>
        </p:blipFill>
        <p:spPr bwMode="auto">
          <a:xfrm>
            <a:off x="3717032" y="1276162"/>
            <a:ext cx="2721742" cy="1351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ZoneTexte 94"/>
          <p:cNvSpPr txBox="1"/>
          <p:nvPr/>
        </p:nvSpPr>
        <p:spPr>
          <a:xfrm>
            <a:off x="4275600" y="232810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fr-FR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ZoneTexte 95"/>
          <p:cNvSpPr txBox="1"/>
          <p:nvPr/>
        </p:nvSpPr>
        <p:spPr>
          <a:xfrm>
            <a:off x="4295814" y="1484717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Th.</a:t>
            </a:r>
            <a:endParaRPr 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4808</TotalTime>
  <Words>74</Words>
  <Application>Microsoft Office PowerPoint</Application>
  <PresentationFormat>Affichage à l'écran (4:3)</PresentationFormat>
  <Paragraphs>34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290</cp:revision>
  <cp:lastPrinted>2015-05-29T09:31:06Z</cp:lastPrinted>
  <dcterms:created xsi:type="dcterms:W3CDTF">2013-09-27T09:14:25Z</dcterms:created>
  <dcterms:modified xsi:type="dcterms:W3CDTF">2015-07-16T12:02:33Z</dcterms:modified>
</cp:coreProperties>
</file>