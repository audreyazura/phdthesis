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858000" cy="9144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00" d="100"/>
          <a:sy n="100" d="100"/>
        </p:scale>
        <p:origin x="-1500" y="-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1/24/2017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744538"/>
            <a:ext cx="27908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1/24/2017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1/24/2017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1/24/2017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1/24/2017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1/24/2017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1/24/2017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1/24/2017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1/24/2017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1/24/2017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1/24/2017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1/24/2017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1/24/2017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88640" y="6685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Line 17"/>
          <p:cNvSpPr>
            <a:spLocks noChangeShapeType="1"/>
          </p:cNvSpPr>
          <p:nvPr/>
        </p:nvSpPr>
        <p:spPr bwMode="auto">
          <a:xfrm>
            <a:off x="800077" y="1493662"/>
            <a:ext cx="13346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626292" y="611560"/>
            <a:ext cx="151264" cy="1621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600" dirty="0"/>
          </a:p>
        </p:txBody>
      </p:sp>
      <p:cxnSp>
        <p:nvCxnSpPr>
          <p:cNvPr id="124" name="Connecteur droit avec flèche 123"/>
          <p:cNvCxnSpPr/>
          <p:nvPr/>
        </p:nvCxnSpPr>
        <p:spPr>
          <a:xfrm flipV="1">
            <a:off x="590608" y="729469"/>
            <a:ext cx="1641" cy="342232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avec flèche 124"/>
          <p:cNvCxnSpPr/>
          <p:nvPr/>
        </p:nvCxnSpPr>
        <p:spPr>
          <a:xfrm flipV="1">
            <a:off x="489524" y="4156274"/>
            <a:ext cx="1372179" cy="23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125"/>
          <p:cNvCxnSpPr/>
          <p:nvPr/>
        </p:nvCxnSpPr>
        <p:spPr>
          <a:xfrm flipH="1">
            <a:off x="761631" y="4119987"/>
            <a:ext cx="1" cy="919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eur droit 126"/>
          <p:cNvCxnSpPr/>
          <p:nvPr/>
        </p:nvCxnSpPr>
        <p:spPr>
          <a:xfrm flipH="1">
            <a:off x="912105" y="4119987"/>
            <a:ext cx="1" cy="919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eur droit 127"/>
          <p:cNvCxnSpPr/>
          <p:nvPr/>
        </p:nvCxnSpPr>
        <p:spPr>
          <a:xfrm flipH="1">
            <a:off x="1070372" y="4119987"/>
            <a:ext cx="1" cy="919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droit 128"/>
          <p:cNvCxnSpPr/>
          <p:nvPr/>
        </p:nvCxnSpPr>
        <p:spPr>
          <a:xfrm flipH="1">
            <a:off x="1228638" y="4119987"/>
            <a:ext cx="1" cy="919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561532" y="4264349"/>
            <a:ext cx="288875" cy="2356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endParaRPr lang="en-US" sz="1400" dirty="0"/>
          </a:p>
        </p:txBody>
      </p:sp>
      <p:sp>
        <p:nvSpPr>
          <p:cNvPr id="139" name="Rectangle 138"/>
          <p:cNvSpPr/>
          <p:nvPr/>
        </p:nvSpPr>
        <p:spPr>
          <a:xfrm>
            <a:off x="920729" y="4264349"/>
            <a:ext cx="288875" cy="2356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+3</a:t>
            </a:r>
            <a:endParaRPr lang="en-US" sz="1400" dirty="0"/>
          </a:p>
        </p:txBody>
      </p:sp>
      <p:sp>
        <p:nvSpPr>
          <p:cNvPr id="146" name="Rectangle 145"/>
          <p:cNvSpPr/>
          <p:nvPr/>
        </p:nvSpPr>
        <p:spPr>
          <a:xfrm>
            <a:off x="1707631" y="4218363"/>
            <a:ext cx="209201" cy="1621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sz="1600" baseline="-25000" dirty="0"/>
          </a:p>
        </p:txBody>
      </p:sp>
      <p:sp>
        <p:nvSpPr>
          <p:cNvPr id="158" name="Line 17"/>
          <p:cNvSpPr>
            <a:spLocks noChangeShapeType="1"/>
          </p:cNvSpPr>
          <p:nvPr/>
        </p:nvSpPr>
        <p:spPr bwMode="auto">
          <a:xfrm>
            <a:off x="673136" y="3779912"/>
            <a:ext cx="133460" cy="0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" name="Line 17"/>
          <p:cNvSpPr>
            <a:spLocks noChangeShapeType="1"/>
          </p:cNvSpPr>
          <p:nvPr/>
        </p:nvSpPr>
        <p:spPr bwMode="auto">
          <a:xfrm>
            <a:off x="999376" y="3045715"/>
            <a:ext cx="133460" cy="0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/>
            <a:tailEnd/>
          </a:ln>
          <a:effectLst/>
          <a:ex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5" name="ZoneTexte 164"/>
          <p:cNvSpPr txBox="1"/>
          <p:nvPr/>
        </p:nvSpPr>
        <p:spPr>
          <a:xfrm>
            <a:off x="921572" y="1907704"/>
            <a:ext cx="195892" cy="1769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1152" y="1978739"/>
            <a:ext cx="355474" cy="277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Connecteur droit avec flèche 166"/>
          <p:cNvCxnSpPr/>
          <p:nvPr/>
        </p:nvCxnSpPr>
        <p:spPr>
          <a:xfrm>
            <a:off x="889208" y="1503356"/>
            <a:ext cx="177546" cy="1540477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eur droit avec flèche 171"/>
          <p:cNvCxnSpPr/>
          <p:nvPr/>
        </p:nvCxnSpPr>
        <p:spPr>
          <a:xfrm flipV="1">
            <a:off x="761954" y="1475611"/>
            <a:ext cx="104853" cy="2301647"/>
          </a:xfrm>
          <a:prstGeom prst="straightConnector1">
            <a:avLst/>
          </a:prstGeom>
          <a:ln w="190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905650"/>
              </p:ext>
            </p:extLst>
          </p:nvPr>
        </p:nvGraphicFramePr>
        <p:xfrm>
          <a:off x="1354414" y="3739828"/>
          <a:ext cx="4953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" name="Équation" r:id="rId3" imgW="533160" imgH="431640" progId="Equation.3">
                  <p:embed/>
                </p:oleObj>
              </mc:Choice>
              <mc:Fallback>
                <p:oleObj name="Équation" r:id="rId3" imgW="533160" imgH="431640" progId="Equation.3">
                  <p:embed/>
                  <p:pic>
                    <p:nvPicPr>
                      <p:cNvPr id="0" name="Obje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4414" y="3739828"/>
                        <a:ext cx="4953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1248421"/>
              </p:ext>
            </p:extLst>
          </p:nvPr>
        </p:nvGraphicFramePr>
        <p:xfrm>
          <a:off x="1366403" y="2809659"/>
          <a:ext cx="4953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" name="Équation" r:id="rId5" imgW="533160" imgH="431640" progId="Equation.3">
                  <p:embed/>
                </p:oleObj>
              </mc:Choice>
              <mc:Fallback>
                <p:oleObj name="Équation" r:id="rId5" imgW="533160" imgH="431640" progId="Equation.3">
                  <p:embed/>
                  <p:pic>
                    <p:nvPicPr>
                      <p:cNvPr id="0" name="Obje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403" y="2809659"/>
                        <a:ext cx="4953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8370163"/>
              </p:ext>
            </p:extLst>
          </p:nvPr>
        </p:nvGraphicFramePr>
        <p:xfrm>
          <a:off x="1384547" y="1385881"/>
          <a:ext cx="377825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" name="Équation" r:id="rId7" imgW="406080" imgH="253800" progId="Equation.3">
                  <p:embed/>
                </p:oleObj>
              </mc:Choice>
              <mc:Fallback>
                <p:oleObj name="Équation" r:id="rId7" imgW="406080" imgH="253800" progId="Equation.3">
                  <p:embed/>
                  <p:pic>
                    <p:nvPicPr>
                      <p:cNvPr id="0" name="Obje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547" y="1385881"/>
                        <a:ext cx="377825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Forme libre 80"/>
          <p:cNvSpPr/>
          <p:nvPr/>
        </p:nvSpPr>
        <p:spPr>
          <a:xfrm rot="6746091">
            <a:off x="631973" y="3366610"/>
            <a:ext cx="760481" cy="193753"/>
          </a:xfrm>
          <a:custGeom>
            <a:avLst/>
            <a:gdLst>
              <a:gd name="connsiteX0" fmla="*/ 0 w 952500"/>
              <a:gd name="connsiteY0" fmla="*/ 361955 h 361955"/>
              <a:gd name="connsiteX1" fmla="*/ 495300 w 952500"/>
              <a:gd name="connsiteY1" fmla="*/ 5 h 361955"/>
              <a:gd name="connsiteX2" fmla="*/ 952500 w 952500"/>
              <a:gd name="connsiteY2" fmla="*/ 352430 h 361955"/>
              <a:gd name="connsiteX3" fmla="*/ 952500 w 952500"/>
              <a:gd name="connsiteY3" fmla="*/ 352430 h 36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0" h="361955">
                <a:moveTo>
                  <a:pt x="0" y="361955"/>
                </a:moveTo>
                <a:cubicBezTo>
                  <a:pt x="168275" y="181773"/>
                  <a:pt x="336550" y="1592"/>
                  <a:pt x="495300" y="5"/>
                </a:cubicBezTo>
                <a:cubicBezTo>
                  <a:pt x="654050" y="-1582"/>
                  <a:pt x="952500" y="352430"/>
                  <a:pt x="952500" y="352430"/>
                </a:cubicBezTo>
                <a:lnTo>
                  <a:pt x="952500" y="352430"/>
                </a:lnTo>
              </a:path>
            </a:pathLst>
          </a:custGeom>
          <a:noFill/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ZoneTexte 165"/>
          <p:cNvSpPr txBox="1"/>
          <p:nvPr/>
        </p:nvSpPr>
        <p:spPr>
          <a:xfrm>
            <a:off x="417516" y="1907704"/>
            <a:ext cx="460731" cy="28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70C0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s</a:t>
            </a:r>
            <a:r>
              <a:rPr lang="fr-FR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baseline="-25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126251" y="3203848"/>
            <a:ext cx="409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 smtClean="0">
                <a:solidFill>
                  <a:srgbClr val="00B050"/>
                </a:solidFill>
                <a:latin typeface="Symbol" panose="05050102010706020507" pitchFamily="18" charset="2"/>
              </a:rPr>
              <a:t>t</a:t>
            </a:r>
            <a:r>
              <a:rPr lang="fr-FR" sz="2000" baseline="-25000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</a:t>
            </a:r>
            <a:endParaRPr lang="en-US" sz="2000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1" name="Connecteur droit 90"/>
          <p:cNvCxnSpPr/>
          <p:nvPr/>
        </p:nvCxnSpPr>
        <p:spPr>
          <a:xfrm flipH="1">
            <a:off x="592249" y="4119987"/>
            <a:ext cx="1" cy="919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>
            <a:off x="520241" y="3043833"/>
            <a:ext cx="0" cy="736079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" name="Obje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01897"/>
              </p:ext>
            </p:extLst>
          </p:nvPr>
        </p:nvGraphicFramePr>
        <p:xfrm>
          <a:off x="160073" y="3275856"/>
          <a:ext cx="329451" cy="267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" name="Équation" r:id="rId9" imgW="279360" imgH="228600" progId="Equation.3">
                  <p:embed/>
                </p:oleObj>
              </mc:Choice>
              <mc:Fallback>
                <p:oleObj name="Équation" r:id="rId9" imgW="279360" imgH="228600" progId="Equation.3">
                  <p:embed/>
                  <p:pic>
                    <p:nvPicPr>
                      <p:cNvPr id="0" name="Obje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73" y="3275856"/>
                        <a:ext cx="329451" cy="267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46" name="Picture 122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4"/>
          <a:stretch/>
        </p:blipFill>
        <p:spPr bwMode="auto">
          <a:xfrm>
            <a:off x="2276872" y="81737"/>
            <a:ext cx="4241844" cy="4886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" name="ZoneTexte 77"/>
          <p:cNvSpPr txBox="1"/>
          <p:nvPr/>
        </p:nvSpPr>
        <p:spPr>
          <a:xfrm>
            <a:off x="2110934" y="6685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5520</TotalTime>
  <Words>16</Words>
  <Application>Microsoft Office PowerPoint</Application>
  <PresentationFormat>Affichage à l'écran (4:3)</PresentationFormat>
  <Paragraphs>9</Paragraphs>
  <Slides>1</Slides>
  <Notes>0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Thème Office</vt:lpstr>
      <vt:lpstr>Équation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313</cp:revision>
  <cp:lastPrinted>2017-01-06T15:27:18Z</cp:lastPrinted>
  <dcterms:created xsi:type="dcterms:W3CDTF">2013-09-27T09:14:25Z</dcterms:created>
  <dcterms:modified xsi:type="dcterms:W3CDTF">2017-01-24T11:31:51Z</dcterms:modified>
</cp:coreProperties>
</file>