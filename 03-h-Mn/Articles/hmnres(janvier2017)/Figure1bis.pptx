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3" r:id="rId2"/>
  </p:sldIdLst>
  <p:sldSz cx="6858000" cy="9144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829" autoAdjust="0"/>
  </p:normalViewPr>
  <p:slideViewPr>
    <p:cSldViewPr>
      <p:cViewPr>
        <p:scale>
          <a:sx n="200" d="100"/>
          <a:sy n="200" d="100"/>
        </p:scale>
        <p:origin x="-648" y="662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3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296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r">
              <a:defRPr sz="1200"/>
            </a:lvl1pPr>
          </a:lstStyle>
          <a:p>
            <a:fld id="{A732596A-CC33-44AB-A517-CD91BCF05E15}" type="datetimeFigureOut">
              <a:rPr lang="en-US" smtClean="0"/>
              <a:t>1/23/2017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003425" y="744538"/>
            <a:ext cx="27908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82" tIns="44091" rIns="88182" bIns="44091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467" y="4714653"/>
            <a:ext cx="5438748" cy="4466756"/>
          </a:xfrm>
          <a:prstGeom prst="rect">
            <a:avLst/>
          </a:prstGeom>
        </p:spPr>
        <p:txBody>
          <a:bodyPr vert="horz" lIns="88182" tIns="44091" rIns="88182" bIns="44091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296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r">
              <a:defRPr sz="1200"/>
            </a:lvl1pPr>
          </a:lstStyle>
          <a:p>
            <a:fld id="{062323BE-C712-422A-9927-239FDB89279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0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2323BE-C712-422A-9927-239FDB8927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52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0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2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1/23/2017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3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1/23/2017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7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1/23/2017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0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1/23/2017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5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1/23/2017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4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1/23/2017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0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3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CF840-51FB-49D9-ADDC-0C52DA34DC77}" type="datetimeFigureOut">
              <a:rPr lang="en-US" smtClean="0"/>
              <a:t>1/23/2017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9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162" y="6133070"/>
            <a:ext cx="3375174" cy="1658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" name="ZoneTexte 72"/>
          <p:cNvSpPr txBox="1"/>
          <p:nvPr/>
        </p:nvSpPr>
        <p:spPr>
          <a:xfrm>
            <a:off x="533747" y="4881342"/>
            <a:ext cx="388209" cy="3250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/>
          <a:stretch/>
        </p:blipFill>
        <p:spPr bwMode="auto">
          <a:xfrm>
            <a:off x="499717" y="66675"/>
            <a:ext cx="5927166" cy="2165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ZoneTexte 4"/>
          <p:cNvSpPr txBox="1"/>
          <p:nvPr/>
        </p:nvSpPr>
        <p:spPr>
          <a:xfrm>
            <a:off x="304487" y="-1484"/>
            <a:ext cx="388209" cy="3250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3" b="1405"/>
          <a:stretch/>
        </p:blipFill>
        <p:spPr bwMode="auto">
          <a:xfrm>
            <a:off x="470381" y="1874765"/>
            <a:ext cx="5982955" cy="4353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" name="Line 17"/>
          <p:cNvSpPr>
            <a:spLocks noChangeShapeType="1"/>
          </p:cNvSpPr>
          <p:nvPr/>
        </p:nvSpPr>
        <p:spPr bwMode="auto">
          <a:xfrm>
            <a:off x="4179086" y="2496986"/>
            <a:ext cx="11744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Line 17"/>
          <p:cNvSpPr>
            <a:spLocks noChangeShapeType="1"/>
          </p:cNvSpPr>
          <p:nvPr/>
        </p:nvSpPr>
        <p:spPr bwMode="auto">
          <a:xfrm>
            <a:off x="4448611" y="2375581"/>
            <a:ext cx="11744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Line 17"/>
          <p:cNvSpPr>
            <a:spLocks noChangeShapeType="1"/>
          </p:cNvSpPr>
          <p:nvPr/>
        </p:nvSpPr>
        <p:spPr bwMode="auto">
          <a:xfrm>
            <a:off x="4716315" y="2502517"/>
            <a:ext cx="11744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Line 17"/>
          <p:cNvSpPr>
            <a:spLocks noChangeShapeType="1"/>
          </p:cNvSpPr>
          <p:nvPr/>
        </p:nvSpPr>
        <p:spPr bwMode="auto">
          <a:xfrm>
            <a:off x="4698878" y="2830850"/>
            <a:ext cx="11744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Line 17"/>
          <p:cNvSpPr>
            <a:spLocks noChangeShapeType="1"/>
          </p:cNvSpPr>
          <p:nvPr/>
        </p:nvSpPr>
        <p:spPr bwMode="auto">
          <a:xfrm>
            <a:off x="4867817" y="3012958"/>
            <a:ext cx="11744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Line 17"/>
          <p:cNvSpPr>
            <a:spLocks noChangeShapeType="1"/>
          </p:cNvSpPr>
          <p:nvPr/>
        </p:nvSpPr>
        <p:spPr bwMode="auto">
          <a:xfrm>
            <a:off x="4172731" y="2830850"/>
            <a:ext cx="11744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" name="Line 17"/>
          <p:cNvSpPr>
            <a:spLocks noChangeShapeType="1"/>
          </p:cNvSpPr>
          <p:nvPr/>
        </p:nvSpPr>
        <p:spPr bwMode="auto">
          <a:xfrm>
            <a:off x="4032172" y="3012958"/>
            <a:ext cx="11744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4518916" y="1927867"/>
            <a:ext cx="133112" cy="1427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1600" dirty="0"/>
          </a:p>
        </p:txBody>
      </p:sp>
      <p:sp>
        <p:nvSpPr>
          <p:cNvPr id="123" name="Rectangle 122"/>
          <p:cNvSpPr/>
          <p:nvPr/>
        </p:nvSpPr>
        <p:spPr>
          <a:xfrm>
            <a:off x="5070145" y="2729003"/>
            <a:ext cx="362753" cy="2073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M=3</a:t>
            </a:r>
            <a:endParaRPr lang="en-US" sz="1400" dirty="0"/>
          </a:p>
        </p:txBody>
      </p:sp>
      <p:cxnSp>
        <p:nvCxnSpPr>
          <p:cNvPr id="124" name="Connecteur droit avec flèche 123"/>
          <p:cNvCxnSpPr/>
          <p:nvPr/>
        </p:nvCxnSpPr>
        <p:spPr>
          <a:xfrm flipV="1">
            <a:off x="4512273" y="1985165"/>
            <a:ext cx="1444" cy="301164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eur droit avec flèche 124"/>
          <p:cNvCxnSpPr/>
          <p:nvPr/>
        </p:nvCxnSpPr>
        <p:spPr>
          <a:xfrm flipV="1">
            <a:off x="3647619" y="4963461"/>
            <a:ext cx="1985490" cy="20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eur droit 125"/>
          <p:cNvCxnSpPr/>
          <p:nvPr/>
        </p:nvCxnSpPr>
        <p:spPr>
          <a:xfrm flipH="1">
            <a:off x="4648658" y="4925088"/>
            <a:ext cx="1" cy="809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126"/>
          <p:cNvCxnSpPr/>
          <p:nvPr/>
        </p:nvCxnSpPr>
        <p:spPr>
          <a:xfrm flipH="1">
            <a:off x="4797462" y="4925088"/>
            <a:ext cx="1" cy="809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eur droit 127"/>
          <p:cNvCxnSpPr/>
          <p:nvPr/>
        </p:nvCxnSpPr>
        <p:spPr>
          <a:xfrm flipH="1">
            <a:off x="4936737" y="4925088"/>
            <a:ext cx="1" cy="809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eur droit 128"/>
          <p:cNvCxnSpPr/>
          <p:nvPr/>
        </p:nvCxnSpPr>
        <p:spPr>
          <a:xfrm flipH="1">
            <a:off x="5076011" y="4925088"/>
            <a:ext cx="1" cy="809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eur droit 129"/>
          <p:cNvCxnSpPr/>
          <p:nvPr/>
        </p:nvCxnSpPr>
        <p:spPr>
          <a:xfrm flipH="1">
            <a:off x="4356430" y="4925088"/>
            <a:ext cx="1" cy="809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eur droit 130"/>
          <p:cNvCxnSpPr/>
          <p:nvPr/>
        </p:nvCxnSpPr>
        <p:spPr>
          <a:xfrm flipH="1">
            <a:off x="4217156" y="4925088"/>
            <a:ext cx="1" cy="809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/>
          <p:cNvCxnSpPr/>
          <p:nvPr/>
        </p:nvCxnSpPr>
        <p:spPr>
          <a:xfrm flipH="1">
            <a:off x="4077881" y="4925088"/>
            <a:ext cx="1" cy="809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eur droit 132"/>
          <p:cNvCxnSpPr/>
          <p:nvPr/>
        </p:nvCxnSpPr>
        <p:spPr>
          <a:xfrm flipH="1">
            <a:off x="3938607" y="4925088"/>
            <a:ext cx="1" cy="809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4406193" y="4932040"/>
            <a:ext cx="185827" cy="2073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400" dirty="0"/>
          </a:p>
        </p:txBody>
      </p:sp>
      <p:sp>
        <p:nvSpPr>
          <p:cNvPr id="136" name="Rectangle 135"/>
          <p:cNvSpPr/>
          <p:nvPr/>
        </p:nvSpPr>
        <p:spPr>
          <a:xfrm>
            <a:off x="4581128" y="4940699"/>
            <a:ext cx="254210" cy="2073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endParaRPr lang="en-US" sz="1400" dirty="0"/>
          </a:p>
        </p:txBody>
      </p:sp>
      <p:sp>
        <p:nvSpPr>
          <p:cNvPr id="140" name="Rectangle 139"/>
          <p:cNvSpPr/>
          <p:nvPr/>
        </p:nvSpPr>
        <p:spPr>
          <a:xfrm>
            <a:off x="4869160" y="4940698"/>
            <a:ext cx="254210" cy="2073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+4</a:t>
            </a:r>
            <a:endParaRPr lang="en-US" sz="1400" dirty="0"/>
          </a:p>
        </p:txBody>
      </p:sp>
      <p:sp>
        <p:nvSpPr>
          <p:cNvPr id="143" name="Rectangle 142"/>
          <p:cNvSpPr/>
          <p:nvPr/>
        </p:nvSpPr>
        <p:spPr>
          <a:xfrm>
            <a:off x="4045389" y="4932040"/>
            <a:ext cx="225989" cy="2073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dirty="0"/>
          </a:p>
        </p:txBody>
      </p:sp>
      <p:sp>
        <p:nvSpPr>
          <p:cNvPr id="145" name="Rectangle 144"/>
          <p:cNvSpPr/>
          <p:nvPr/>
        </p:nvSpPr>
        <p:spPr>
          <a:xfrm>
            <a:off x="3728553" y="4932040"/>
            <a:ext cx="225989" cy="2073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400" dirty="0"/>
          </a:p>
        </p:txBody>
      </p:sp>
      <p:sp>
        <p:nvSpPr>
          <p:cNvPr id="146" name="Rectangle 145"/>
          <p:cNvSpPr/>
          <p:nvPr/>
        </p:nvSpPr>
        <p:spPr>
          <a:xfrm>
            <a:off x="5445224" y="4932040"/>
            <a:ext cx="184097" cy="1427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1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sz="1600" baseline="-25000" dirty="0"/>
          </a:p>
        </p:txBody>
      </p:sp>
      <p:sp>
        <p:nvSpPr>
          <p:cNvPr id="147" name="ZoneTexte 146"/>
          <p:cNvSpPr txBox="1"/>
          <p:nvPr/>
        </p:nvSpPr>
        <p:spPr>
          <a:xfrm>
            <a:off x="5115061" y="3905056"/>
            <a:ext cx="330163" cy="129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1400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=+5/2</a:t>
            </a:r>
            <a:endParaRPr lang="en-US" sz="14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ZoneTexte 147"/>
          <p:cNvSpPr txBox="1"/>
          <p:nvPr/>
        </p:nvSpPr>
        <p:spPr>
          <a:xfrm>
            <a:off x="3645024" y="4652650"/>
            <a:ext cx="312248" cy="129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1400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=-5/2</a:t>
            </a:r>
            <a:endParaRPr lang="en-US" sz="14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5070145" y="2271898"/>
            <a:ext cx="362753" cy="2073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M=2</a:t>
            </a:r>
            <a:endParaRPr lang="en-US" sz="1400" dirty="0"/>
          </a:p>
        </p:txBody>
      </p:sp>
      <p:sp>
        <p:nvSpPr>
          <p:cNvPr id="150" name="Rectangle 149"/>
          <p:cNvSpPr/>
          <p:nvPr/>
        </p:nvSpPr>
        <p:spPr>
          <a:xfrm>
            <a:off x="5607300" y="4408586"/>
            <a:ext cx="275733" cy="1427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-Mn</a:t>
            </a:r>
            <a:endParaRPr lang="en-US" sz="1600" dirty="0"/>
          </a:p>
        </p:txBody>
      </p:sp>
      <p:sp>
        <p:nvSpPr>
          <p:cNvPr id="151" name="Line 17"/>
          <p:cNvSpPr>
            <a:spLocks noChangeShapeType="1"/>
          </p:cNvSpPr>
          <p:nvPr/>
        </p:nvSpPr>
        <p:spPr bwMode="auto">
          <a:xfrm>
            <a:off x="5004992" y="4034784"/>
            <a:ext cx="117445" cy="0"/>
          </a:xfrm>
          <a:prstGeom prst="line">
            <a:avLst/>
          </a:prstGeom>
          <a:ln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52" name="Line 17"/>
          <p:cNvSpPr>
            <a:spLocks noChangeShapeType="1"/>
          </p:cNvSpPr>
          <p:nvPr/>
        </p:nvSpPr>
        <p:spPr bwMode="auto">
          <a:xfrm>
            <a:off x="4297423" y="4480355"/>
            <a:ext cx="393894" cy="0"/>
          </a:xfrm>
          <a:prstGeom prst="line">
            <a:avLst/>
          </a:prstGeom>
          <a:ln>
            <a:solidFill>
              <a:srgbClr val="FF0000"/>
            </a:solidFill>
            <a:prstDash val="sysDot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53" name="Line 17"/>
          <p:cNvSpPr>
            <a:spLocks noChangeShapeType="1"/>
          </p:cNvSpPr>
          <p:nvPr/>
        </p:nvSpPr>
        <p:spPr bwMode="auto">
          <a:xfrm>
            <a:off x="4450663" y="4682278"/>
            <a:ext cx="117445" cy="0"/>
          </a:xfrm>
          <a:prstGeom prst="line">
            <a:avLst/>
          </a:prstGeom>
          <a:ln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54" name="Line 17"/>
          <p:cNvSpPr>
            <a:spLocks noChangeShapeType="1"/>
          </p:cNvSpPr>
          <p:nvPr/>
        </p:nvSpPr>
        <p:spPr bwMode="auto">
          <a:xfrm>
            <a:off x="3892183" y="4034784"/>
            <a:ext cx="117445" cy="0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" name="Line 17"/>
          <p:cNvSpPr>
            <a:spLocks noChangeShapeType="1"/>
          </p:cNvSpPr>
          <p:nvPr/>
        </p:nvSpPr>
        <p:spPr bwMode="auto">
          <a:xfrm>
            <a:off x="4028690" y="4196657"/>
            <a:ext cx="117445" cy="0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" name="Line 17"/>
          <p:cNvSpPr>
            <a:spLocks noChangeShapeType="1"/>
          </p:cNvSpPr>
          <p:nvPr/>
        </p:nvSpPr>
        <p:spPr bwMode="auto">
          <a:xfrm>
            <a:off x="4169347" y="4358531"/>
            <a:ext cx="117445" cy="0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" name="Line 17"/>
          <p:cNvSpPr>
            <a:spLocks noChangeShapeType="1"/>
          </p:cNvSpPr>
          <p:nvPr/>
        </p:nvSpPr>
        <p:spPr bwMode="auto">
          <a:xfrm>
            <a:off x="4447895" y="4682278"/>
            <a:ext cx="117445" cy="0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" name="Line 17"/>
          <p:cNvSpPr>
            <a:spLocks noChangeShapeType="1"/>
          </p:cNvSpPr>
          <p:nvPr/>
        </p:nvSpPr>
        <p:spPr bwMode="auto">
          <a:xfrm>
            <a:off x="4587169" y="4844152"/>
            <a:ext cx="117445" cy="0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" name="ZoneTexte 158"/>
          <p:cNvSpPr txBox="1"/>
          <p:nvPr/>
        </p:nvSpPr>
        <p:spPr>
          <a:xfrm>
            <a:off x="3212976" y="3916995"/>
            <a:ext cx="312248" cy="129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1400" baseline="-250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=-5/2</a:t>
            </a:r>
            <a:endParaRPr lang="en-US" sz="1400" baseline="-25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ZoneTexte 159"/>
          <p:cNvSpPr txBox="1"/>
          <p:nvPr/>
        </p:nvSpPr>
        <p:spPr>
          <a:xfrm>
            <a:off x="4728835" y="4652649"/>
            <a:ext cx="330163" cy="129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1400" baseline="-250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=+5/2</a:t>
            </a:r>
            <a:endParaRPr lang="en-US" sz="1400" baseline="-25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Line 17"/>
          <p:cNvSpPr>
            <a:spLocks noChangeShapeType="1"/>
          </p:cNvSpPr>
          <p:nvPr/>
        </p:nvSpPr>
        <p:spPr bwMode="auto">
          <a:xfrm>
            <a:off x="4874261" y="4196657"/>
            <a:ext cx="117445" cy="0"/>
          </a:xfrm>
          <a:prstGeom prst="line">
            <a:avLst/>
          </a:prstGeom>
          <a:ln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62" name="Line 17"/>
          <p:cNvSpPr>
            <a:spLocks noChangeShapeType="1"/>
          </p:cNvSpPr>
          <p:nvPr/>
        </p:nvSpPr>
        <p:spPr bwMode="auto">
          <a:xfrm>
            <a:off x="4734987" y="4358531"/>
            <a:ext cx="117445" cy="0"/>
          </a:xfrm>
          <a:prstGeom prst="line">
            <a:avLst/>
          </a:prstGeom>
          <a:ln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63" name="Line 17"/>
          <p:cNvSpPr>
            <a:spLocks noChangeShapeType="1"/>
          </p:cNvSpPr>
          <p:nvPr/>
        </p:nvSpPr>
        <p:spPr bwMode="auto">
          <a:xfrm>
            <a:off x="4512273" y="4682278"/>
            <a:ext cx="61611" cy="0"/>
          </a:xfrm>
          <a:prstGeom prst="line">
            <a:avLst/>
          </a:prstGeom>
          <a:ln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64" name="Line 17"/>
          <p:cNvSpPr>
            <a:spLocks noChangeShapeType="1"/>
          </p:cNvSpPr>
          <p:nvPr/>
        </p:nvSpPr>
        <p:spPr bwMode="auto">
          <a:xfrm>
            <a:off x="4317165" y="4844152"/>
            <a:ext cx="117445" cy="0"/>
          </a:xfrm>
          <a:prstGeom prst="line">
            <a:avLst/>
          </a:prstGeom>
          <a:ln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65" name="ZoneTexte 164"/>
          <p:cNvSpPr txBox="1"/>
          <p:nvPr/>
        </p:nvSpPr>
        <p:spPr>
          <a:xfrm>
            <a:off x="4805793" y="3192191"/>
            <a:ext cx="172385" cy="1556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s</a:t>
            </a:r>
            <a:r>
              <a:rPr lang="fr-F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7" name="Connecteur droit avec flèche 166"/>
          <p:cNvCxnSpPr/>
          <p:nvPr/>
        </p:nvCxnSpPr>
        <p:spPr>
          <a:xfrm>
            <a:off x="4777312" y="2839381"/>
            <a:ext cx="156240" cy="1355619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Line 17"/>
          <p:cNvSpPr>
            <a:spLocks noChangeShapeType="1"/>
          </p:cNvSpPr>
          <p:nvPr/>
        </p:nvSpPr>
        <p:spPr bwMode="auto">
          <a:xfrm>
            <a:off x="4304268" y="4479937"/>
            <a:ext cx="403305" cy="418"/>
          </a:xfrm>
          <a:prstGeom prst="line">
            <a:avLst/>
          </a:prstGeom>
          <a:noFill/>
          <a:ln w="28575">
            <a:solidFill>
              <a:srgbClr val="0066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" name="Line 17"/>
          <p:cNvSpPr>
            <a:spLocks noChangeShapeType="1"/>
          </p:cNvSpPr>
          <p:nvPr/>
        </p:nvSpPr>
        <p:spPr bwMode="auto">
          <a:xfrm>
            <a:off x="4297939" y="4560873"/>
            <a:ext cx="393894" cy="0"/>
          </a:xfrm>
          <a:prstGeom prst="line">
            <a:avLst/>
          </a:prstGeom>
          <a:ln>
            <a:solidFill>
              <a:srgbClr val="FF0000"/>
            </a:solidFill>
            <a:prstDash val="sysDot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70" name="Line 17"/>
          <p:cNvSpPr>
            <a:spLocks noChangeShapeType="1"/>
          </p:cNvSpPr>
          <p:nvPr/>
        </p:nvSpPr>
        <p:spPr bwMode="auto">
          <a:xfrm>
            <a:off x="4304784" y="4560455"/>
            <a:ext cx="403305" cy="418"/>
          </a:xfrm>
          <a:prstGeom prst="line">
            <a:avLst/>
          </a:prstGeom>
          <a:noFill/>
          <a:ln w="28575">
            <a:solidFill>
              <a:srgbClr val="0066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1" name="Line 17"/>
          <p:cNvSpPr>
            <a:spLocks noChangeShapeType="1"/>
          </p:cNvSpPr>
          <p:nvPr/>
        </p:nvSpPr>
        <p:spPr bwMode="auto">
          <a:xfrm>
            <a:off x="4451279" y="2699328"/>
            <a:ext cx="11744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72" name="Connecteur droit avec flèche 171"/>
          <p:cNvCxnSpPr/>
          <p:nvPr/>
        </p:nvCxnSpPr>
        <p:spPr>
          <a:xfrm flipV="1">
            <a:off x="4665329" y="2814966"/>
            <a:ext cx="92271" cy="2025449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Rectangle 179"/>
          <p:cNvSpPr/>
          <p:nvPr/>
        </p:nvSpPr>
        <p:spPr>
          <a:xfrm>
            <a:off x="5502830" y="2500901"/>
            <a:ext cx="516886" cy="2281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-Mn</a:t>
            </a:r>
            <a:endParaRPr lang="en-US" sz="1600" dirty="0"/>
          </a:p>
        </p:txBody>
      </p:sp>
      <p:sp>
        <p:nvSpPr>
          <p:cNvPr id="181" name="Line 17"/>
          <p:cNvSpPr>
            <a:spLocks noChangeShapeType="1"/>
          </p:cNvSpPr>
          <p:nvPr/>
        </p:nvSpPr>
        <p:spPr bwMode="auto">
          <a:xfrm>
            <a:off x="4581858" y="2417450"/>
            <a:ext cx="11744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2" name="Line 17"/>
          <p:cNvSpPr>
            <a:spLocks noChangeShapeType="1"/>
          </p:cNvSpPr>
          <p:nvPr/>
        </p:nvSpPr>
        <p:spPr bwMode="auto">
          <a:xfrm>
            <a:off x="4582009" y="2738010"/>
            <a:ext cx="11744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3" name="Line 17"/>
          <p:cNvSpPr>
            <a:spLocks noChangeShapeType="1"/>
          </p:cNvSpPr>
          <p:nvPr/>
        </p:nvSpPr>
        <p:spPr bwMode="auto">
          <a:xfrm>
            <a:off x="4306959" y="2417450"/>
            <a:ext cx="11744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" name="Line 17"/>
          <p:cNvSpPr>
            <a:spLocks noChangeShapeType="1"/>
          </p:cNvSpPr>
          <p:nvPr/>
        </p:nvSpPr>
        <p:spPr bwMode="auto">
          <a:xfrm>
            <a:off x="4316945" y="2738010"/>
            <a:ext cx="11744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" name="ZoneTexte 91"/>
          <p:cNvSpPr txBox="1"/>
          <p:nvPr/>
        </p:nvSpPr>
        <p:spPr>
          <a:xfrm>
            <a:off x="3300867" y="4197752"/>
            <a:ext cx="427686" cy="190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fr-FR" sz="1400" baseline="-250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=-3/2</a:t>
            </a:r>
            <a:endParaRPr lang="en-US" sz="1400" baseline="-25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ZoneTexte 92"/>
          <p:cNvSpPr txBox="1"/>
          <p:nvPr/>
        </p:nvSpPr>
        <p:spPr>
          <a:xfrm>
            <a:off x="5157192" y="4185548"/>
            <a:ext cx="453237" cy="1902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fr-FR" sz="1400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=+3/2</a:t>
            </a:r>
            <a:endParaRPr lang="en-US" sz="14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ZoneTexte 77"/>
          <p:cNvSpPr txBox="1"/>
          <p:nvPr/>
        </p:nvSpPr>
        <p:spPr>
          <a:xfrm>
            <a:off x="332656" y="1835696"/>
            <a:ext cx="399494" cy="3250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65104" y="3212038"/>
            <a:ext cx="315498" cy="2798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Connecteur droit avec flèche 85"/>
          <p:cNvCxnSpPr/>
          <p:nvPr/>
        </p:nvCxnSpPr>
        <p:spPr>
          <a:xfrm flipH="1" flipV="1">
            <a:off x="4228382" y="2825151"/>
            <a:ext cx="142530" cy="1984268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avec flèche 93"/>
          <p:cNvCxnSpPr/>
          <p:nvPr/>
        </p:nvCxnSpPr>
        <p:spPr>
          <a:xfrm flipH="1">
            <a:off x="4077072" y="2856405"/>
            <a:ext cx="141099" cy="1355555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oneTexte 2"/>
          <p:cNvSpPr txBox="1"/>
          <p:nvPr/>
        </p:nvSpPr>
        <p:spPr>
          <a:xfrm>
            <a:off x="925022" y="1874766"/>
            <a:ext cx="749333" cy="297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V=5.5V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ZoneTexte 76"/>
          <p:cNvSpPr txBox="1"/>
          <p:nvPr/>
        </p:nvSpPr>
        <p:spPr>
          <a:xfrm>
            <a:off x="3613348" y="6228184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ZoneTexte 165"/>
          <p:cNvSpPr txBox="1"/>
          <p:nvPr/>
        </p:nvSpPr>
        <p:spPr>
          <a:xfrm>
            <a:off x="4304184" y="3166214"/>
            <a:ext cx="51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70C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s</a:t>
            </a:r>
            <a:r>
              <a:rPr lang="fr-FR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baseline="-25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5" r="7363"/>
          <a:stretch/>
        </p:blipFill>
        <p:spPr bwMode="auto">
          <a:xfrm>
            <a:off x="326216" y="7490434"/>
            <a:ext cx="3236076" cy="1618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89" r="8247" b="20542"/>
          <a:stretch/>
        </p:blipFill>
        <p:spPr bwMode="auto">
          <a:xfrm>
            <a:off x="317429" y="6243216"/>
            <a:ext cx="3225872" cy="1257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" name="ZoneTexte 78"/>
          <p:cNvSpPr txBox="1"/>
          <p:nvPr/>
        </p:nvSpPr>
        <p:spPr>
          <a:xfrm>
            <a:off x="260648" y="5940152"/>
            <a:ext cx="388209" cy="3250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ZoneTexte 83"/>
          <p:cNvSpPr txBox="1"/>
          <p:nvPr/>
        </p:nvSpPr>
        <p:spPr>
          <a:xfrm>
            <a:off x="929399" y="6228184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01" t="4473" r="7813"/>
          <a:stretch/>
        </p:blipFill>
        <p:spPr bwMode="auto">
          <a:xfrm>
            <a:off x="3534742" y="7500956"/>
            <a:ext cx="2680320" cy="162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819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5201</TotalTime>
  <Words>54</Words>
  <Application>Microsoft Office PowerPoint</Application>
  <PresentationFormat>Affichage à l'écran (4:3)</PresentationFormat>
  <Paragraphs>27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lucien.besombes</cp:lastModifiedBy>
  <cp:revision>302</cp:revision>
  <cp:lastPrinted>2016-11-10T12:00:43Z</cp:lastPrinted>
  <dcterms:created xsi:type="dcterms:W3CDTF">2013-09-27T09:14:25Z</dcterms:created>
  <dcterms:modified xsi:type="dcterms:W3CDTF">2017-01-23T09:15:28Z</dcterms:modified>
</cp:coreProperties>
</file>