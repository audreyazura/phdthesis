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2354" r="7253" b="1403"/>
          <a:stretch/>
        </p:blipFill>
        <p:spPr bwMode="auto">
          <a:xfrm>
            <a:off x="3621360" y="35495"/>
            <a:ext cx="3048000" cy="642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" t="2390" r="7433" b="1557"/>
          <a:stretch/>
        </p:blipFill>
        <p:spPr bwMode="auto">
          <a:xfrm>
            <a:off x="60490" y="35496"/>
            <a:ext cx="3584534" cy="640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620688" y="142875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ZoneTexte 71"/>
          <p:cNvSpPr txBox="1"/>
          <p:nvPr/>
        </p:nvSpPr>
        <p:spPr>
          <a:xfrm>
            <a:off x="3651956" y="142875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4893</TotalTime>
  <Words>6</Words>
  <Application>Microsoft Office PowerPoint</Application>
  <PresentationFormat>Affichage à l'écran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294</cp:revision>
  <cp:lastPrinted>2017-01-05T08:14:58Z</cp:lastPrinted>
  <dcterms:created xsi:type="dcterms:W3CDTF">2013-09-27T09:14:25Z</dcterms:created>
  <dcterms:modified xsi:type="dcterms:W3CDTF">2017-01-05T09:05:36Z</dcterms:modified>
</cp:coreProperties>
</file>