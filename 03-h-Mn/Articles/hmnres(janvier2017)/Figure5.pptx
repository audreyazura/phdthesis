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3" r:id="rId2"/>
  </p:sldIdLst>
  <p:sldSz cx="6858000" cy="9144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7829" autoAdjust="0"/>
  </p:normalViewPr>
  <p:slideViewPr>
    <p:cSldViewPr>
      <p:cViewPr>
        <p:scale>
          <a:sx n="100" d="100"/>
          <a:sy n="100" d="100"/>
        </p:scale>
        <p:origin x="-1320" y="96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50296" y="5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/>
          <a:lstStyle>
            <a:lvl1pPr algn="r">
              <a:defRPr sz="1200"/>
            </a:lvl1pPr>
          </a:lstStyle>
          <a:p>
            <a:fld id="{A732596A-CC33-44AB-A517-CD91BCF05E15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003425" y="744538"/>
            <a:ext cx="2790825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8182" tIns="44091" rIns="88182" bIns="44091" rtlCol="0" anchor="ctr"/>
          <a:lstStyle/>
          <a:p>
            <a:endParaRPr lang="en-US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79467" y="4714653"/>
            <a:ext cx="5438748" cy="4466756"/>
          </a:xfrm>
          <a:prstGeom prst="rect">
            <a:avLst/>
          </a:prstGeom>
        </p:spPr>
        <p:txBody>
          <a:bodyPr vert="horz" lIns="88182" tIns="44091" rIns="88182" bIns="44091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50296" y="9429310"/>
            <a:ext cx="2945862" cy="495793"/>
          </a:xfrm>
          <a:prstGeom prst="rect">
            <a:avLst/>
          </a:prstGeom>
        </p:spPr>
        <p:txBody>
          <a:bodyPr vert="horz" lIns="88182" tIns="44091" rIns="88182" bIns="44091" rtlCol="0" anchor="b"/>
          <a:lstStyle>
            <a:lvl1pPr algn="r">
              <a:defRPr sz="1200"/>
            </a:lvl1pPr>
          </a:lstStyle>
          <a:p>
            <a:fld id="{062323BE-C712-422A-9927-239FDB892797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01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0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03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02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4290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86150" y="2133601"/>
            <a:ext cx="3028950" cy="603461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634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17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100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055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348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04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5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972050" y="366185"/>
            <a:ext cx="1543050" cy="7802033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42900" y="366185"/>
            <a:ext cx="4514850" cy="7802033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306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en-US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2CF840-51FB-49D9-ADDC-0C52DA34DC77}" type="datetimeFigureOut">
              <a:rPr lang="en-US" smtClean="0"/>
              <a:t>2/3/2017</a:t>
            </a:fld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AE50B4-EE6F-4730-9E78-A10BD6122CB0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990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5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76" r="5973" b="1439"/>
          <a:stretch/>
        </p:blipFill>
        <p:spPr bwMode="auto">
          <a:xfrm>
            <a:off x="2996952" y="0"/>
            <a:ext cx="3550915" cy="63119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2" name="ZoneTexte 71"/>
          <p:cNvSpPr txBox="1"/>
          <p:nvPr/>
        </p:nvSpPr>
        <p:spPr>
          <a:xfrm>
            <a:off x="3651956" y="107504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476672" y="107504"/>
            <a:ext cx="4138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7" t="2446" r="5895" b="1724"/>
          <a:stretch/>
        </p:blipFill>
        <p:spPr bwMode="auto">
          <a:xfrm>
            <a:off x="36801" y="35496"/>
            <a:ext cx="3464207" cy="62646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28196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5017</TotalTime>
  <Words>6</Words>
  <Application>Microsoft Office PowerPoint</Application>
  <PresentationFormat>Affichage à l'écran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Company>Hewlett-Packard Company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lucien.besombes</dc:creator>
  <cp:lastModifiedBy>lucien.besombes</cp:lastModifiedBy>
  <cp:revision>301</cp:revision>
  <cp:lastPrinted>2017-01-05T12:34:39Z</cp:lastPrinted>
  <dcterms:created xsi:type="dcterms:W3CDTF">2013-09-27T09:14:25Z</dcterms:created>
  <dcterms:modified xsi:type="dcterms:W3CDTF">2017-02-03T09:49:33Z</dcterms:modified>
</cp:coreProperties>
</file>