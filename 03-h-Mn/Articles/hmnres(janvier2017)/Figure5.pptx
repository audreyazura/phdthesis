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3" r:id="rId2"/>
  </p:sldIdLst>
  <p:sldSz cx="6858000" cy="9144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829" autoAdjust="0"/>
  </p:normalViewPr>
  <p:slideViewPr>
    <p:cSldViewPr>
      <p:cViewPr>
        <p:scale>
          <a:sx n="100" d="100"/>
          <a:sy n="100" d="100"/>
        </p:scale>
        <p:origin x="-1440" y="-7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296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r">
              <a:defRPr sz="1200"/>
            </a:lvl1pPr>
          </a:lstStyle>
          <a:p>
            <a:fld id="{A732596A-CC33-44AB-A517-CD91BCF05E15}" type="datetimeFigureOut">
              <a:rPr lang="en-US" smtClean="0"/>
              <a:t>7/11/2017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003425" y="744538"/>
            <a:ext cx="27908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82" tIns="44091" rIns="88182" bIns="44091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467" y="4714653"/>
            <a:ext cx="5438748" cy="4466756"/>
          </a:xfrm>
          <a:prstGeom prst="rect">
            <a:avLst/>
          </a:prstGeom>
        </p:spPr>
        <p:txBody>
          <a:bodyPr vert="horz" lIns="88182" tIns="44091" rIns="88182" bIns="44091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296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r">
              <a:defRPr sz="1200"/>
            </a:lvl1pPr>
          </a:lstStyle>
          <a:p>
            <a:fld id="{062323BE-C712-422A-9927-239FDB89279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01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7/11/2017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0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7/11/2017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3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7/11/2017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22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7/11/2017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3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7/11/2017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7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7/11/2017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00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7/11/2017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5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7/11/2017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48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7/11/2017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0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7/11/2017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5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7/11/2017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3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CF840-51FB-49D9-ADDC-0C52DA34DC77}" type="datetimeFigureOut">
              <a:rPr lang="en-US" smtClean="0"/>
              <a:t>7/11/2017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99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6" r="5973" b="1439"/>
          <a:stretch/>
        </p:blipFill>
        <p:spPr bwMode="auto">
          <a:xfrm>
            <a:off x="2996952" y="0"/>
            <a:ext cx="3550915" cy="6311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" name="ZoneTexte 71"/>
          <p:cNvSpPr txBox="1"/>
          <p:nvPr/>
        </p:nvSpPr>
        <p:spPr>
          <a:xfrm>
            <a:off x="3519289" y="91183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476672" y="107504"/>
            <a:ext cx="413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87" t="2446" r="5895" b="1724"/>
          <a:stretch/>
        </p:blipFill>
        <p:spPr bwMode="auto">
          <a:xfrm>
            <a:off x="36801" y="35496"/>
            <a:ext cx="3464207" cy="626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ZoneTexte 5"/>
          <p:cNvSpPr txBox="1"/>
          <p:nvPr/>
        </p:nvSpPr>
        <p:spPr>
          <a:xfrm>
            <a:off x="481415" y="81658"/>
            <a:ext cx="413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19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5018</TotalTime>
  <Words>9</Words>
  <Application>Microsoft Office PowerPoint</Application>
  <PresentationFormat>Affichage à l'écran (4:3)</PresentationFormat>
  <Paragraphs>3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Alban Lafuente</cp:lastModifiedBy>
  <cp:revision>303</cp:revision>
  <cp:lastPrinted>2017-01-05T12:34:39Z</cp:lastPrinted>
  <dcterms:created xsi:type="dcterms:W3CDTF">2013-09-27T09:14:25Z</dcterms:created>
  <dcterms:modified xsi:type="dcterms:W3CDTF">2017-07-11T18:31:44Z</dcterms:modified>
</cp:coreProperties>
</file>