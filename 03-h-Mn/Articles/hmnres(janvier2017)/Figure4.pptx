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858000" cy="9144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100" d="100"/>
          <a:sy n="100" d="100"/>
        </p:scale>
        <p:origin x="-2808" y="-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03425" y="744538"/>
            <a:ext cx="27908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1/23/2017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4.wmf"/><Relationship Id="rId3" Type="http://schemas.openxmlformats.org/officeDocument/2006/relationships/image" Target="../media/image7.png"/><Relationship Id="rId7" Type="http://schemas.openxmlformats.org/officeDocument/2006/relationships/image" Target="../media/image1.wmf"/><Relationship Id="rId12" Type="http://schemas.openxmlformats.org/officeDocument/2006/relationships/oleObject" Target="../embeddings/oleObject4.bin"/><Relationship Id="rId17" Type="http://schemas.openxmlformats.org/officeDocument/2006/relationships/image" Target="../media/image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3.wmf"/><Relationship Id="rId5" Type="http://schemas.openxmlformats.org/officeDocument/2006/relationships/image" Target="../media/image9.png"/><Relationship Id="rId15" Type="http://schemas.openxmlformats.org/officeDocument/2006/relationships/image" Target="../media/image5.wmf"/><Relationship Id="rId10" Type="http://schemas.openxmlformats.org/officeDocument/2006/relationships/oleObject" Target="../embeddings/oleObject3.bin"/><Relationship Id="rId4" Type="http://schemas.openxmlformats.org/officeDocument/2006/relationships/image" Target="../media/image8.png"/><Relationship Id="rId9" Type="http://schemas.openxmlformats.org/officeDocument/2006/relationships/image" Target="../media/image2.wmf"/><Relationship Id="rId14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4" name="Picture 70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71" t="2039" r="8043" b="998"/>
          <a:stretch/>
        </p:blipFill>
        <p:spPr bwMode="auto">
          <a:xfrm>
            <a:off x="2635382" y="37227"/>
            <a:ext cx="2086557" cy="6201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6" t="1915" r="7225" b="1239"/>
          <a:stretch/>
        </p:blipFill>
        <p:spPr bwMode="auto">
          <a:xfrm>
            <a:off x="1191" y="37226"/>
            <a:ext cx="2626426" cy="6171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14" t="1499" r="7503"/>
          <a:stretch/>
        </p:blipFill>
        <p:spPr bwMode="auto">
          <a:xfrm>
            <a:off x="4717660" y="2704"/>
            <a:ext cx="2124465" cy="628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e 8"/>
          <p:cNvGrpSpPr/>
          <p:nvPr/>
        </p:nvGrpSpPr>
        <p:grpSpPr>
          <a:xfrm>
            <a:off x="789080" y="44302"/>
            <a:ext cx="1668766" cy="2135010"/>
            <a:chOff x="4575349" y="5815961"/>
            <a:chExt cx="2164439" cy="2907567"/>
          </a:xfrm>
        </p:grpSpPr>
        <p:sp>
          <p:nvSpPr>
            <p:cNvPr id="121" name="Line 17"/>
            <p:cNvSpPr>
              <a:spLocks noChangeShapeType="1"/>
            </p:cNvSpPr>
            <p:nvPr/>
          </p:nvSpPr>
          <p:spPr bwMode="auto">
            <a:xfrm>
              <a:off x="5093130" y="6291150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Line 17"/>
            <p:cNvSpPr>
              <a:spLocks noChangeShapeType="1"/>
            </p:cNvSpPr>
            <p:nvPr/>
          </p:nvSpPr>
          <p:spPr bwMode="auto">
            <a:xfrm>
              <a:off x="5421170" y="6187106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Line 17"/>
            <p:cNvSpPr>
              <a:spLocks noChangeShapeType="1"/>
            </p:cNvSpPr>
            <p:nvPr/>
          </p:nvSpPr>
          <p:spPr bwMode="auto">
            <a:xfrm>
              <a:off x="5725771" y="6291150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Line 17"/>
            <p:cNvSpPr>
              <a:spLocks noChangeShapeType="1"/>
            </p:cNvSpPr>
            <p:nvPr/>
          </p:nvSpPr>
          <p:spPr bwMode="auto">
            <a:xfrm>
              <a:off x="5725771" y="6577270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Line 17"/>
            <p:cNvSpPr>
              <a:spLocks noChangeShapeType="1"/>
            </p:cNvSpPr>
            <p:nvPr/>
          </p:nvSpPr>
          <p:spPr bwMode="auto">
            <a:xfrm>
              <a:off x="5931387" y="6733336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Line 17"/>
            <p:cNvSpPr>
              <a:spLocks noChangeShapeType="1"/>
            </p:cNvSpPr>
            <p:nvPr/>
          </p:nvSpPr>
          <p:spPr bwMode="auto">
            <a:xfrm>
              <a:off x="5085397" y="6577270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Line 17"/>
            <p:cNvSpPr>
              <a:spLocks noChangeShapeType="1"/>
            </p:cNvSpPr>
            <p:nvPr/>
          </p:nvSpPr>
          <p:spPr bwMode="auto">
            <a:xfrm>
              <a:off x="4914321" y="6733336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5506739" y="5815961"/>
              <a:ext cx="27924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sz="1200" dirty="0"/>
            </a:p>
          </p:txBody>
        </p:sp>
        <p:cxnSp>
          <p:nvCxnSpPr>
            <p:cNvPr id="129" name="Connecteur droit avec flèche 128"/>
            <p:cNvCxnSpPr/>
            <p:nvPr/>
          </p:nvCxnSpPr>
          <p:spPr>
            <a:xfrm flipV="1">
              <a:off x="5498653" y="5874975"/>
              <a:ext cx="1758" cy="258097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necteur droit avec flèche 129"/>
            <p:cNvCxnSpPr/>
            <p:nvPr/>
          </p:nvCxnSpPr>
          <p:spPr>
            <a:xfrm flipV="1">
              <a:off x="4575349" y="8405809"/>
              <a:ext cx="1958357" cy="89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/>
            <p:cNvCxnSpPr/>
            <p:nvPr/>
          </p:nvCxnSpPr>
          <p:spPr>
            <a:xfrm flipH="1">
              <a:off x="5664649" y="8372025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eur droit 131"/>
            <p:cNvCxnSpPr/>
            <p:nvPr/>
          </p:nvCxnSpPr>
          <p:spPr>
            <a:xfrm flipH="1">
              <a:off x="5845759" y="8372025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cteur droit 132"/>
            <p:cNvCxnSpPr/>
            <p:nvPr/>
          </p:nvCxnSpPr>
          <p:spPr>
            <a:xfrm flipH="1">
              <a:off x="6015270" y="8372025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cteur droit 133"/>
            <p:cNvCxnSpPr/>
            <p:nvPr/>
          </p:nvCxnSpPr>
          <p:spPr>
            <a:xfrm flipH="1">
              <a:off x="6184781" y="8372025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cteur droit 134"/>
            <p:cNvCxnSpPr/>
            <p:nvPr/>
          </p:nvCxnSpPr>
          <p:spPr>
            <a:xfrm flipH="1">
              <a:off x="5308976" y="8372025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eur droit 135"/>
            <p:cNvCxnSpPr/>
            <p:nvPr/>
          </p:nvCxnSpPr>
          <p:spPr>
            <a:xfrm flipH="1">
              <a:off x="5139465" y="8372025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cteur droit 136"/>
            <p:cNvCxnSpPr/>
            <p:nvPr/>
          </p:nvCxnSpPr>
          <p:spPr>
            <a:xfrm flipH="1">
              <a:off x="4969954" y="8372025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cteur droit 137"/>
            <p:cNvCxnSpPr/>
            <p:nvPr/>
          </p:nvCxnSpPr>
          <p:spPr>
            <a:xfrm flipH="1">
              <a:off x="4800444" y="8372025"/>
              <a:ext cx="1" cy="693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Rectangle 138"/>
            <p:cNvSpPr/>
            <p:nvPr/>
          </p:nvSpPr>
          <p:spPr>
            <a:xfrm>
              <a:off x="5328193" y="8446529"/>
              <a:ext cx="261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200" dirty="0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5608383" y="8446529"/>
              <a:ext cx="366590" cy="2746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1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+2</a:t>
              </a:r>
              <a:endParaRPr lang="en-US" sz="1100" dirty="0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5981969" y="8446529"/>
              <a:ext cx="366590" cy="2746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1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+4</a:t>
              </a:r>
              <a:endParaRPr lang="en-US" sz="1100" dirty="0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4905005" y="8446529"/>
              <a:ext cx="329792" cy="2746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1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100" dirty="0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4581021" y="8446529"/>
              <a:ext cx="329792" cy="2746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1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sz="1100" dirty="0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6355674" y="8446529"/>
              <a:ext cx="384114" cy="2746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1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fr-FR" sz="11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sz="1100" baseline="-25000" dirty="0"/>
            </a:p>
          </p:txBody>
        </p:sp>
        <p:sp>
          <p:nvSpPr>
            <p:cNvPr id="149" name="Line 17"/>
            <p:cNvSpPr>
              <a:spLocks noChangeShapeType="1"/>
            </p:cNvSpPr>
            <p:nvPr/>
          </p:nvSpPr>
          <p:spPr bwMode="auto">
            <a:xfrm>
              <a:off x="6098343" y="7609037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0" name="Line 17"/>
            <p:cNvSpPr>
              <a:spLocks noChangeShapeType="1"/>
            </p:cNvSpPr>
            <p:nvPr/>
          </p:nvSpPr>
          <p:spPr bwMode="auto">
            <a:xfrm>
              <a:off x="5237159" y="7990889"/>
              <a:ext cx="47941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1" name="Line 17"/>
            <p:cNvSpPr>
              <a:spLocks noChangeShapeType="1"/>
            </p:cNvSpPr>
            <p:nvPr/>
          </p:nvSpPr>
          <p:spPr bwMode="auto">
            <a:xfrm>
              <a:off x="5423668" y="8163937"/>
              <a:ext cx="142943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2" name="Line 17"/>
            <p:cNvSpPr>
              <a:spLocks noChangeShapeType="1"/>
            </p:cNvSpPr>
            <p:nvPr/>
          </p:nvSpPr>
          <p:spPr bwMode="auto">
            <a:xfrm>
              <a:off x="4743940" y="7609037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Line 17"/>
            <p:cNvSpPr>
              <a:spLocks noChangeShapeType="1"/>
            </p:cNvSpPr>
            <p:nvPr/>
          </p:nvSpPr>
          <p:spPr bwMode="auto">
            <a:xfrm>
              <a:off x="4910084" y="7747762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Line 17"/>
            <p:cNvSpPr>
              <a:spLocks noChangeShapeType="1"/>
            </p:cNvSpPr>
            <p:nvPr/>
          </p:nvSpPr>
          <p:spPr bwMode="auto">
            <a:xfrm>
              <a:off x="5081278" y="7886487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Line 17"/>
            <p:cNvSpPr>
              <a:spLocks noChangeShapeType="1"/>
            </p:cNvSpPr>
            <p:nvPr/>
          </p:nvSpPr>
          <p:spPr bwMode="auto">
            <a:xfrm>
              <a:off x="5420299" y="8163937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Line 17"/>
            <p:cNvSpPr>
              <a:spLocks noChangeShapeType="1"/>
            </p:cNvSpPr>
            <p:nvPr/>
          </p:nvSpPr>
          <p:spPr bwMode="auto">
            <a:xfrm>
              <a:off x="5589810" y="8302662"/>
              <a:ext cx="142943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Line 17"/>
            <p:cNvSpPr>
              <a:spLocks noChangeShapeType="1"/>
            </p:cNvSpPr>
            <p:nvPr/>
          </p:nvSpPr>
          <p:spPr bwMode="auto">
            <a:xfrm>
              <a:off x="5939230" y="7747762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8" name="Line 17"/>
            <p:cNvSpPr>
              <a:spLocks noChangeShapeType="1"/>
            </p:cNvSpPr>
            <p:nvPr/>
          </p:nvSpPr>
          <p:spPr bwMode="auto">
            <a:xfrm>
              <a:off x="5769719" y="7886487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9" name="Line 17"/>
            <p:cNvSpPr>
              <a:spLocks noChangeShapeType="1"/>
            </p:cNvSpPr>
            <p:nvPr/>
          </p:nvSpPr>
          <p:spPr bwMode="auto">
            <a:xfrm>
              <a:off x="5498653" y="8163937"/>
              <a:ext cx="74987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0" name="Line 17"/>
            <p:cNvSpPr>
              <a:spLocks noChangeShapeType="1"/>
            </p:cNvSpPr>
            <p:nvPr/>
          </p:nvSpPr>
          <p:spPr bwMode="auto">
            <a:xfrm>
              <a:off x="5261187" y="8302662"/>
              <a:ext cx="14294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1" name="ZoneTexte 160"/>
            <p:cNvSpPr txBox="1"/>
            <p:nvPr/>
          </p:nvSpPr>
          <p:spPr>
            <a:xfrm>
              <a:off x="5745362" y="7002019"/>
              <a:ext cx="3529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>
                  <a:solidFill>
                    <a:srgbClr val="FF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sz="1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en-US" sz="1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ZoneTexte 161"/>
            <p:cNvSpPr txBox="1"/>
            <p:nvPr/>
          </p:nvSpPr>
          <p:spPr>
            <a:xfrm>
              <a:off x="4886883" y="6997517"/>
              <a:ext cx="800865" cy="4191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 smtClean="0">
                  <a:solidFill>
                    <a:srgbClr val="0070C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sz="1400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sz="14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3" name="Connecteur droit avec flèche 162"/>
            <p:cNvCxnSpPr/>
            <p:nvPr/>
          </p:nvCxnSpPr>
          <p:spPr>
            <a:xfrm>
              <a:off x="5673364" y="6515955"/>
              <a:ext cx="194425" cy="1341078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Line 17"/>
            <p:cNvSpPr>
              <a:spLocks noChangeShapeType="1"/>
            </p:cNvSpPr>
            <p:nvPr/>
          </p:nvSpPr>
          <p:spPr bwMode="auto">
            <a:xfrm>
              <a:off x="5257798" y="7986554"/>
              <a:ext cx="490863" cy="36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Line 17"/>
            <p:cNvSpPr>
              <a:spLocks noChangeShapeType="1"/>
            </p:cNvSpPr>
            <p:nvPr/>
          </p:nvSpPr>
          <p:spPr bwMode="auto">
            <a:xfrm>
              <a:off x="5237787" y="8059894"/>
              <a:ext cx="47941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6" name="Line 17"/>
            <p:cNvSpPr>
              <a:spLocks noChangeShapeType="1"/>
            </p:cNvSpPr>
            <p:nvPr/>
          </p:nvSpPr>
          <p:spPr bwMode="auto">
            <a:xfrm>
              <a:off x="5257798" y="8058673"/>
              <a:ext cx="490863" cy="36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Line 17"/>
            <p:cNvSpPr>
              <a:spLocks noChangeShapeType="1"/>
            </p:cNvSpPr>
            <p:nvPr/>
          </p:nvSpPr>
          <p:spPr bwMode="auto">
            <a:xfrm>
              <a:off x="5424418" y="6464556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Line 17"/>
            <p:cNvSpPr>
              <a:spLocks noChangeShapeType="1"/>
            </p:cNvSpPr>
            <p:nvPr/>
          </p:nvSpPr>
          <p:spPr bwMode="auto">
            <a:xfrm>
              <a:off x="5575095" y="6213117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Line 17"/>
            <p:cNvSpPr>
              <a:spLocks noChangeShapeType="1"/>
            </p:cNvSpPr>
            <p:nvPr/>
          </p:nvSpPr>
          <p:spPr bwMode="auto">
            <a:xfrm>
              <a:off x="5273741" y="6213117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Line 17"/>
            <p:cNvSpPr>
              <a:spLocks noChangeShapeType="1"/>
            </p:cNvSpPr>
            <p:nvPr/>
          </p:nvSpPr>
          <p:spPr bwMode="auto">
            <a:xfrm>
              <a:off x="5575736" y="6499237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Line 17"/>
            <p:cNvSpPr>
              <a:spLocks noChangeShapeType="1"/>
            </p:cNvSpPr>
            <p:nvPr/>
          </p:nvSpPr>
          <p:spPr bwMode="auto">
            <a:xfrm>
              <a:off x="5273741" y="6499237"/>
              <a:ext cx="1429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72" name="Connecteur droit avec flèche 171"/>
            <p:cNvCxnSpPr/>
            <p:nvPr/>
          </p:nvCxnSpPr>
          <p:spPr>
            <a:xfrm flipV="1">
              <a:off x="5481370" y="6515955"/>
              <a:ext cx="182522" cy="1653957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0" name="Obje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7632627"/>
              </p:ext>
            </p:extLst>
          </p:nvPr>
        </p:nvGraphicFramePr>
        <p:xfrm>
          <a:off x="1886735" y="400993"/>
          <a:ext cx="43815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" name="Équation" r:id="rId6" imgW="393480" imgH="253800" progId="Equation.3">
                  <p:embed/>
                </p:oleObj>
              </mc:Choice>
              <mc:Fallback>
                <p:oleObj name="Équation" r:id="rId6" imgW="3934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6735" y="400993"/>
                        <a:ext cx="438150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Line 17"/>
          <p:cNvSpPr>
            <a:spLocks noChangeShapeType="1"/>
          </p:cNvSpPr>
          <p:nvPr/>
        </p:nvSpPr>
        <p:spPr bwMode="auto">
          <a:xfrm>
            <a:off x="3296661" y="386726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Line 17"/>
          <p:cNvSpPr>
            <a:spLocks noChangeShapeType="1"/>
          </p:cNvSpPr>
          <p:nvPr/>
        </p:nvSpPr>
        <p:spPr bwMode="auto">
          <a:xfrm>
            <a:off x="3555424" y="310388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Line 17"/>
          <p:cNvSpPr>
            <a:spLocks noChangeShapeType="1"/>
          </p:cNvSpPr>
          <p:nvPr/>
        </p:nvSpPr>
        <p:spPr bwMode="auto">
          <a:xfrm>
            <a:off x="3795698" y="386726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Line 17"/>
          <p:cNvSpPr>
            <a:spLocks noChangeShapeType="1"/>
          </p:cNvSpPr>
          <p:nvPr/>
        </p:nvSpPr>
        <p:spPr bwMode="auto">
          <a:xfrm>
            <a:off x="3795698" y="596656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Line 17"/>
          <p:cNvSpPr>
            <a:spLocks noChangeShapeType="1"/>
          </p:cNvSpPr>
          <p:nvPr/>
        </p:nvSpPr>
        <p:spPr bwMode="auto">
          <a:xfrm>
            <a:off x="3957891" y="711163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Line 17"/>
          <p:cNvSpPr>
            <a:spLocks noChangeShapeType="1"/>
          </p:cNvSpPr>
          <p:nvPr/>
        </p:nvSpPr>
        <p:spPr bwMode="auto">
          <a:xfrm>
            <a:off x="3290561" y="596656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" name="Line 17"/>
          <p:cNvSpPr>
            <a:spLocks noChangeShapeType="1"/>
          </p:cNvSpPr>
          <p:nvPr/>
        </p:nvSpPr>
        <p:spPr bwMode="auto">
          <a:xfrm>
            <a:off x="3155614" y="711163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3622922" y="38074"/>
            <a:ext cx="220272" cy="203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200" dirty="0"/>
          </a:p>
        </p:txBody>
      </p:sp>
      <p:cxnSp>
        <p:nvCxnSpPr>
          <p:cNvPr id="77" name="Connecteur droit avec flèche 76"/>
          <p:cNvCxnSpPr/>
          <p:nvPr/>
        </p:nvCxnSpPr>
        <p:spPr>
          <a:xfrm flipV="1">
            <a:off x="3616544" y="81373"/>
            <a:ext cx="1387" cy="18936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77"/>
          <p:cNvCxnSpPr/>
          <p:nvPr/>
        </p:nvCxnSpPr>
        <p:spPr>
          <a:xfrm flipV="1">
            <a:off x="2888228" y="1938278"/>
            <a:ext cx="1544781" cy="6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/>
          <p:cNvCxnSpPr/>
          <p:nvPr/>
        </p:nvCxnSpPr>
        <p:spPr>
          <a:xfrm flipH="1">
            <a:off x="3747484" y="1913490"/>
            <a:ext cx="1" cy="50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/>
          <p:cNvCxnSpPr/>
          <p:nvPr/>
        </p:nvCxnSpPr>
        <p:spPr>
          <a:xfrm flipH="1">
            <a:off x="3890346" y="1913490"/>
            <a:ext cx="1" cy="50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 flipH="1">
            <a:off x="4024059" y="1913490"/>
            <a:ext cx="1" cy="50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 flipH="1">
            <a:off x="4157772" y="1913490"/>
            <a:ext cx="1" cy="50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/>
          <p:cNvCxnSpPr/>
          <p:nvPr/>
        </p:nvCxnSpPr>
        <p:spPr>
          <a:xfrm flipH="1">
            <a:off x="3466924" y="1913490"/>
            <a:ext cx="1" cy="50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83"/>
          <p:cNvCxnSpPr/>
          <p:nvPr/>
        </p:nvCxnSpPr>
        <p:spPr>
          <a:xfrm flipH="1">
            <a:off x="3333211" y="1913490"/>
            <a:ext cx="1" cy="50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/>
          <p:cNvCxnSpPr/>
          <p:nvPr/>
        </p:nvCxnSpPr>
        <p:spPr>
          <a:xfrm flipH="1">
            <a:off x="3199498" y="1913490"/>
            <a:ext cx="1" cy="50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85"/>
          <p:cNvCxnSpPr/>
          <p:nvPr/>
        </p:nvCxnSpPr>
        <p:spPr>
          <a:xfrm flipH="1">
            <a:off x="3065786" y="1913490"/>
            <a:ext cx="1" cy="50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3485828" y="1968154"/>
            <a:ext cx="210091" cy="2015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100" dirty="0"/>
          </a:p>
        </p:txBody>
      </p:sp>
      <p:sp>
        <p:nvSpPr>
          <p:cNvPr id="89" name="Rectangle 88"/>
          <p:cNvSpPr/>
          <p:nvPr/>
        </p:nvSpPr>
        <p:spPr>
          <a:xfrm>
            <a:off x="3693704" y="1968154"/>
            <a:ext cx="274643" cy="203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en-US" sz="1100" dirty="0"/>
          </a:p>
        </p:txBody>
      </p:sp>
      <p:sp>
        <p:nvSpPr>
          <p:cNvPr id="91" name="Rectangle 90"/>
          <p:cNvSpPr/>
          <p:nvPr/>
        </p:nvSpPr>
        <p:spPr>
          <a:xfrm>
            <a:off x="3973528" y="1970187"/>
            <a:ext cx="274643" cy="203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+4</a:t>
            </a:r>
            <a:endParaRPr lang="en-US" sz="1100" dirty="0"/>
          </a:p>
        </p:txBody>
      </p:sp>
      <p:sp>
        <p:nvSpPr>
          <p:cNvPr id="93" name="Rectangle 92"/>
          <p:cNvSpPr/>
          <p:nvPr/>
        </p:nvSpPr>
        <p:spPr>
          <a:xfrm>
            <a:off x="3168051" y="1968154"/>
            <a:ext cx="246825" cy="203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100" dirty="0"/>
          </a:p>
        </p:txBody>
      </p:sp>
      <p:sp>
        <p:nvSpPr>
          <p:cNvPr id="95" name="Rectangle 94"/>
          <p:cNvSpPr/>
          <p:nvPr/>
        </p:nvSpPr>
        <p:spPr>
          <a:xfrm>
            <a:off x="2880019" y="1968154"/>
            <a:ext cx="246825" cy="203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100" dirty="0"/>
          </a:p>
        </p:txBody>
      </p:sp>
      <p:sp>
        <p:nvSpPr>
          <p:cNvPr id="96" name="Rectangle 95"/>
          <p:cNvSpPr/>
          <p:nvPr/>
        </p:nvSpPr>
        <p:spPr>
          <a:xfrm>
            <a:off x="4292575" y="1968154"/>
            <a:ext cx="288553" cy="203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11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sz="1100" baseline="-25000" dirty="0"/>
          </a:p>
        </p:txBody>
      </p:sp>
      <p:sp>
        <p:nvSpPr>
          <p:cNvPr id="97" name="Line 17"/>
          <p:cNvSpPr>
            <a:spLocks noChangeShapeType="1"/>
          </p:cNvSpPr>
          <p:nvPr/>
        </p:nvSpPr>
        <p:spPr bwMode="auto">
          <a:xfrm>
            <a:off x="4089588" y="1353676"/>
            <a:ext cx="112756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8" name="Line 17"/>
          <p:cNvSpPr>
            <a:spLocks noChangeShapeType="1"/>
          </p:cNvSpPr>
          <p:nvPr/>
        </p:nvSpPr>
        <p:spPr bwMode="auto">
          <a:xfrm>
            <a:off x="3410273" y="1633846"/>
            <a:ext cx="378166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9" name="Line 17"/>
          <p:cNvSpPr>
            <a:spLocks noChangeShapeType="1"/>
          </p:cNvSpPr>
          <p:nvPr/>
        </p:nvSpPr>
        <p:spPr bwMode="auto">
          <a:xfrm>
            <a:off x="3557394" y="1760813"/>
            <a:ext cx="112756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00" name="Line 17"/>
          <p:cNvSpPr>
            <a:spLocks noChangeShapeType="1"/>
          </p:cNvSpPr>
          <p:nvPr/>
        </p:nvSpPr>
        <p:spPr bwMode="auto">
          <a:xfrm>
            <a:off x="3021215" y="1353676"/>
            <a:ext cx="112756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" name="Line 17"/>
          <p:cNvSpPr>
            <a:spLocks noChangeShapeType="1"/>
          </p:cNvSpPr>
          <p:nvPr/>
        </p:nvSpPr>
        <p:spPr bwMode="auto">
          <a:xfrm>
            <a:off x="3152272" y="1455460"/>
            <a:ext cx="112756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Line 17"/>
          <p:cNvSpPr>
            <a:spLocks noChangeShapeType="1"/>
          </p:cNvSpPr>
          <p:nvPr/>
        </p:nvSpPr>
        <p:spPr bwMode="auto">
          <a:xfrm>
            <a:off x="3287312" y="1557245"/>
            <a:ext cx="112756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Line 17"/>
          <p:cNvSpPr>
            <a:spLocks noChangeShapeType="1"/>
          </p:cNvSpPr>
          <p:nvPr/>
        </p:nvSpPr>
        <p:spPr bwMode="auto">
          <a:xfrm>
            <a:off x="3554737" y="1760813"/>
            <a:ext cx="112756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Line 17"/>
          <p:cNvSpPr>
            <a:spLocks noChangeShapeType="1"/>
          </p:cNvSpPr>
          <p:nvPr/>
        </p:nvSpPr>
        <p:spPr bwMode="auto">
          <a:xfrm>
            <a:off x="3688450" y="1862597"/>
            <a:ext cx="112756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Line 17"/>
          <p:cNvSpPr>
            <a:spLocks noChangeShapeType="1"/>
          </p:cNvSpPr>
          <p:nvPr/>
        </p:nvSpPr>
        <p:spPr bwMode="auto">
          <a:xfrm>
            <a:off x="3964077" y="1455460"/>
            <a:ext cx="112756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06" name="Line 17"/>
          <p:cNvSpPr>
            <a:spLocks noChangeShapeType="1"/>
          </p:cNvSpPr>
          <p:nvPr/>
        </p:nvSpPr>
        <p:spPr bwMode="auto">
          <a:xfrm>
            <a:off x="3830365" y="1557245"/>
            <a:ext cx="112756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07" name="Line 17"/>
          <p:cNvSpPr>
            <a:spLocks noChangeShapeType="1"/>
          </p:cNvSpPr>
          <p:nvPr/>
        </p:nvSpPr>
        <p:spPr bwMode="auto">
          <a:xfrm>
            <a:off x="3616544" y="1760813"/>
            <a:ext cx="59151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08" name="Line 17"/>
          <p:cNvSpPr>
            <a:spLocks noChangeShapeType="1"/>
          </p:cNvSpPr>
          <p:nvPr/>
        </p:nvSpPr>
        <p:spPr bwMode="auto">
          <a:xfrm>
            <a:off x="3429227" y="1862597"/>
            <a:ext cx="112756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09" name="ZoneTexte 108"/>
          <p:cNvSpPr txBox="1"/>
          <p:nvPr/>
        </p:nvSpPr>
        <p:spPr>
          <a:xfrm>
            <a:off x="3931428" y="899638"/>
            <a:ext cx="278437" cy="2258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14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Connecteur droit avec flèche 110"/>
          <p:cNvCxnSpPr/>
          <p:nvPr/>
        </p:nvCxnSpPr>
        <p:spPr>
          <a:xfrm>
            <a:off x="3865658" y="619125"/>
            <a:ext cx="123825" cy="85725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Line 17"/>
          <p:cNvSpPr>
            <a:spLocks noChangeShapeType="1"/>
          </p:cNvSpPr>
          <p:nvPr/>
        </p:nvSpPr>
        <p:spPr bwMode="auto">
          <a:xfrm>
            <a:off x="3437131" y="1635100"/>
            <a:ext cx="387201" cy="263"/>
          </a:xfrm>
          <a:prstGeom prst="line">
            <a:avLst/>
          </a:prstGeom>
          <a:noFill/>
          <a:ln w="19050">
            <a:solidFill>
              <a:srgbClr val="0066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Line 17"/>
          <p:cNvSpPr>
            <a:spLocks noChangeShapeType="1"/>
          </p:cNvSpPr>
          <p:nvPr/>
        </p:nvSpPr>
        <p:spPr bwMode="auto">
          <a:xfrm>
            <a:off x="3410769" y="1684475"/>
            <a:ext cx="378166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14" name="Line 17"/>
          <p:cNvSpPr>
            <a:spLocks noChangeShapeType="1"/>
          </p:cNvSpPr>
          <p:nvPr/>
        </p:nvSpPr>
        <p:spPr bwMode="auto">
          <a:xfrm>
            <a:off x="3437131" y="1686405"/>
            <a:ext cx="387201" cy="263"/>
          </a:xfrm>
          <a:prstGeom prst="line">
            <a:avLst/>
          </a:prstGeom>
          <a:noFill/>
          <a:ln w="19050">
            <a:solidFill>
              <a:srgbClr val="0066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Line 17"/>
          <p:cNvSpPr>
            <a:spLocks noChangeShapeType="1"/>
          </p:cNvSpPr>
          <p:nvPr/>
        </p:nvSpPr>
        <p:spPr bwMode="auto">
          <a:xfrm>
            <a:off x="3557986" y="513956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Line 17"/>
          <p:cNvSpPr>
            <a:spLocks noChangeShapeType="1"/>
          </p:cNvSpPr>
          <p:nvPr/>
        </p:nvSpPr>
        <p:spPr bwMode="auto">
          <a:xfrm>
            <a:off x="3676842" y="329472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Line 17"/>
          <p:cNvSpPr>
            <a:spLocks noChangeShapeType="1"/>
          </p:cNvSpPr>
          <p:nvPr/>
        </p:nvSpPr>
        <p:spPr bwMode="auto">
          <a:xfrm>
            <a:off x="3439130" y="329472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Line 17"/>
          <p:cNvSpPr>
            <a:spLocks noChangeShapeType="1"/>
          </p:cNvSpPr>
          <p:nvPr/>
        </p:nvSpPr>
        <p:spPr bwMode="auto">
          <a:xfrm>
            <a:off x="3677348" y="539402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Line 17"/>
          <p:cNvSpPr>
            <a:spLocks noChangeShapeType="1"/>
          </p:cNvSpPr>
          <p:nvPr/>
        </p:nvSpPr>
        <p:spPr bwMode="auto">
          <a:xfrm>
            <a:off x="3439130" y="539402"/>
            <a:ext cx="11275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20" name="Connecteur droit avec flèche 119"/>
          <p:cNvCxnSpPr/>
          <p:nvPr/>
        </p:nvCxnSpPr>
        <p:spPr>
          <a:xfrm flipV="1">
            <a:off x="3757227" y="606965"/>
            <a:ext cx="94848" cy="1248556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Obje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427183"/>
              </p:ext>
            </p:extLst>
          </p:nvPr>
        </p:nvGraphicFramePr>
        <p:xfrm>
          <a:off x="4077072" y="395536"/>
          <a:ext cx="452437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" name="Équation" r:id="rId8" imgW="406080" imgH="253800" progId="Equation.3">
                  <p:embed/>
                </p:oleObj>
              </mc:Choice>
              <mc:Fallback>
                <p:oleObj name="Équation" r:id="rId8" imgW="4060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7072" y="395536"/>
                        <a:ext cx="452437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17"/>
          <p:cNvSpPr>
            <a:spLocks noChangeShapeType="1"/>
          </p:cNvSpPr>
          <p:nvPr/>
        </p:nvSpPr>
        <p:spPr bwMode="auto">
          <a:xfrm>
            <a:off x="5433788" y="387155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>
            <a:off x="5693552" y="310537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>
            <a:off x="5934755" y="387155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5934755" y="597854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6097576" y="712782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>
            <a:off x="5427664" y="597854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7"/>
          <p:cNvSpPr>
            <a:spLocks noChangeShapeType="1"/>
          </p:cNvSpPr>
          <p:nvPr/>
        </p:nvSpPr>
        <p:spPr bwMode="auto">
          <a:xfrm>
            <a:off x="5292195" y="712782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761311" y="37226"/>
            <a:ext cx="221124" cy="203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200" dirty="0"/>
          </a:p>
        </p:txBody>
      </p:sp>
      <p:cxnSp>
        <p:nvCxnSpPr>
          <p:cNvPr id="24" name="Connecteur droit avec flèche 23"/>
          <p:cNvCxnSpPr/>
          <p:nvPr/>
        </p:nvCxnSpPr>
        <p:spPr>
          <a:xfrm flipV="1">
            <a:off x="5754908" y="80684"/>
            <a:ext cx="1392" cy="19006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/>
          <p:nvPr/>
        </p:nvCxnSpPr>
        <p:spPr>
          <a:xfrm flipV="1">
            <a:off x="5023774" y="1944392"/>
            <a:ext cx="1550759" cy="6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 flipH="1">
            <a:off x="5886355" y="1919513"/>
            <a:ext cx="1" cy="51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 flipH="1">
            <a:off x="6029770" y="1919513"/>
            <a:ext cx="1" cy="51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 flipH="1">
            <a:off x="6164000" y="1919513"/>
            <a:ext cx="1" cy="51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 flipH="1">
            <a:off x="6298230" y="1919513"/>
            <a:ext cx="1" cy="51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 flipH="1">
            <a:off x="5604709" y="1919513"/>
            <a:ext cx="1" cy="51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 flipH="1">
            <a:off x="5470479" y="1919513"/>
            <a:ext cx="1" cy="51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/>
          <p:cNvCxnSpPr/>
          <p:nvPr/>
        </p:nvCxnSpPr>
        <p:spPr>
          <a:xfrm flipH="1">
            <a:off x="5336249" y="1919513"/>
            <a:ext cx="1" cy="51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 flipH="1">
            <a:off x="5202019" y="1919513"/>
            <a:ext cx="1" cy="51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661222" y="1974378"/>
            <a:ext cx="218439" cy="203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100" dirty="0"/>
          </a:p>
        </p:txBody>
      </p:sp>
      <p:sp>
        <p:nvSpPr>
          <p:cNvPr id="36" name="Rectangle 35"/>
          <p:cNvSpPr/>
          <p:nvPr/>
        </p:nvSpPr>
        <p:spPr>
          <a:xfrm>
            <a:off x="5879661" y="1974378"/>
            <a:ext cx="287044" cy="203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endParaRPr lang="en-US" sz="1100" dirty="0"/>
          </a:p>
        </p:txBody>
      </p:sp>
      <p:sp>
        <p:nvSpPr>
          <p:cNvPr id="38" name="Rectangle 37"/>
          <p:cNvSpPr/>
          <p:nvPr/>
        </p:nvSpPr>
        <p:spPr>
          <a:xfrm>
            <a:off x="6095685" y="1974378"/>
            <a:ext cx="287044" cy="203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+4</a:t>
            </a:r>
            <a:endParaRPr lang="en-US" sz="1100" dirty="0"/>
          </a:p>
        </p:txBody>
      </p:sp>
      <p:sp>
        <p:nvSpPr>
          <p:cNvPr id="40" name="Rectangle 39"/>
          <p:cNvSpPr/>
          <p:nvPr/>
        </p:nvSpPr>
        <p:spPr>
          <a:xfrm>
            <a:off x="5311805" y="1974378"/>
            <a:ext cx="258231" cy="203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100" dirty="0"/>
          </a:p>
        </p:txBody>
      </p:sp>
      <p:sp>
        <p:nvSpPr>
          <p:cNvPr id="42" name="Rectangle 41"/>
          <p:cNvSpPr/>
          <p:nvPr/>
        </p:nvSpPr>
        <p:spPr>
          <a:xfrm>
            <a:off x="5015565" y="1974378"/>
            <a:ext cx="258231" cy="203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100" dirty="0"/>
          </a:p>
        </p:txBody>
      </p:sp>
      <p:sp>
        <p:nvSpPr>
          <p:cNvPr id="43" name="Rectangle 42"/>
          <p:cNvSpPr/>
          <p:nvPr/>
        </p:nvSpPr>
        <p:spPr>
          <a:xfrm>
            <a:off x="6433555" y="1974378"/>
            <a:ext cx="300765" cy="203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11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sz="1100" baseline="-25000" dirty="0"/>
          </a:p>
        </p:txBody>
      </p:sp>
      <p:sp>
        <p:nvSpPr>
          <p:cNvPr id="44" name="Line 17"/>
          <p:cNvSpPr>
            <a:spLocks noChangeShapeType="1"/>
          </p:cNvSpPr>
          <p:nvPr/>
        </p:nvSpPr>
        <p:spPr bwMode="auto">
          <a:xfrm>
            <a:off x="6229783" y="1357648"/>
            <a:ext cx="113192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Line 17"/>
          <p:cNvSpPr>
            <a:spLocks noChangeShapeType="1"/>
          </p:cNvSpPr>
          <p:nvPr/>
        </p:nvSpPr>
        <p:spPr bwMode="auto">
          <a:xfrm>
            <a:off x="5547839" y="1638844"/>
            <a:ext cx="379629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Line 17"/>
          <p:cNvSpPr>
            <a:spLocks noChangeShapeType="1"/>
          </p:cNvSpPr>
          <p:nvPr/>
        </p:nvSpPr>
        <p:spPr bwMode="auto">
          <a:xfrm>
            <a:off x="5695530" y="1766277"/>
            <a:ext cx="113192" cy="0"/>
          </a:xfrm>
          <a:prstGeom prst="line">
            <a:avLst/>
          </a:prstGeom>
          <a:ln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7" name="Line 17"/>
          <p:cNvSpPr>
            <a:spLocks noChangeShapeType="1"/>
          </p:cNvSpPr>
          <p:nvPr/>
        </p:nvSpPr>
        <p:spPr bwMode="auto">
          <a:xfrm>
            <a:off x="5157275" y="1357648"/>
            <a:ext cx="113192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17"/>
          <p:cNvSpPr>
            <a:spLocks noChangeShapeType="1"/>
          </p:cNvSpPr>
          <p:nvPr/>
        </p:nvSpPr>
        <p:spPr bwMode="auto">
          <a:xfrm>
            <a:off x="5288839" y="1459805"/>
            <a:ext cx="113192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17"/>
          <p:cNvSpPr>
            <a:spLocks noChangeShapeType="1"/>
          </p:cNvSpPr>
          <p:nvPr/>
        </p:nvSpPr>
        <p:spPr bwMode="auto">
          <a:xfrm>
            <a:off x="5424402" y="1561963"/>
            <a:ext cx="113192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17"/>
          <p:cNvSpPr>
            <a:spLocks noChangeShapeType="1"/>
          </p:cNvSpPr>
          <p:nvPr/>
        </p:nvSpPr>
        <p:spPr bwMode="auto">
          <a:xfrm>
            <a:off x="5692862" y="1766277"/>
            <a:ext cx="113192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17"/>
          <p:cNvSpPr>
            <a:spLocks noChangeShapeType="1"/>
          </p:cNvSpPr>
          <p:nvPr/>
        </p:nvSpPr>
        <p:spPr bwMode="auto">
          <a:xfrm>
            <a:off x="5827092" y="1868434"/>
            <a:ext cx="113192" cy="0"/>
          </a:xfrm>
          <a:prstGeom prst="line">
            <a:avLst/>
          </a:prstGeom>
          <a:noFill/>
          <a:ln w="190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Line 17"/>
          <p:cNvSpPr>
            <a:spLocks noChangeShapeType="1"/>
          </p:cNvSpPr>
          <p:nvPr/>
        </p:nvSpPr>
        <p:spPr bwMode="auto">
          <a:xfrm>
            <a:off x="6103787" y="1459805"/>
            <a:ext cx="113192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3" name="Line 17"/>
          <p:cNvSpPr>
            <a:spLocks noChangeShapeType="1"/>
          </p:cNvSpPr>
          <p:nvPr/>
        </p:nvSpPr>
        <p:spPr bwMode="auto">
          <a:xfrm>
            <a:off x="5969556" y="1561963"/>
            <a:ext cx="113192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4" name="Line 17"/>
          <p:cNvSpPr>
            <a:spLocks noChangeShapeType="1"/>
          </p:cNvSpPr>
          <p:nvPr/>
        </p:nvSpPr>
        <p:spPr bwMode="auto">
          <a:xfrm>
            <a:off x="5754908" y="1766277"/>
            <a:ext cx="59380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5" name="Line 17"/>
          <p:cNvSpPr>
            <a:spLocks noChangeShapeType="1"/>
          </p:cNvSpPr>
          <p:nvPr/>
        </p:nvSpPr>
        <p:spPr bwMode="auto">
          <a:xfrm>
            <a:off x="5566866" y="1868434"/>
            <a:ext cx="113192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6" name="ZoneTexte 55"/>
          <p:cNvSpPr txBox="1"/>
          <p:nvPr/>
        </p:nvSpPr>
        <p:spPr>
          <a:xfrm>
            <a:off x="6120353" y="952478"/>
            <a:ext cx="279515" cy="226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14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Connecteur droit avec flèche 57"/>
          <p:cNvCxnSpPr>
            <a:endCxn id="52" idx="0"/>
          </p:cNvCxnSpPr>
          <p:nvPr/>
        </p:nvCxnSpPr>
        <p:spPr>
          <a:xfrm>
            <a:off x="5993067" y="407675"/>
            <a:ext cx="110720" cy="105213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Line 17"/>
          <p:cNvSpPr>
            <a:spLocks noChangeShapeType="1"/>
          </p:cNvSpPr>
          <p:nvPr/>
        </p:nvSpPr>
        <p:spPr bwMode="auto">
          <a:xfrm>
            <a:off x="5571179" y="1633319"/>
            <a:ext cx="388699" cy="264"/>
          </a:xfrm>
          <a:prstGeom prst="line">
            <a:avLst/>
          </a:prstGeom>
          <a:noFill/>
          <a:ln w="19050">
            <a:solidFill>
              <a:srgbClr val="0066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Line 17"/>
          <p:cNvSpPr>
            <a:spLocks noChangeShapeType="1"/>
          </p:cNvSpPr>
          <p:nvPr/>
        </p:nvSpPr>
        <p:spPr bwMode="auto">
          <a:xfrm>
            <a:off x="5548337" y="1689660"/>
            <a:ext cx="379629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5571179" y="1690849"/>
            <a:ext cx="388699" cy="264"/>
          </a:xfrm>
          <a:prstGeom prst="line">
            <a:avLst/>
          </a:prstGeom>
          <a:noFill/>
          <a:ln w="19050">
            <a:solidFill>
              <a:srgbClr val="0066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Line 17"/>
          <p:cNvSpPr>
            <a:spLocks noChangeShapeType="1"/>
          </p:cNvSpPr>
          <p:nvPr/>
        </p:nvSpPr>
        <p:spPr bwMode="auto">
          <a:xfrm>
            <a:off x="5696124" y="514852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Line 17"/>
          <p:cNvSpPr>
            <a:spLocks noChangeShapeType="1"/>
          </p:cNvSpPr>
          <p:nvPr/>
        </p:nvSpPr>
        <p:spPr bwMode="auto">
          <a:xfrm>
            <a:off x="5815440" y="329692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Line 17"/>
          <p:cNvSpPr>
            <a:spLocks noChangeShapeType="1"/>
          </p:cNvSpPr>
          <p:nvPr/>
        </p:nvSpPr>
        <p:spPr bwMode="auto">
          <a:xfrm>
            <a:off x="5576808" y="329692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Line 17"/>
          <p:cNvSpPr>
            <a:spLocks noChangeShapeType="1"/>
          </p:cNvSpPr>
          <p:nvPr/>
        </p:nvSpPr>
        <p:spPr bwMode="auto">
          <a:xfrm>
            <a:off x="5815948" y="540391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Line 17"/>
          <p:cNvSpPr>
            <a:spLocks noChangeShapeType="1"/>
          </p:cNvSpPr>
          <p:nvPr/>
        </p:nvSpPr>
        <p:spPr bwMode="auto">
          <a:xfrm>
            <a:off x="5576808" y="540391"/>
            <a:ext cx="113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67" name="Connecteur droit avec flèche 66"/>
          <p:cNvCxnSpPr/>
          <p:nvPr/>
        </p:nvCxnSpPr>
        <p:spPr>
          <a:xfrm flipV="1">
            <a:off x="5890541" y="391374"/>
            <a:ext cx="100810" cy="1468169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2124731"/>
              </p:ext>
            </p:extLst>
          </p:nvPr>
        </p:nvGraphicFramePr>
        <p:xfrm>
          <a:off x="6154172" y="319481"/>
          <a:ext cx="452086" cy="282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" name="Équation" r:id="rId10" imgW="406080" imgH="253800" progId="Equation.3">
                  <p:embed/>
                </p:oleObj>
              </mc:Choice>
              <mc:Fallback>
                <p:oleObj name="Équation" r:id="rId10" imgW="4060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4172" y="319481"/>
                        <a:ext cx="452086" cy="2825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ZoneTexte 71"/>
          <p:cNvSpPr txBox="1"/>
          <p:nvPr/>
        </p:nvSpPr>
        <p:spPr>
          <a:xfrm>
            <a:off x="2636912" y="20477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505421" y="20477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4753893" y="20477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3" name="Objet 1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983925"/>
              </p:ext>
            </p:extLst>
          </p:nvPr>
        </p:nvGraphicFramePr>
        <p:xfrm>
          <a:off x="715343" y="400993"/>
          <a:ext cx="43815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" name="Équation" r:id="rId12" imgW="393480" imgH="253800" progId="Equation.3">
                  <p:embed/>
                </p:oleObj>
              </mc:Choice>
              <mc:Fallback>
                <p:oleObj name="Équation" r:id="rId12" imgW="3934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343" y="400993"/>
                        <a:ext cx="438150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4" name="Connecteur droit avec flèche 173"/>
          <p:cNvCxnSpPr/>
          <p:nvPr/>
        </p:nvCxnSpPr>
        <p:spPr>
          <a:xfrm>
            <a:off x="1356916" y="561975"/>
            <a:ext cx="188925" cy="1206432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eur droit avec flèche 175"/>
          <p:cNvCxnSpPr/>
          <p:nvPr/>
        </p:nvCxnSpPr>
        <p:spPr>
          <a:xfrm>
            <a:off x="3348458" y="625526"/>
            <a:ext cx="145725" cy="1231849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eur droit avec flèche 183"/>
          <p:cNvCxnSpPr/>
          <p:nvPr/>
        </p:nvCxnSpPr>
        <p:spPr>
          <a:xfrm>
            <a:off x="5489930" y="381000"/>
            <a:ext cx="151512" cy="1472338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Rectangle 1030"/>
          <p:cNvSpPr/>
          <p:nvPr/>
        </p:nvSpPr>
        <p:spPr>
          <a:xfrm>
            <a:off x="5591629" y="972505"/>
            <a:ext cx="268307" cy="206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ZoneTexte 56"/>
          <p:cNvSpPr txBox="1"/>
          <p:nvPr/>
        </p:nvSpPr>
        <p:spPr>
          <a:xfrm>
            <a:off x="5584219" y="928741"/>
            <a:ext cx="5021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0070C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sz="1400" baseline="-25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Rectangle 187"/>
          <p:cNvSpPr/>
          <p:nvPr/>
        </p:nvSpPr>
        <p:spPr>
          <a:xfrm>
            <a:off x="3466925" y="962075"/>
            <a:ext cx="268307" cy="206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ZoneTexte 109"/>
          <p:cNvSpPr txBox="1"/>
          <p:nvPr/>
        </p:nvSpPr>
        <p:spPr>
          <a:xfrm>
            <a:off x="3440693" y="881343"/>
            <a:ext cx="447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0070C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sz="1400" baseline="-25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34" name="Objet 10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622397"/>
              </p:ext>
            </p:extLst>
          </p:nvPr>
        </p:nvGraphicFramePr>
        <p:xfrm>
          <a:off x="2780928" y="387155"/>
          <a:ext cx="452437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Équation" r:id="rId14" imgW="406080" imgH="253800" progId="Equation.3">
                  <p:embed/>
                </p:oleObj>
              </mc:Choice>
              <mc:Fallback>
                <p:oleObj name="Équation" r:id="rId14" imgW="406080" imgH="253800" progId="Equation.3">
                  <p:embed/>
                  <p:pic>
                    <p:nvPicPr>
                      <p:cNvPr id="0" name="Obje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0928" y="387155"/>
                        <a:ext cx="452437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5" name="Objet 10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318140"/>
              </p:ext>
            </p:extLst>
          </p:nvPr>
        </p:nvGraphicFramePr>
        <p:xfrm>
          <a:off x="4897909" y="324390"/>
          <a:ext cx="452438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" name="Équation" r:id="rId16" imgW="406080" imgH="253800" progId="Equation.3">
                  <p:embed/>
                </p:oleObj>
              </mc:Choice>
              <mc:Fallback>
                <p:oleObj name="Équation" r:id="rId16" imgW="406080" imgH="253800" progId="Equation.3">
                  <p:embed/>
                  <p:pic>
                    <p:nvPicPr>
                      <p:cNvPr id="0" name="Obje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909" y="324390"/>
                        <a:ext cx="452438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5805</TotalTime>
  <Words>51</Words>
  <Application>Microsoft Office PowerPoint</Application>
  <PresentationFormat>Affichage à l'écran (4:3)</PresentationFormat>
  <Paragraphs>30</Paragraphs>
  <Slides>1</Slides>
  <Notes>0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Thème Office</vt:lpstr>
      <vt:lpstr>Équation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325</cp:revision>
  <cp:lastPrinted>2017-01-23T08:06:58Z</cp:lastPrinted>
  <dcterms:created xsi:type="dcterms:W3CDTF">2013-09-27T09:14:25Z</dcterms:created>
  <dcterms:modified xsi:type="dcterms:W3CDTF">2017-01-23T08:07:18Z</dcterms:modified>
</cp:coreProperties>
</file>