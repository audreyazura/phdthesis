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11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8" r="3377"/>
          <a:stretch/>
        </p:blipFill>
        <p:spPr bwMode="auto">
          <a:xfrm>
            <a:off x="145207" y="1280540"/>
            <a:ext cx="6055568" cy="4037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1" r="6653"/>
          <a:stretch/>
        </p:blipFill>
        <p:spPr bwMode="auto">
          <a:xfrm>
            <a:off x="2666974" y="1547664"/>
            <a:ext cx="2562226" cy="263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necteur droit 2"/>
          <p:cNvCxnSpPr/>
          <p:nvPr/>
        </p:nvCxnSpPr>
        <p:spPr>
          <a:xfrm>
            <a:off x="796355" y="801147"/>
            <a:ext cx="10770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/>
        </p:nvCxnSpPr>
        <p:spPr>
          <a:xfrm>
            <a:off x="1873399" y="801147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2033067" y="801147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2033067" y="801147"/>
            <a:ext cx="40602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1873399" y="1163812"/>
            <a:ext cx="1596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1556792" y="801147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5517232" y="801147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938089" y="729139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589240" y="729139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356992" y="729139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eur droit 19"/>
          <p:cNvCxnSpPr/>
          <p:nvPr/>
        </p:nvCxnSpPr>
        <p:spPr>
          <a:xfrm>
            <a:off x="796355" y="341660"/>
            <a:ext cx="10770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1873399" y="341660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2033067" y="341660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2033067" y="341660"/>
            <a:ext cx="40602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873399" y="701700"/>
            <a:ext cx="1596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>
            <a:off x="1916832" y="341660"/>
            <a:ext cx="0" cy="36004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5517232" y="341660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938089" y="269652"/>
            <a:ext cx="437940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5589240" y="269652"/>
            <a:ext cx="437940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356992" y="269652"/>
            <a:ext cx="58862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endParaRPr lang="en-US" sz="16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1694187" y="-15026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t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4897</TotalTime>
  <Words>7</Words>
  <Application>Microsoft Office PowerPoint</Application>
  <PresentationFormat>Affichage à l'écran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298</cp:revision>
  <cp:lastPrinted>2015-04-17T12:27:19Z</cp:lastPrinted>
  <dcterms:created xsi:type="dcterms:W3CDTF">2013-09-27T09:14:25Z</dcterms:created>
  <dcterms:modified xsi:type="dcterms:W3CDTF">2017-01-05T10:43:56Z</dcterms:modified>
</cp:coreProperties>
</file>