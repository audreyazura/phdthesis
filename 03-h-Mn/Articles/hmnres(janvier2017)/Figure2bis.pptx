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50" d="100"/>
          <a:sy n="150" d="100"/>
        </p:scale>
        <p:origin x="-172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2323BE-C712-422A-9927-239FDB8927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39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1/17/2017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13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.bin"/><Relationship Id="rId12" Type="http://schemas.openxmlformats.org/officeDocument/2006/relationships/image" Target="../media/image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5.png"/><Relationship Id="rId15" Type="http://schemas.openxmlformats.org/officeDocument/2006/relationships/image" Target="../media/image9.png"/><Relationship Id="rId10" Type="http://schemas.openxmlformats.org/officeDocument/2006/relationships/image" Target="../media/image2.w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1" name="Picture 187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3" t="2483" r="8250" b="1184"/>
          <a:stretch/>
        </p:blipFill>
        <p:spPr bwMode="auto">
          <a:xfrm>
            <a:off x="2458988" y="2699792"/>
            <a:ext cx="2039663" cy="641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3" name="Picture 189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9" t="2428" r="10310" b="1028"/>
          <a:stretch/>
        </p:blipFill>
        <p:spPr bwMode="auto">
          <a:xfrm>
            <a:off x="20522" y="2689396"/>
            <a:ext cx="2412146" cy="6422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7" name="Picture 19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4" t="2291" r="8867" b="1179"/>
          <a:stretch/>
        </p:blipFill>
        <p:spPr bwMode="auto">
          <a:xfrm>
            <a:off x="4437112" y="2674165"/>
            <a:ext cx="2074880" cy="643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e 2"/>
          <p:cNvGrpSpPr/>
          <p:nvPr/>
        </p:nvGrpSpPr>
        <p:grpSpPr>
          <a:xfrm>
            <a:off x="-49306" y="2555776"/>
            <a:ext cx="6450188" cy="2262399"/>
            <a:chOff x="57509" y="6362908"/>
            <a:chExt cx="6450188" cy="2262399"/>
          </a:xfrm>
        </p:grpSpPr>
        <p:grpSp>
          <p:nvGrpSpPr>
            <p:cNvPr id="102" name="Groupe 101"/>
            <p:cNvGrpSpPr/>
            <p:nvPr/>
          </p:nvGrpSpPr>
          <p:grpSpPr>
            <a:xfrm>
              <a:off x="752122" y="6491988"/>
              <a:ext cx="1668766" cy="2133319"/>
              <a:chOff x="4575349" y="5815961"/>
              <a:chExt cx="2164439" cy="2905263"/>
            </a:xfrm>
          </p:grpSpPr>
          <p:sp>
            <p:nvSpPr>
              <p:cNvPr id="103" name="Line 17"/>
              <p:cNvSpPr>
                <a:spLocks noChangeShapeType="1"/>
              </p:cNvSpPr>
              <p:nvPr/>
            </p:nvSpPr>
            <p:spPr bwMode="auto">
              <a:xfrm>
                <a:off x="5093130" y="629115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17"/>
              <p:cNvSpPr>
                <a:spLocks noChangeShapeType="1"/>
              </p:cNvSpPr>
              <p:nvPr/>
            </p:nvSpPr>
            <p:spPr bwMode="auto">
              <a:xfrm>
                <a:off x="5421170" y="618710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17"/>
              <p:cNvSpPr>
                <a:spLocks noChangeShapeType="1"/>
              </p:cNvSpPr>
              <p:nvPr/>
            </p:nvSpPr>
            <p:spPr bwMode="auto">
              <a:xfrm>
                <a:off x="5725771" y="629115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17"/>
              <p:cNvSpPr>
                <a:spLocks noChangeShapeType="1"/>
              </p:cNvSpPr>
              <p:nvPr/>
            </p:nvSpPr>
            <p:spPr bwMode="auto">
              <a:xfrm>
                <a:off x="5725771" y="657727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17"/>
              <p:cNvSpPr>
                <a:spLocks noChangeShapeType="1"/>
              </p:cNvSpPr>
              <p:nvPr/>
            </p:nvSpPr>
            <p:spPr bwMode="auto">
              <a:xfrm>
                <a:off x="5931387" y="673333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17"/>
              <p:cNvSpPr>
                <a:spLocks noChangeShapeType="1"/>
              </p:cNvSpPr>
              <p:nvPr/>
            </p:nvSpPr>
            <p:spPr bwMode="auto">
              <a:xfrm>
                <a:off x="5085397" y="657727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17"/>
              <p:cNvSpPr>
                <a:spLocks noChangeShapeType="1"/>
              </p:cNvSpPr>
              <p:nvPr/>
            </p:nvSpPr>
            <p:spPr bwMode="auto">
              <a:xfrm>
                <a:off x="4914321" y="673333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5506739" y="5815961"/>
                <a:ext cx="27924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sz="1200" dirty="0"/>
              </a:p>
            </p:txBody>
          </p:sp>
          <p:cxnSp>
            <p:nvCxnSpPr>
              <p:cNvPr id="142" name="Connecteur droit avec flèche 141"/>
              <p:cNvCxnSpPr/>
              <p:nvPr/>
            </p:nvCxnSpPr>
            <p:spPr>
              <a:xfrm flipV="1">
                <a:off x="5498653" y="5874975"/>
                <a:ext cx="1758" cy="258097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Connecteur droit avec flèche 172"/>
              <p:cNvCxnSpPr/>
              <p:nvPr/>
            </p:nvCxnSpPr>
            <p:spPr>
              <a:xfrm flipV="1">
                <a:off x="4575349" y="8405809"/>
                <a:ext cx="1958357" cy="8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Connecteur droit 173"/>
              <p:cNvCxnSpPr/>
              <p:nvPr/>
            </p:nvCxnSpPr>
            <p:spPr>
              <a:xfrm flipH="1">
                <a:off x="5664649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Connecteur droit 174"/>
              <p:cNvCxnSpPr/>
              <p:nvPr/>
            </p:nvCxnSpPr>
            <p:spPr>
              <a:xfrm flipH="1">
                <a:off x="5845759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Connecteur droit 175"/>
              <p:cNvCxnSpPr/>
              <p:nvPr/>
            </p:nvCxnSpPr>
            <p:spPr>
              <a:xfrm flipH="1">
                <a:off x="6015270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necteur droit 186"/>
              <p:cNvCxnSpPr/>
              <p:nvPr/>
            </p:nvCxnSpPr>
            <p:spPr>
              <a:xfrm flipH="1">
                <a:off x="6184781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necteur droit 187"/>
              <p:cNvCxnSpPr/>
              <p:nvPr/>
            </p:nvCxnSpPr>
            <p:spPr>
              <a:xfrm flipH="1">
                <a:off x="5308976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eur droit 188"/>
              <p:cNvCxnSpPr/>
              <p:nvPr/>
            </p:nvCxnSpPr>
            <p:spPr>
              <a:xfrm flipH="1">
                <a:off x="5139465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necteur droit 189"/>
              <p:cNvCxnSpPr/>
              <p:nvPr/>
            </p:nvCxnSpPr>
            <p:spPr>
              <a:xfrm flipH="1">
                <a:off x="4969954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eur droit 190"/>
              <p:cNvCxnSpPr/>
              <p:nvPr/>
            </p:nvCxnSpPr>
            <p:spPr>
              <a:xfrm flipH="1">
                <a:off x="4800444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Rectangle 191"/>
              <p:cNvSpPr/>
              <p:nvPr/>
            </p:nvSpPr>
            <p:spPr>
              <a:xfrm>
                <a:off x="5314127" y="8422443"/>
                <a:ext cx="26161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200" dirty="0"/>
              </a:p>
            </p:txBody>
          </p:sp>
          <p:sp>
            <p:nvSpPr>
              <p:cNvPr id="194" name="Rectangle 193"/>
              <p:cNvSpPr/>
              <p:nvPr/>
            </p:nvSpPr>
            <p:spPr>
              <a:xfrm>
                <a:off x="5570779" y="8446529"/>
                <a:ext cx="366590" cy="274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</a:t>
                </a:r>
                <a:endParaRPr lang="en-US" sz="1100" dirty="0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5944365" y="8446529"/>
                <a:ext cx="366590" cy="274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+4</a:t>
                </a:r>
                <a:endParaRPr lang="en-US" sz="1100" dirty="0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4917003" y="8446529"/>
                <a:ext cx="329792" cy="274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1100" dirty="0"/>
              </a:p>
            </p:txBody>
          </p:sp>
          <p:sp>
            <p:nvSpPr>
              <p:cNvPr id="200" name="Rectangle 199"/>
              <p:cNvSpPr/>
              <p:nvPr/>
            </p:nvSpPr>
            <p:spPr>
              <a:xfrm>
                <a:off x="4587212" y="8446529"/>
                <a:ext cx="329792" cy="274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1100" dirty="0"/>
              </a:p>
            </p:txBody>
          </p:sp>
          <p:sp>
            <p:nvSpPr>
              <p:cNvPr id="201" name="Rectangle 200"/>
              <p:cNvSpPr/>
              <p:nvPr/>
            </p:nvSpPr>
            <p:spPr>
              <a:xfrm>
                <a:off x="6355674" y="8446529"/>
                <a:ext cx="384114" cy="274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fr-FR" sz="11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sz="1100" baseline="-25000" dirty="0"/>
              </a:p>
            </p:txBody>
          </p:sp>
          <p:sp>
            <p:nvSpPr>
              <p:cNvPr id="202" name="Line 17"/>
              <p:cNvSpPr>
                <a:spLocks noChangeShapeType="1"/>
              </p:cNvSpPr>
              <p:nvPr/>
            </p:nvSpPr>
            <p:spPr bwMode="auto">
              <a:xfrm>
                <a:off x="6098343" y="7609037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Line 17"/>
              <p:cNvSpPr>
                <a:spLocks noChangeShapeType="1"/>
              </p:cNvSpPr>
              <p:nvPr/>
            </p:nvSpPr>
            <p:spPr bwMode="auto">
              <a:xfrm>
                <a:off x="5237159" y="7990889"/>
                <a:ext cx="47941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Line 17"/>
              <p:cNvSpPr>
                <a:spLocks noChangeShapeType="1"/>
              </p:cNvSpPr>
              <p:nvPr/>
            </p:nvSpPr>
            <p:spPr bwMode="auto">
              <a:xfrm>
                <a:off x="5423668" y="8163937"/>
                <a:ext cx="142943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Line 17"/>
              <p:cNvSpPr>
                <a:spLocks noChangeShapeType="1"/>
              </p:cNvSpPr>
              <p:nvPr/>
            </p:nvSpPr>
            <p:spPr bwMode="auto">
              <a:xfrm>
                <a:off x="4743940" y="760903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Line 17"/>
              <p:cNvSpPr>
                <a:spLocks noChangeShapeType="1"/>
              </p:cNvSpPr>
              <p:nvPr/>
            </p:nvSpPr>
            <p:spPr bwMode="auto">
              <a:xfrm>
                <a:off x="4910084" y="7747762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Line 17"/>
              <p:cNvSpPr>
                <a:spLocks noChangeShapeType="1"/>
              </p:cNvSpPr>
              <p:nvPr/>
            </p:nvSpPr>
            <p:spPr bwMode="auto">
              <a:xfrm>
                <a:off x="5081278" y="788648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Line 17"/>
              <p:cNvSpPr>
                <a:spLocks noChangeShapeType="1"/>
              </p:cNvSpPr>
              <p:nvPr/>
            </p:nvSpPr>
            <p:spPr bwMode="auto">
              <a:xfrm>
                <a:off x="5420299" y="816393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Line 17"/>
              <p:cNvSpPr>
                <a:spLocks noChangeShapeType="1"/>
              </p:cNvSpPr>
              <p:nvPr/>
            </p:nvSpPr>
            <p:spPr bwMode="auto">
              <a:xfrm>
                <a:off x="5589810" y="8302662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Line 17"/>
              <p:cNvSpPr>
                <a:spLocks noChangeShapeType="1"/>
              </p:cNvSpPr>
              <p:nvPr/>
            </p:nvSpPr>
            <p:spPr bwMode="auto">
              <a:xfrm>
                <a:off x="5939230" y="7747762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Line 17"/>
              <p:cNvSpPr>
                <a:spLocks noChangeShapeType="1"/>
              </p:cNvSpPr>
              <p:nvPr/>
            </p:nvSpPr>
            <p:spPr bwMode="auto">
              <a:xfrm>
                <a:off x="5769719" y="7886487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Line 17"/>
              <p:cNvSpPr>
                <a:spLocks noChangeShapeType="1"/>
              </p:cNvSpPr>
              <p:nvPr/>
            </p:nvSpPr>
            <p:spPr bwMode="auto">
              <a:xfrm>
                <a:off x="5498653" y="8163937"/>
                <a:ext cx="74987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Line 17"/>
              <p:cNvSpPr>
                <a:spLocks noChangeShapeType="1"/>
              </p:cNvSpPr>
              <p:nvPr/>
            </p:nvSpPr>
            <p:spPr bwMode="auto">
              <a:xfrm>
                <a:off x="5261187" y="8302662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ZoneTexte 213"/>
              <p:cNvSpPr txBox="1"/>
              <p:nvPr/>
            </p:nvSpPr>
            <p:spPr>
              <a:xfrm>
                <a:off x="5779175" y="7077883"/>
                <a:ext cx="3529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FR" sz="1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sz="1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ZoneTexte 214"/>
              <p:cNvSpPr txBox="1"/>
              <p:nvPr/>
            </p:nvSpPr>
            <p:spPr>
              <a:xfrm>
                <a:off x="5011240" y="7070495"/>
                <a:ext cx="800865" cy="419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0070C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FR" sz="14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sz="1400" baseline="-25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6" name="Connecteur droit avec flèche 215"/>
              <p:cNvCxnSpPr/>
              <p:nvPr/>
            </p:nvCxnSpPr>
            <p:spPr>
              <a:xfrm>
                <a:off x="5673364" y="6515955"/>
                <a:ext cx="179481" cy="134915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Line 17"/>
              <p:cNvSpPr>
                <a:spLocks noChangeShapeType="1"/>
              </p:cNvSpPr>
              <p:nvPr/>
            </p:nvSpPr>
            <p:spPr bwMode="auto">
              <a:xfrm>
                <a:off x="5257798" y="7986554"/>
                <a:ext cx="490863" cy="36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Line 17"/>
              <p:cNvSpPr>
                <a:spLocks noChangeShapeType="1"/>
              </p:cNvSpPr>
              <p:nvPr/>
            </p:nvSpPr>
            <p:spPr bwMode="auto">
              <a:xfrm>
                <a:off x="5237787" y="8059894"/>
                <a:ext cx="47941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Line 17"/>
              <p:cNvSpPr>
                <a:spLocks noChangeShapeType="1"/>
              </p:cNvSpPr>
              <p:nvPr/>
            </p:nvSpPr>
            <p:spPr bwMode="auto">
              <a:xfrm>
                <a:off x="5257798" y="8058673"/>
                <a:ext cx="490863" cy="36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Line 17"/>
              <p:cNvSpPr>
                <a:spLocks noChangeShapeType="1"/>
              </p:cNvSpPr>
              <p:nvPr/>
            </p:nvSpPr>
            <p:spPr bwMode="auto">
              <a:xfrm>
                <a:off x="5424418" y="646455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Line 17"/>
              <p:cNvSpPr>
                <a:spLocks noChangeShapeType="1"/>
              </p:cNvSpPr>
              <p:nvPr/>
            </p:nvSpPr>
            <p:spPr bwMode="auto">
              <a:xfrm>
                <a:off x="5575095" y="621311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Line 17"/>
              <p:cNvSpPr>
                <a:spLocks noChangeShapeType="1"/>
              </p:cNvSpPr>
              <p:nvPr/>
            </p:nvSpPr>
            <p:spPr bwMode="auto">
              <a:xfrm>
                <a:off x="5273741" y="621311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Line 17"/>
              <p:cNvSpPr>
                <a:spLocks noChangeShapeType="1"/>
              </p:cNvSpPr>
              <p:nvPr/>
            </p:nvSpPr>
            <p:spPr bwMode="auto">
              <a:xfrm>
                <a:off x="5575736" y="649923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Line 17"/>
              <p:cNvSpPr>
                <a:spLocks noChangeShapeType="1"/>
              </p:cNvSpPr>
              <p:nvPr/>
            </p:nvSpPr>
            <p:spPr bwMode="auto">
              <a:xfrm>
                <a:off x="5273741" y="649923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225" name="Connecteur droit avec flèche 224"/>
              <p:cNvCxnSpPr/>
              <p:nvPr/>
            </p:nvCxnSpPr>
            <p:spPr>
              <a:xfrm flipV="1">
                <a:off x="5481370" y="6515955"/>
                <a:ext cx="182522" cy="1653957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6" name="Obje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0022185"/>
                </p:ext>
              </p:extLst>
            </p:nvPr>
          </p:nvGraphicFramePr>
          <p:xfrm>
            <a:off x="1849777" y="6820353"/>
            <a:ext cx="438150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" name="Équation" r:id="rId7" imgW="393480" imgH="253800" progId="Equation.3">
                    <p:embed/>
                  </p:oleObj>
                </mc:Choice>
                <mc:Fallback>
                  <p:oleObj name="Équation" r:id="rId7" imgW="393480" imgH="253800" progId="Equation.3">
                    <p:embed/>
                    <p:pic>
                      <p:nvPicPr>
                        <p:cNvPr id="0" name="Obje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9777" y="6820353"/>
                          <a:ext cx="438150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" name="Groupe 225"/>
            <p:cNvGrpSpPr/>
            <p:nvPr/>
          </p:nvGrpSpPr>
          <p:grpSpPr>
            <a:xfrm>
              <a:off x="2780927" y="6485759"/>
              <a:ext cx="1692900" cy="2133318"/>
              <a:chOff x="4575349" y="5815961"/>
              <a:chExt cx="2146131" cy="2907567"/>
            </a:xfrm>
          </p:grpSpPr>
          <p:sp>
            <p:nvSpPr>
              <p:cNvPr id="227" name="Line 17"/>
              <p:cNvSpPr>
                <a:spLocks noChangeShapeType="1"/>
              </p:cNvSpPr>
              <p:nvPr/>
            </p:nvSpPr>
            <p:spPr bwMode="auto">
              <a:xfrm>
                <a:off x="5093130" y="629115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Line 17"/>
              <p:cNvSpPr>
                <a:spLocks noChangeShapeType="1"/>
              </p:cNvSpPr>
              <p:nvPr/>
            </p:nvSpPr>
            <p:spPr bwMode="auto">
              <a:xfrm>
                <a:off x="5421170" y="618710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Line 17"/>
              <p:cNvSpPr>
                <a:spLocks noChangeShapeType="1"/>
              </p:cNvSpPr>
              <p:nvPr/>
            </p:nvSpPr>
            <p:spPr bwMode="auto">
              <a:xfrm>
                <a:off x="5725771" y="629115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Line 17"/>
              <p:cNvSpPr>
                <a:spLocks noChangeShapeType="1"/>
              </p:cNvSpPr>
              <p:nvPr/>
            </p:nvSpPr>
            <p:spPr bwMode="auto">
              <a:xfrm>
                <a:off x="5725771" y="657727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Line 17"/>
              <p:cNvSpPr>
                <a:spLocks noChangeShapeType="1"/>
              </p:cNvSpPr>
              <p:nvPr/>
            </p:nvSpPr>
            <p:spPr bwMode="auto">
              <a:xfrm>
                <a:off x="5931387" y="673333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Line 17"/>
              <p:cNvSpPr>
                <a:spLocks noChangeShapeType="1"/>
              </p:cNvSpPr>
              <p:nvPr/>
            </p:nvSpPr>
            <p:spPr bwMode="auto">
              <a:xfrm>
                <a:off x="5085397" y="657727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Line 17"/>
              <p:cNvSpPr>
                <a:spLocks noChangeShapeType="1"/>
              </p:cNvSpPr>
              <p:nvPr/>
            </p:nvSpPr>
            <p:spPr bwMode="auto">
              <a:xfrm>
                <a:off x="4914321" y="673333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Rectangle 233"/>
              <p:cNvSpPr/>
              <p:nvPr/>
            </p:nvSpPr>
            <p:spPr>
              <a:xfrm>
                <a:off x="5506739" y="5815961"/>
                <a:ext cx="27924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sz="1200" dirty="0"/>
              </a:p>
            </p:txBody>
          </p:sp>
          <p:cxnSp>
            <p:nvCxnSpPr>
              <p:cNvPr id="235" name="Connecteur droit avec flèche 234"/>
              <p:cNvCxnSpPr/>
              <p:nvPr/>
            </p:nvCxnSpPr>
            <p:spPr>
              <a:xfrm flipV="1">
                <a:off x="5498653" y="5874975"/>
                <a:ext cx="1758" cy="258097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Connecteur droit avec flèche 235"/>
              <p:cNvCxnSpPr/>
              <p:nvPr/>
            </p:nvCxnSpPr>
            <p:spPr>
              <a:xfrm flipV="1">
                <a:off x="4575349" y="8405809"/>
                <a:ext cx="1958357" cy="8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Connecteur droit 236"/>
              <p:cNvCxnSpPr/>
              <p:nvPr/>
            </p:nvCxnSpPr>
            <p:spPr>
              <a:xfrm flipH="1">
                <a:off x="5664649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Connecteur droit 237"/>
              <p:cNvCxnSpPr/>
              <p:nvPr/>
            </p:nvCxnSpPr>
            <p:spPr>
              <a:xfrm flipH="1">
                <a:off x="5845759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Connecteur droit 238"/>
              <p:cNvCxnSpPr/>
              <p:nvPr/>
            </p:nvCxnSpPr>
            <p:spPr>
              <a:xfrm flipH="1">
                <a:off x="6015270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Connecteur droit 239"/>
              <p:cNvCxnSpPr/>
              <p:nvPr/>
            </p:nvCxnSpPr>
            <p:spPr>
              <a:xfrm flipH="1">
                <a:off x="6184781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Connecteur droit 240"/>
              <p:cNvCxnSpPr/>
              <p:nvPr/>
            </p:nvCxnSpPr>
            <p:spPr>
              <a:xfrm flipH="1">
                <a:off x="5308976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Connecteur droit 241"/>
              <p:cNvCxnSpPr/>
              <p:nvPr/>
            </p:nvCxnSpPr>
            <p:spPr>
              <a:xfrm flipH="1">
                <a:off x="5139465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Connecteur droit 242"/>
              <p:cNvCxnSpPr/>
              <p:nvPr/>
            </p:nvCxnSpPr>
            <p:spPr>
              <a:xfrm flipH="1">
                <a:off x="4969954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Connecteur droit 243"/>
              <p:cNvCxnSpPr/>
              <p:nvPr/>
            </p:nvCxnSpPr>
            <p:spPr>
              <a:xfrm flipH="1">
                <a:off x="4800444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Rectangle 244"/>
              <p:cNvSpPr/>
              <p:nvPr/>
            </p:nvSpPr>
            <p:spPr>
              <a:xfrm>
                <a:off x="5305638" y="8446528"/>
                <a:ext cx="266337" cy="274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100" dirty="0"/>
              </a:p>
            </p:txBody>
          </p:sp>
          <p:sp>
            <p:nvSpPr>
              <p:cNvPr id="247" name="Rectangle 246"/>
              <p:cNvSpPr/>
              <p:nvPr/>
            </p:nvSpPr>
            <p:spPr>
              <a:xfrm>
                <a:off x="5596471" y="8446528"/>
                <a:ext cx="348172" cy="277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</a:t>
                </a:r>
                <a:endParaRPr lang="en-US" sz="1100" dirty="0"/>
              </a:p>
            </p:txBody>
          </p:sp>
          <p:sp>
            <p:nvSpPr>
              <p:cNvPr id="249" name="Rectangle 248"/>
              <p:cNvSpPr/>
              <p:nvPr/>
            </p:nvSpPr>
            <p:spPr>
              <a:xfrm>
                <a:off x="5988770" y="8446528"/>
                <a:ext cx="348172" cy="277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+4</a:t>
                </a:r>
                <a:endParaRPr lang="en-US" sz="1100" dirty="0"/>
              </a:p>
            </p:txBody>
          </p:sp>
          <p:sp>
            <p:nvSpPr>
              <p:cNvPr id="251" name="Rectangle 250"/>
              <p:cNvSpPr/>
              <p:nvPr/>
            </p:nvSpPr>
            <p:spPr>
              <a:xfrm>
                <a:off x="4917546" y="8431236"/>
                <a:ext cx="312906" cy="277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1100" dirty="0"/>
              </a:p>
            </p:txBody>
          </p:sp>
          <p:sp>
            <p:nvSpPr>
              <p:cNvPr id="253" name="Rectangle 252"/>
              <p:cNvSpPr/>
              <p:nvPr/>
            </p:nvSpPr>
            <p:spPr>
              <a:xfrm>
                <a:off x="4580428" y="8446528"/>
                <a:ext cx="312906" cy="277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1100" dirty="0"/>
              </a:p>
            </p:txBody>
          </p:sp>
          <p:sp>
            <p:nvSpPr>
              <p:cNvPr id="254" name="Rectangle 253"/>
              <p:cNvSpPr/>
              <p:nvPr/>
            </p:nvSpPr>
            <p:spPr>
              <a:xfrm>
                <a:off x="6355674" y="8446529"/>
                <a:ext cx="36580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fr-FR" sz="11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sz="1100" baseline="-25000" dirty="0"/>
              </a:p>
            </p:txBody>
          </p:sp>
          <p:sp>
            <p:nvSpPr>
              <p:cNvPr id="255" name="Line 17"/>
              <p:cNvSpPr>
                <a:spLocks noChangeShapeType="1"/>
              </p:cNvSpPr>
              <p:nvPr/>
            </p:nvSpPr>
            <p:spPr bwMode="auto">
              <a:xfrm>
                <a:off x="6098343" y="7609037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Line 17"/>
              <p:cNvSpPr>
                <a:spLocks noChangeShapeType="1"/>
              </p:cNvSpPr>
              <p:nvPr/>
            </p:nvSpPr>
            <p:spPr bwMode="auto">
              <a:xfrm>
                <a:off x="5237159" y="7990889"/>
                <a:ext cx="47941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Line 17"/>
              <p:cNvSpPr>
                <a:spLocks noChangeShapeType="1"/>
              </p:cNvSpPr>
              <p:nvPr/>
            </p:nvSpPr>
            <p:spPr bwMode="auto">
              <a:xfrm>
                <a:off x="5423668" y="8163937"/>
                <a:ext cx="142943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Line 17"/>
              <p:cNvSpPr>
                <a:spLocks noChangeShapeType="1"/>
              </p:cNvSpPr>
              <p:nvPr/>
            </p:nvSpPr>
            <p:spPr bwMode="auto">
              <a:xfrm>
                <a:off x="4743940" y="760903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Line 17"/>
              <p:cNvSpPr>
                <a:spLocks noChangeShapeType="1"/>
              </p:cNvSpPr>
              <p:nvPr/>
            </p:nvSpPr>
            <p:spPr bwMode="auto">
              <a:xfrm>
                <a:off x="4910084" y="7747762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Line 17"/>
              <p:cNvSpPr>
                <a:spLocks noChangeShapeType="1"/>
              </p:cNvSpPr>
              <p:nvPr/>
            </p:nvSpPr>
            <p:spPr bwMode="auto">
              <a:xfrm>
                <a:off x="5081278" y="788648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Line 17"/>
              <p:cNvSpPr>
                <a:spLocks noChangeShapeType="1"/>
              </p:cNvSpPr>
              <p:nvPr/>
            </p:nvSpPr>
            <p:spPr bwMode="auto">
              <a:xfrm>
                <a:off x="5420299" y="816393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Line 17"/>
              <p:cNvSpPr>
                <a:spLocks noChangeShapeType="1"/>
              </p:cNvSpPr>
              <p:nvPr/>
            </p:nvSpPr>
            <p:spPr bwMode="auto">
              <a:xfrm>
                <a:off x="5589810" y="8302662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Line 17"/>
              <p:cNvSpPr>
                <a:spLocks noChangeShapeType="1"/>
              </p:cNvSpPr>
              <p:nvPr/>
            </p:nvSpPr>
            <p:spPr bwMode="auto">
              <a:xfrm>
                <a:off x="5939230" y="7747762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Line 17"/>
              <p:cNvSpPr>
                <a:spLocks noChangeShapeType="1"/>
              </p:cNvSpPr>
              <p:nvPr/>
            </p:nvSpPr>
            <p:spPr bwMode="auto">
              <a:xfrm>
                <a:off x="5769719" y="7886487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Line 17"/>
              <p:cNvSpPr>
                <a:spLocks noChangeShapeType="1"/>
              </p:cNvSpPr>
              <p:nvPr/>
            </p:nvSpPr>
            <p:spPr bwMode="auto">
              <a:xfrm>
                <a:off x="5498653" y="8163937"/>
                <a:ext cx="74987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Line 17"/>
              <p:cNvSpPr>
                <a:spLocks noChangeShapeType="1"/>
              </p:cNvSpPr>
              <p:nvPr/>
            </p:nvSpPr>
            <p:spPr bwMode="auto">
              <a:xfrm>
                <a:off x="5261187" y="8302662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ZoneTexte 266"/>
              <p:cNvSpPr txBox="1"/>
              <p:nvPr/>
            </p:nvSpPr>
            <p:spPr>
              <a:xfrm>
                <a:off x="5960150" y="7058833"/>
                <a:ext cx="3529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FR" sz="1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sz="1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8" name="ZoneTexte 267"/>
              <p:cNvSpPr txBox="1"/>
              <p:nvPr/>
            </p:nvSpPr>
            <p:spPr>
              <a:xfrm>
                <a:off x="5081278" y="7019837"/>
                <a:ext cx="830465" cy="41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0070C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FR" sz="14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sz="1400" baseline="-25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9" name="Connecteur droit avec flèche 268"/>
              <p:cNvCxnSpPr/>
              <p:nvPr/>
            </p:nvCxnSpPr>
            <p:spPr>
              <a:xfrm>
                <a:off x="5800826" y="6616618"/>
                <a:ext cx="209875" cy="111140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Line 17"/>
              <p:cNvSpPr>
                <a:spLocks noChangeShapeType="1"/>
              </p:cNvSpPr>
              <p:nvPr/>
            </p:nvSpPr>
            <p:spPr bwMode="auto">
              <a:xfrm>
                <a:off x="5271207" y="7992599"/>
                <a:ext cx="490864" cy="358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Line 17"/>
              <p:cNvSpPr>
                <a:spLocks noChangeShapeType="1"/>
              </p:cNvSpPr>
              <p:nvPr/>
            </p:nvSpPr>
            <p:spPr bwMode="auto">
              <a:xfrm>
                <a:off x="5237787" y="8059894"/>
                <a:ext cx="47941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Line 17"/>
              <p:cNvSpPr>
                <a:spLocks noChangeShapeType="1"/>
              </p:cNvSpPr>
              <p:nvPr/>
            </p:nvSpPr>
            <p:spPr bwMode="auto">
              <a:xfrm>
                <a:off x="5271207" y="8062524"/>
                <a:ext cx="490864" cy="358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Line 17"/>
              <p:cNvSpPr>
                <a:spLocks noChangeShapeType="1"/>
              </p:cNvSpPr>
              <p:nvPr/>
            </p:nvSpPr>
            <p:spPr bwMode="auto">
              <a:xfrm>
                <a:off x="5424418" y="646455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Line 17"/>
              <p:cNvSpPr>
                <a:spLocks noChangeShapeType="1"/>
              </p:cNvSpPr>
              <p:nvPr/>
            </p:nvSpPr>
            <p:spPr bwMode="auto">
              <a:xfrm>
                <a:off x="5575095" y="621311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Line 17"/>
              <p:cNvSpPr>
                <a:spLocks noChangeShapeType="1"/>
              </p:cNvSpPr>
              <p:nvPr/>
            </p:nvSpPr>
            <p:spPr bwMode="auto">
              <a:xfrm>
                <a:off x="5273741" y="621311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Line 17"/>
              <p:cNvSpPr>
                <a:spLocks noChangeShapeType="1"/>
              </p:cNvSpPr>
              <p:nvPr/>
            </p:nvSpPr>
            <p:spPr bwMode="auto">
              <a:xfrm>
                <a:off x="5575736" y="649923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Line 17"/>
              <p:cNvSpPr>
                <a:spLocks noChangeShapeType="1"/>
              </p:cNvSpPr>
              <p:nvPr/>
            </p:nvSpPr>
            <p:spPr bwMode="auto">
              <a:xfrm>
                <a:off x="5273741" y="649923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278" name="Connecteur droit avec flèche 277"/>
              <p:cNvCxnSpPr/>
              <p:nvPr/>
            </p:nvCxnSpPr>
            <p:spPr>
              <a:xfrm flipV="1">
                <a:off x="5677001" y="6591321"/>
                <a:ext cx="120241" cy="1701697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79" name="Objet 2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9488729"/>
                </p:ext>
              </p:extLst>
            </p:nvPr>
          </p:nvGraphicFramePr>
          <p:xfrm>
            <a:off x="4008050" y="6864701"/>
            <a:ext cx="452437" cy="282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0" name="Équation" r:id="rId9" imgW="406080" imgH="253800" progId="Equation.3">
                    <p:embed/>
                  </p:oleObj>
                </mc:Choice>
                <mc:Fallback>
                  <p:oleObj name="Équation" r:id="rId9" imgW="4060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050" y="6864701"/>
                          <a:ext cx="452437" cy="282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0" name="Groupe 279"/>
            <p:cNvGrpSpPr/>
            <p:nvPr/>
          </p:nvGrpSpPr>
          <p:grpSpPr>
            <a:xfrm>
              <a:off x="4789751" y="6484911"/>
              <a:ext cx="1717946" cy="2140394"/>
              <a:chOff x="4566004" y="5815961"/>
              <a:chExt cx="2169487" cy="2906562"/>
            </a:xfrm>
          </p:grpSpPr>
          <p:sp>
            <p:nvSpPr>
              <p:cNvPr id="281" name="Line 17"/>
              <p:cNvSpPr>
                <a:spLocks noChangeShapeType="1"/>
              </p:cNvSpPr>
              <p:nvPr/>
            </p:nvSpPr>
            <p:spPr bwMode="auto">
              <a:xfrm>
                <a:off x="5093130" y="629115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Line 17"/>
              <p:cNvSpPr>
                <a:spLocks noChangeShapeType="1"/>
              </p:cNvSpPr>
              <p:nvPr/>
            </p:nvSpPr>
            <p:spPr bwMode="auto">
              <a:xfrm>
                <a:off x="5421170" y="618710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Line 17"/>
              <p:cNvSpPr>
                <a:spLocks noChangeShapeType="1"/>
              </p:cNvSpPr>
              <p:nvPr/>
            </p:nvSpPr>
            <p:spPr bwMode="auto">
              <a:xfrm>
                <a:off x="5725771" y="629115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Line 17"/>
              <p:cNvSpPr>
                <a:spLocks noChangeShapeType="1"/>
              </p:cNvSpPr>
              <p:nvPr/>
            </p:nvSpPr>
            <p:spPr bwMode="auto">
              <a:xfrm>
                <a:off x="5725771" y="657727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Line 17"/>
              <p:cNvSpPr>
                <a:spLocks noChangeShapeType="1"/>
              </p:cNvSpPr>
              <p:nvPr/>
            </p:nvSpPr>
            <p:spPr bwMode="auto">
              <a:xfrm>
                <a:off x="5931387" y="673333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Line 17"/>
              <p:cNvSpPr>
                <a:spLocks noChangeShapeType="1"/>
              </p:cNvSpPr>
              <p:nvPr/>
            </p:nvSpPr>
            <p:spPr bwMode="auto">
              <a:xfrm>
                <a:off x="5085397" y="6577270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Line 17"/>
              <p:cNvSpPr>
                <a:spLocks noChangeShapeType="1"/>
              </p:cNvSpPr>
              <p:nvPr/>
            </p:nvSpPr>
            <p:spPr bwMode="auto">
              <a:xfrm>
                <a:off x="4914321" y="673333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Rectangle 287"/>
              <p:cNvSpPr/>
              <p:nvPr/>
            </p:nvSpPr>
            <p:spPr>
              <a:xfrm>
                <a:off x="5506739" y="5815961"/>
                <a:ext cx="27924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sz="1200" dirty="0"/>
              </a:p>
            </p:txBody>
          </p:sp>
          <p:cxnSp>
            <p:nvCxnSpPr>
              <p:cNvPr id="289" name="Connecteur droit avec flèche 288"/>
              <p:cNvCxnSpPr/>
              <p:nvPr/>
            </p:nvCxnSpPr>
            <p:spPr>
              <a:xfrm flipV="1">
                <a:off x="5498653" y="5874975"/>
                <a:ext cx="1758" cy="258097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Connecteur droit avec flèche 289"/>
              <p:cNvCxnSpPr/>
              <p:nvPr/>
            </p:nvCxnSpPr>
            <p:spPr>
              <a:xfrm flipV="1">
                <a:off x="4575349" y="8405809"/>
                <a:ext cx="1958357" cy="8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Connecteur droit 290"/>
              <p:cNvCxnSpPr/>
              <p:nvPr/>
            </p:nvCxnSpPr>
            <p:spPr>
              <a:xfrm flipH="1">
                <a:off x="5664649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Connecteur droit 291"/>
              <p:cNvCxnSpPr/>
              <p:nvPr/>
            </p:nvCxnSpPr>
            <p:spPr>
              <a:xfrm flipH="1">
                <a:off x="5845759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Connecteur droit 292"/>
              <p:cNvCxnSpPr/>
              <p:nvPr/>
            </p:nvCxnSpPr>
            <p:spPr>
              <a:xfrm flipH="1">
                <a:off x="6015270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Connecteur droit 293"/>
              <p:cNvCxnSpPr/>
              <p:nvPr/>
            </p:nvCxnSpPr>
            <p:spPr>
              <a:xfrm flipH="1">
                <a:off x="6184781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Connecteur droit 294"/>
              <p:cNvCxnSpPr/>
              <p:nvPr/>
            </p:nvCxnSpPr>
            <p:spPr>
              <a:xfrm flipH="1">
                <a:off x="5308976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Connecteur droit 295"/>
              <p:cNvCxnSpPr/>
              <p:nvPr/>
            </p:nvCxnSpPr>
            <p:spPr>
              <a:xfrm flipH="1">
                <a:off x="5139465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Connecteur droit 296"/>
              <p:cNvCxnSpPr/>
              <p:nvPr/>
            </p:nvCxnSpPr>
            <p:spPr>
              <a:xfrm flipH="1">
                <a:off x="4969954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Connecteur droit 297"/>
              <p:cNvCxnSpPr/>
              <p:nvPr/>
            </p:nvCxnSpPr>
            <p:spPr>
              <a:xfrm flipH="1">
                <a:off x="4800444" y="8372025"/>
                <a:ext cx="1" cy="693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Rectangle 298"/>
              <p:cNvSpPr/>
              <p:nvPr/>
            </p:nvSpPr>
            <p:spPr>
              <a:xfrm>
                <a:off x="5390708" y="8446529"/>
                <a:ext cx="275853" cy="275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100" dirty="0"/>
              </a:p>
            </p:txBody>
          </p:sp>
          <p:sp>
            <p:nvSpPr>
              <p:cNvPr id="301" name="Rectangle 300"/>
              <p:cNvSpPr/>
              <p:nvPr/>
            </p:nvSpPr>
            <p:spPr>
              <a:xfrm>
                <a:off x="5674173" y="8446529"/>
                <a:ext cx="362490" cy="275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</a:t>
                </a:r>
                <a:endParaRPr lang="en-US" sz="1100" dirty="0"/>
              </a:p>
            </p:txBody>
          </p:sp>
          <p:sp>
            <p:nvSpPr>
              <p:cNvPr id="303" name="Rectangle 302"/>
              <p:cNvSpPr/>
              <p:nvPr/>
            </p:nvSpPr>
            <p:spPr>
              <a:xfrm>
                <a:off x="5983322" y="8446529"/>
                <a:ext cx="362490" cy="275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+4</a:t>
                </a:r>
                <a:endParaRPr lang="en-US" sz="1100" dirty="0"/>
              </a:p>
            </p:txBody>
          </p:sp>
          <p:sp>
            <p:nvSpPr>
              <p:cNvPr id="305" name="Rectangle 304"/>
              <p:cNvSpPr/>
              <p:nvPr/>
            </p:nvSpPr>
            <p:spPr>
              <a:xfrm>
                <a:off x="4939086" y="8446529"/>
                <a:ext cx="326104" cy="275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1100" dirty="0"/>
              </a:p>
            </p:txBody>
          </p:sp>
          <p:sp>
            <p:nvSpPr>
              <p:cNvPr id="307" name="Rectangle 306"/>
              <p:cNvSpPr/>
              <p:nvPr/>
            </p:nvSpPr>
            <p:spPr>
              <a:xfrm>
                <a:off x="4566004" y="8446529"/>
                <a:ext cx="326104" cy="275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fr-FR" sz="1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1100" dirty="0"/>
              </a:p>
            </p:txBody>
          </p:sp>
          <p:sp>
            <p:nvSpPr>
              <p:cNvPr id="308" name="Rectangle 307"/>
              <p:cNvSpPr/>
              <p:nvPr/>
            </p:nvSpPr>
            <p:spPr>
              <a:xfrm>
                <a:off x="6355674" y="8446529"/>
                <a:ext cx="379817" cy="275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11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fr-FR" sz="11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endParaRPr lang="en-US" sz="1100" baseline="-25000" dirty="0"/>
              </a:p>
            </p:txBody>
          </p:sp>
          <p:sp>
            <p:nvSpPr>
              <p:cNvPr id="309" name="Line 17"/>
              <p:cNvSpPr>
                <a:spLocks noChangeShapeType="1"/>
              </p:cNvSpPr>
              <p:nvPr/>
            </p:nvSpPr>
            <p:spPr bwMode="auto">
              <a:xfrm>
                <a:off x="6098343" y="7609037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Line 17"/>
              <p:cNvSpPr>
                <a:spLocks noChangeShapeType="1"/>
              </p:cNvSpPr>
              <p:nvPr/>
            </p:nvSpPr>
            <p:spPr bwMode="auto">
              <a:xfrm>
                <a:off x="5237159" y="7990889"/>
                <a:ext cx="47941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Line 17"/>
              <p:cNvSpPr>
                <a:spLocks noChangeShapeType="1"/>
              </p:cNvSpPr>
              <p:nvPr/>
            </p:nvSpPr>
            <p:spPr bwMode="auto">
              <a:xfrm>
                <a:off x="5423668" y="8163937"/>
                <a:ext cx="142943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Line 17"/>
              <p:cNvSpPr>
                <a:spLocks noChangeShapeType="1"/>
              </p:cNvSpPr>
              <p:nvPr/>
            </p:nvSpPr>
            <p:spPr bwMode="auto">
              <a:xfrm>
                <a:off x="4743940" y="760903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Line 17"/>
              <p:cNvSpPr>
                <a:spLocks noChangeShapeType="1"/>
              </p:cNvSpPr>
              <p:nvPr/>
            </p:nvSpPr>
            <p:spPr bwMode="auto">
              <a:xfrm>
                <a:off x="4910084" y="7747762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Line 17"/>
              <p:cNvSpPr>
                <a:spLocks noChangeShapeType="1"/>
              </p:cNvSpPr>
              <p:nvPr/>
            </p:nvSpPr>
            <p:spPr bwMode="auto">
              <a:xfrm>
                <a:off x="5081278" y="788648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Line 17"/>
              <p:cNvSpPr>
                <a:spLocks noChangeShapeType="1"/>
              </p:cNvSpPr>
              <p:nvPr/>
            </p:nvSpPr>
            <p:spPr bwMode="auto">
              <a:xfrm>
                <a:off x="5420299" y="8163937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Line 17"/>
              <p:cNvSpPr>
                <a:spLocks noChangeShapeType="1"/>
              </p:cNvSpPr>
              <p:nvPr/>
            </p:nvSpPr>
            <p:spPr bwMode="auto">
              <a:xfrm>
                <a:off x="5589810" y="8302662"/>
                <a:ext cx="142943" cy="0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Line 17"/>
              <p:cNvSpPr>
                <a:spLocks noChangeShapeType="1"/>
              </p:cNvSpPr>
              <p:nvPr/>
            </p:nvSpPr>
            <p:spPr bwMode="auto">
              <a:xfrm>
                <a:off x="5939230" y="7747762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Line 17"/>
              <p:cNvSpPr>
                <a:spLocks noChangeShapeType="1"/>
              </p:cNvSpPr>
              <p:nvPr/>
            </p:nvSpPr>
            <p:spPr bwMode="auto">
              <a:xfrm>
                <a:off x="5769719" y="7886487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Line 17"/>
              <p:cNvSpPr>
                <a:spLocks noChangeShapeType="1"/>
              </p:cNvSpPr>
              <p:nvPr/>
            </p:nvSpPr>
            <p:spPr bwMode="auto">
              <a:xfrm>
                <a:off x="5498653" y="8163937"/>
                <a:ext cx="74987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Line 17"/>
              <p:cNvSpPr>
                <a:spLocks noChangeShapeType="1"/>
              </p:cNvSpPr>
              <p:nvPr/>
            </p:nvSpPr>
            <p:spPr bwMode="auto">
              <a:xfrm>
                <a:off x="5261187" y="8302662"/>
                <a:ext cx="14294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olid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ZoneTexte 320"/>
              <p:cNvSpPr txBox="1"/>
              <p:nvPr/>
            </p:nvSpPr>
            <p:spPr>
              <a:xfrm>
                <a:off x="5960150" y="7058833"/>
                <a:ext cx="3529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>
                    <a:solidFill>
                      <a:srgbClr val="FF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FR" sz="1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sz="1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2" name="ZoneTexte 321"/>
              <p:cNvSpPr txBox="1"/>
              <p:nvPr/>
            </p:nvSpPr>
            <p:spPr>
              <a:xfrm>
                <a:off x="5130308" y="7016594"/>
                <a:ext cx="781435" cy="417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 smtClean="0">
                    <a:solidFill>
                      <a:srgbClr val="0070C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</a:rPr>
                  <a:t>s</a:t>
                </a:r>
                <a:r>
                  <a:rPr lang="fr-FR" sz="14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sz="1400" baseline="-25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3" name="Connecteur droit avec flèche 322"/>
              <p:cNvCxnSpPr/>
              <p:nvPr/>
            </p:nvCxnSpPr>
            <p:spPr>
              <a:xfrm>
                <a:off x="5799409" y="6319015"/>
                <a:ext cx="223018" cy="1422846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4" name="Line 17"/>
              <p:cNvSpPr>
                <a:spLocks noChangeShapeType="1"/>
              </p:cNvSpPr>
              <p:nvPr/>
            </p:nvSpPr>
            <p:spPr bwMode="auto">
              <a:xfrm>
                <a:off x="5266633" y="7983386"/>
                <a:ext cx="490864" cy="359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Line 17"/>
              <p:cNvSpPr>
                <a:spLocks noChangeShapeType="1"/>
              </p:cNvSpPr>
              <p:nvPr/>
            </p:nvSpPr>
            <p:spPr bwMode="auto">
              <a:xfrm>
                <a:off x="5237787" y="8059894"/>
                <a:ext cx="479410" cy="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  <a:headEnd/>
                <a:tailEnd/>
              </a:ln>
              <a:effectLst/>
              <a:extLst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Line 17"/>
              <p:cNvSpPr>
                <a:spLocks noChangeShapeType="1"/>
              </p:cNvSpPr>
              <p:nvPr/>
            </p:nvSpPr>
            <p:spPr bwMode="auto">
              <a:xfrm>
                <a:off x="5266633" y="8061509"/>
                <a:ext cx="490864" cy="359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Line 17"/>
              <p:cNvSpPr>
                <a:spLocks noChangeShapeType="1"/>
              </p:cNvSpPr>
              <p:nvPr/>
            </p:nvSpPr>
            <p:spPr bwMode="auto">
              <a:xfrm>
                <a:off x="5424418" y="6464556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Line 17"/>
              <p:cNvSpPr>
                <a:spLocks noChangeShapeType="1"/>
              </p:cNvSpPr>
              <p:nvPr/>
            </p:nvSpPr>
            <p:spPr bwMode="auto">
              <a:xfrm>
                <a:off x="5575095" y="621311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Line 17"/>
              <p:cNvSpPr>
                <a:spLocks noChangeShapeType="1"/>
              </p:cNvSpPr>
              <p:nvPr/>
            </p:nvSpPr>
            <p:spPr bwMode="auto">
              <a:xfrm>
                <a:off x="5273741" y="621311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Line 17"/>
              <p:cNvSpPr>
                <a:spLocks noChangeShapeType="1"/>
              </p:cNvSpPr>
              <p:nvPr/>
            </p:nvSpPr>
            <p:spPr bwMode="auto">
              <a:xfrm>
                <a:off x="5575736" y="649923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Line 17"/>
              <p:cNvSpPr>
                <a:spLocks noChangeShapeType="1"/>
              </p:cNvSpPr>
              <p:nvPr/>
            </p:nvSpPr>
            <p:spPr bwMode="auto">
              <a:xfrm>
                <a:off x="5273741" y="6499237"/>
                <a:ext cx="14294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32" name="Connecteur droit avec flèche 331"/>
              <p:cNvCxnSpPr/>
              <p:nvPr/>
            </p:nvCxnSpPr>
            <p:spPr>
              <a:xfrm flipV="1">
                <a:off x="5669935" y="6296879"/>
                <a:ext cx="127307" cy="1993709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333" name="Objet 3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2908310"/>
                </p:ext>
              </p:extLst>
            </p:nvPr>
          </p:nvGraphicFramePr>
          <p:xfrm>
            <a:off x="5927550" y="6705522"/>
            <a:ext cx="452086" cy="282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" name="Équation" r:id="rId11" imgW="406080" imgH="253800" progId="Equation.3">
                    <p:embed/>
                  </p:oleObj>
                </mc:Choice>
                <mc:Fallback>
                  <p:oleObj name="Équation" r:id="rId11" imgW="4060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7550" y="6705522"/>
                          <a:ext cx="452086" cy="282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2" name="ZoneTexte 171"/>
            <p:cNvSpPr txBox="1"/>
            <p:nvPr/>
          </p:nvSpPr>
          <p:spPr>
            <a:xfrm>
              <a:off x="57509" y="636290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23" name="Picture 199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5" t="4996" r="10423" b="2851"/>
          <a:stretch/>
        </p:blipFill>
        <p:spPr bwMode="auto">
          <a:xfrm>
            <a:off x="2458988" y="79212"/>
            <a:ext cx="1970074" cy="2591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4" name="Picture 200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1" t="5309" r="9394" b="2649"/>
          <a:stretch/>
        </p:blipFill>
        <p:spPr bwMode="auto">
          <a:xfrm>
            <a:off x="4457506" y="78109"/>
            <a:ext cx="2016419" cy="259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8" name="Picture 214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6" t="3942" r="9741" b="2207"/>
          <a:stretch/>
        </p:blipFill>
        <p:spPr bwMode="auto">
          <a:xfrm>
            <a:off x="212789" y="61649"/>
            <a:ext cx="2246199" cy="261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-27384" y="2620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5098</TotalTime>
  <Words>49</Words>
  <Application>Microsoft Office PowerPoint</Application>
  <PresentationFormat>Affichage à l'écran (4:3)</PresentationFormat>
  <Paragraphs>30</Paragraphs>
  <Slides>1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314</cp:revision>
  <cp:lastPrinted>2017-01-06T10:53:28Z</cp:lastPrinted>
  <dcterms:created xsi:type="dcterms:W3CDTF">2013-09-27T09:14:25Z</dcterms:created>
  <dcterms:modified xsi:type="dcterms:W3CDTF">2017-01-17T16:01:52Z</dcterms:modified>
</cp:coreProperties>
</file>