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7308850" cy="82804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2" d="100"/>
          <a:sy n="72" d="100"/>
        </p:scale>
        <p:origin x="-1914" y="-18"/>
      </p:cViewPr>
      <p:guideLst>
        <p:guide orient="horz" pos="2609"/>
        <p:guide pos="230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548167" y="2572295"/>
            <a:ext cx="6212523" cy="1774919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096329" y="4692228"/>
            <a:ext cx="5116195" cy="211610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1DF4DF-4B81-42F9-8200-A2ABC3063575}" type="datetimeFigureOut">
              <a:rPr lang="fr-FR" smtClean="0"/>
              <a:t>13/07/2017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37D5E5-6CB9-4F9A-93EC-9A8E0AB786E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468131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1DF4DF-4B81-42F9-8200-A2ABC3063575}" type="datetimeFigureOut">
              <a:rPr lang="fr-FR" smtClean="0"/>
              <a:t>13/07/2017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37D5E5-6CB9-4F9A-93EC-9A8E0AB786E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114248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77353" y="5320925"/>
            <a:ext cx="6212523" cy="1644580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77353" y="3509590"/>
            <a:ext cx="6212523" cy="181133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1DF4DF-4B81-42F9-8200-A2ABC3063575}" type="datetimeFigureOut">
              <a:rPr lang="fr-FR" smtClean="0"/>
              <a:t>13/07/2017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37D5E5-6CB9-4F9A-93EC-9A8E0AB786E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924101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219524" y="2129523"/>
            <a:ext cx="1921111" cy="602629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2262449" y="2129523"/>
            <a:ext cx="1921111" cy="602629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1DF4DF-4B81-42F9-8200-A2ABC3063575}" type="datetimeFigureOut">
              <a:rPr lang="fr-FR" smtClean="0"/>
              <a:t>13/07/2017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37D5E5-6CB9-4F9A-93EC-9A8E0AB786E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017627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65445" y="331603"/>
            <a:ext cx="6577966" cy="1380067"/>
          </a:xfrm>
        </p:spPr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365444" y="1853510"/>
            <a:ext cx="3229345" cy="77245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365444" y="2625961"/>
            <a:ext cx="3229345" cy="477081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3712797" y="1853510"/>
            <a:ext cx="3230613" cy="77245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3712797" y="2625961"/>
            <a:ext cx="3230613" cy="477081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1DF4DF-4B81-42F9-8200-A2ABC3063575}" type="datetimeFigureOut">
              <a:rPr lang="fr-FR" smtClean="0"/>
              <a:t>13/07/2017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37D5E5-6CB9-4F9A-93EC-9A8E0AB786E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428157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1DF4DF-4B81-42F9-8200-A2ABC3063575}" type="datetimeFigureOut">
              <a:rPr lang="fr-FR" smtClean="0"/>
              <a:t>13/07/2017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37D5E5-6CB9-4F9A-93EC-9A8E0AB786E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216956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1DF4DF-4B81-42F9-8200-A2ABC3063575}" type="datetimeFigureOut">
              <a:rPr lang="fr-FR" smtClean="0"/>
              <a:t>13/07/2017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37D5E5-6CB9-4F9A-93EC-9A8E0AB786E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321533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65443" y="329682"/>
            <a:ext cx="2404562" cy="140306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2857558" y="329687"/>
            <a:ext cx="4085850" cy="706709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365443" y="1732751"/>
            <a:ext cx="2404562" cy="5664024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1DF4DF-4B81-42F9-8200-A2ABC3063575}" type="datetimeFigureOut">
              <a:rPr lang="fr-FR" smtClean="0"/>
              <a:t>13/07/2017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37D5E5-6CB9-4F9A-93EC-9A8E0AB786E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53051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432588" y="5796280"/>
            <a:ext cx="4385310" cy="68428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432588" y="739869"/>
            <a:ext cx="4385310" cy="496824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432588" y="6480566"/>
            <a:ext cx="4385310" cy="9717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1DF4DF-4B81-42F9-8200-A2ABC3063575}" type="datetimeFigureOut">
              <a:rPr lang="fr-FR" smtClean="0"/>
              <a:t>13/07/2017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37D5E5-6CB9-4F9A-93EC-9A8E0AB786E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728582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1DF4DF-4B81-42F9-8200-A2ABC3063575}" type="datetimeFigureOut">
              <a:rPr lang="fr-FR" smtClean="0"/>
              <a:t>13/07/2017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37D5E5-6CB9-4F9A-93EC-9A8E0AB786E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762443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3192546" y="366104"/>
            <a:ext cx="991009" cy="7789709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219521" y="366104"/>
            <a:ext cx="2851212" cy="7789709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1DF4DF-4B81-42F9-8200-A2ABC3063575}" type="datetimeFigureOut">
              <a:rPr lang="fr-FR" smtClean="0"/>
              <a:t>13/07/2017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37D5E5-6CB9-4F9A-93EC-9A8E0AB786E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751848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365445" y="331603"/>
            <a:ext cx="6577966" cy="13800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365445" y="1932097"/>
            <a:ext cx="6577966" cy="54646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365443" y="7674705"/>
            <a:ext cx="1705398" cy="4408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1DF4DF-4B81-42F9-8200-A2ABC3063575}" type="datetimeFigureOut">
              <a:rPr lang="fr-FR" smtClean="0"/>
              <a:t>13/07/2017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2497193" y="7674705"/>
            <a:ext cx="2314469" cy="4408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5238009" y="7674705"/>
            <a:ext cx="1705398" cy="4408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37D5E5-6CB9-4F9A-93EC-9A8E0AB786E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10832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89991" y="-180280"/>
            <a:ext cx="7615238" cy="8615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364949191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0</Words>
  <Application>Microsoft Office PowerPoint</Application>
  <PresentationFormat>Personnalisé</PresentationFormat>
  <Paragraphs>0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Alban Lafuente</dc:creator>
  <cp:lastModifiedBy>Alban Lafuente</cp:lastModifiedBy>
  <cp:revision>2</cp:revision>
  <dcterms:created xsi:type="dcterms:W3CDTF">2017-07-12T12:50:32Z</dcterms:created>
  <dcterms:modified xsi:type="dcterms:W3CDTF">2017-07-13T14:16:22Z</dcterms:modified>
</cp:coreProperties>
</file>