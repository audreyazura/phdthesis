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7308850" cy="8280400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2" d="100"/>
          <a:sy n="72" d="100"/>
        </p:scale>
        <p:origin x="-1914" y="-96"/>
      </p:cViewPr>
      <p:guideLst>
        <p:guide orient="horz" pos="2609"/>
        <p:guide pos="2303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548167" y="2572295"/>
            <a:ext cx="6212523" cy="1774919"/>
          </a:xfrm>
        </p:spPr>
        <p:txBody>
          <a:bodyPr/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096329" y="4692228"/>
            <a:ext cx="5116195" cy="2116102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fr-FR" smtClean="0"/>
              <a:t>Modifiez le style des sous-titres du masque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1DF4DF-4B81-42F9-8200-A2ABC3063575}" type="datetimeFigureOut">
              <a:rPr lang="fr-FR" smtClean="0"/>
              <a:t>12/07/2017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37D5E5-6CB9-4F9A-93EC-9A8E0AB786EB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24681314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1DF4DF-4B81-42F9-8200-A2ABC3063575}" type="datetimeFigureOut">
              <a:rPr lang="fr-FR" smtClean="0"/>
              <a:t>12/07/2017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37D5E5-6CB9-4F9A-93EC-9A8E0AB786EB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51142483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577353" y="5320925"/>
            <a:ext cx="6212523" cy="1644580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577353" y="3509590"/>
            <a:ext cx="6212523" cy="181133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 smtClean="0"/>
              <a:t>Modifiez les styles du texte du masque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1DF4DF-4B81-42F9-8200-A2ABC3063575}" type="datetimeFigureOut">
              <a:rPr lang="fr-FR" smtClean="0"/>
              <a:t>12/07/2017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37D5E5-6CB9-4F9A-93EC-9A8E0AB786EB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99241012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219524" y="2129523"/>
            <a:ext cx="1921111" cy="6026291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2262449" y="2129523"/>
            <a:ext cx="1921111" cy="6026291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1DF4DF-4B81-42F9-8200-A2ABC3063575}" type="datetimeFigureOut">
              <a:rPr lang="fr-FR" smtClean="0"/>
              <a:t>12/07/2017</a:t>
            </a:fld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37D5E5-6CB9-4F9A-93EC-9A8E0AB786EB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70176274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365445" y="331603"/>
            <a:ext cx="6577966" cy="1380067"/>
          </a:xfrm>
        </p:spPr>
        <p:txBody>
          <a:bodyPr/>
          <a:lstStyle>
            <a:lvl1pPr>
              <a:defRPr/>
            </a:lvl1pPr>
          </a:lstStyle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365444" y="1853510"/>
            <a:ext cx="3229345" cy="772453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Modifiez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365444" y="2625961"/>
            <a:ext cx="3229345" cy="4770814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3712797" y="1853510"/>
            <a:ext cx="3230613" cy="772453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Modifiez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3712797" y="2625961"/>
            <a:ext cx="3230613" cy="4770814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7" name="Espace réservé de la date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1DF4DF-4B81-42F9-8200-A2ABC3063575}" type="datetimeFigureOut">
              <a:rPr lang="fr-FR" smtClean="0"/>
              <a:t>12/07/2017</a:t>
            </a:fld>
            <a:endParaRPr lang="fr-FR"/>
          </a:p>
        </p:txBody>
      </p:sp>
      <p:sp>
        <p:nvSpPr>
          <p:cNvPr id="8" name="Espace réservé du pied de page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Espace réservé du numéro de diapositiv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37D5E5-6CB9-4F9A-93EC-9A8E0AB786EB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64281571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1DF4DF-4B81-42F9-8200-A2ABC3063575}" type="datetimeFigureOut">
              <a:rPr lang="fr-FR" smtClean="0"/>
              <a:t>12/07/2017</a:t>
            </a:fld>
            <a:endParaRPr lang="fr-FR"/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37D5E5-6CB9-4F9A-93EC-9A8E0AB786EB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92169560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1DF4DF-4B81-42F9-8200-A2ABC3063575}" type="datetimeFigureOut">
              <a:rPr lang="fr-FR" smtClean="0"/>
              <a:t>12/07/2017</a:t>
            </a:fld>
            <a:endParaRPr lang="fr-FR"/>
          </a:p>
        </p:txBody>
      </p:sp>
      <p:sp>
        <p:nvSpPr>
          <p:cNvPr id="3" name="Espace réservé du pied de page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37D5E5-6CB9-4F9A-93EC-9A8E0AB786EB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93215336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365443" y="329682"/>
            <a:ext cx="2404562" cy="140306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2857558" y="329687"/>
            <a:ext cx="4085850" cy="7067091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365443" y="1732751"/>
            <a:ext cx="2404562" cy="5664024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Modifiez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1DF4DF-4B81-42F9-8200-A2ABC3063575}" type="datetimeFigureOut">
              <a:rPr lang="fr-FR" smtClean="0"/>
              <a:t>12/07/2017</a:t>
            </a:fld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37D5E5-6CB9-4F9A-93EC-9A8E0AB786EB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3530519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432588" y="5796280"/>
            <a:ext cx="4385310" cy="684284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1432588" y="739869"/>
            <a:ext cx="4385310" cy="496824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FR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1432588" y="6480566"/>
            <a:ext cx="4385310" cy="97179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Modifiez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1DF4DF-4B81-42F9-8200-A2ABC3063575}" type="datetimeFigureOut">
              <a:rPr lang="fr-FR" smtClean="0"/>
              <a:t>12/07/2017</a:t>
            </a:fld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37D5E5-6CB9-4F9A-93EC-9A8E0AB786EB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27285825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1DF4DF-4B81-42F9-8200-A2ABC3063575}" type="datetimeFigureOut">
              <a:rPr lang="fr-FR" smtClean="0"/>
              <a:t>12/07/2017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37D5E5-6CB9-4F9A-93EC-9A8E0AB786EB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67624438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3192546" y="366104"/>
            <a:ext cx="991009" cy="7789709"/>
          </a:xfrm>
        </p:spPr>
        <p:txBody>
          <a:bodyPr vert="eaVert"/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219521" y="366104"/>
            <a:ext cx="2851212" cy="7789709"/>
          </a:xfrm>
        </p:spPr>
        <p:txBody>
          <a:bodyPr vert="eaVert"/>
          <a:lstStyle/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1DF4DF-4B81-42F9-8200-A2ABC3063575}" type="datetimeFigureOut">
              <a:rPr lang="fr-FR" smtClean="0"/>
              <a:t>12/07/2017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37D5E5-6CB9-4F9A-93EC-9A8E0AB786EB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17518482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/>
          <p:cNvSpPr>
            <a:spLocks noGrp="1"/>
          </p:cNvSpPr>
          <p:nvPr>
            <p:ph type="title"/>
          </p:nvPr>
        </p:nvSpPr>
        <p:spPr>
          <a:xfrm>
            <a:off x="365445" y="331603"/>
            <a:ext cx="6577966" cy="138006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365445" y="1932097"/>
            <a:ext cx="6577966" cy="546468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2"/>
          </p:nvPr>
        </p:nvSpPr>
        <p:spPr>
          <a:xfrm>
            <a:off x="365443" y="7674705"/>
            <a:ext cx="1705398" cy="44085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11DF4DF-4B81-42F9-8200-A2ABC3063575}" type="datetimeFigureOut">
              <a:rPr lang="fr-FR" smtClean="0"/>
              <a:t>12/07/2017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3"/>
          </p:nvPr>
        </p:nvSpPr>
        <p:spPr>
          <a:xfrm>
            <a:off x="2497193" y="7674705"/>
            <a:ext cx="2314469" cy="44085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4"/>
          </p:nvPr>
        </p:nvSpPr>
        <p:spPr>
          <a:xfrm>
            <a:off x="5238009" y="7674705"/>
            <a:ext cx="1705398" cy="44085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D37D5E5-6CB9-4F9A-93EC-9A8E0AB786EB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1108327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36512" y="-171400"/>
            <a:ext cx="7615237" cy="86153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364949191"/>
      </p:ext>
    </p:extLst>
  </p:cSld>
  <p:clrMapOvr>
    <a:masterClrMapping/>
  </p:clrMapOvr>
</p:sld>
</file>

<file path=ppt/theme/theme1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0</Words>
  <Application>Microsoft Office PowerPoint</Application>
  <PresentationFormat>Personnalisé</PresentationFormat>
  <Paragraphs>0</Paragraphs>
  <Slides>1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1</vt:i4>
      </vt:variant>
    </vt:vector>
  </HeadingPairs>
  <TitlesOfParts>
    <vt:vector size="2" baseType="lpstr">
      <vt:lpstr>Thème Office</vt:lpstr>
      <vt:lpstr>Présentation PowerPoint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Présentation PowerPoint</dc:title>
  <dc:creator>Alban Lafuente</dc:creator>
  <cp:lastModifiedBy>Alban Lafuente</cp:lastModifiedBy>
  <cp:revision>1</cp:revision>
  <dcterms:created xsi:type="dcterms:W3CDTF">2017-07-12T12:50:32Z</dcterms:created>
  <dcterms:modified xsi:type="dcterms:W3CDTF">2017-07-12T12:52:47Z</dcterms:modified>
</cp:coreProperties>
</file>