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622935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440" y="-72"/>
      </p:cViewPr>
      <p:guideLst>
        <p:guide orient="horz" pos="1962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50963" y="744538"/>
            <a:ext cx="40957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1935139"/>
            <a:ext cx="5829300" cy="133527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3529966"/>
            <a:ext cx="4800600" cy="15919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4002935"/>
            <a:ext cx="5829300" cy="12372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2640265"/>
            <a:ext cx="5829300" cy="136267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1453517"/>
            <a:ext cx="3028950" cy="41110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1453517"/>
            <a:ext cx="3028950" cy="41110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394394"/>
            <a:ext cx="3030141" cy="5811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1975511"/>
            <a:ext cx="3030141" cy="35890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2" y="1394394"/>
            <a:ext cx="3031331" cy="5811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2" y="1975511"/>
            <a:ext cx="3031331" cy="35890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3" y="248020"/>
            <a:ext cx="2256235" cy="10555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90" y="248023"/>
            <a:ext cx="3833813" cy="531657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3" y="1303549"/>
            <a:ext cx="2256235" cy="42610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4360546"/>
            <a:ext cx="4114800" cy="5147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556604"/>
            <a:ext cx="4114800" cy="37376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4875333"/>
            <a:ext cx="4114800" cy="7310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249465"/>
            <a:ext cx="1543050" cy="53151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249465"/>
            <a:ext cx="4514850" cy="531513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249464"/>
            <a:ext cx="6172200" cy="103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453517"/>
            <a:ext cx="6172200" cy="4111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5773686"/>
            <a:ext cx="1600200" cy="33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5773686"/>
            <a:ext cx="2171700" cy="33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5773686"/>
            <a:ext cx="1600200" cy="33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image" Target="../media/image7.png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5" Type="http://schemas.openxmlformats.org/officeDocument/2006/relationships/image" Target="../media/image9.png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8.png"/><Relationship Id="rId9" Type="http://schemas.openxmlformats.org/officeDocument/2006/relationships/image" Target="../media/image2.wmf"/><Relationship Id="rId1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Picture 7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1" t="2039" r="8043" b="998"/>
          <a:stretch/>
        </p:blipFill>
        <p:spPr bwMode="auto">
          <a:xfrm>
            <a:off x="2635382" y="37227"/>
            <a:ext cx="2086557" cy="62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3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6" t="1915" r="7225" b="1239"/>
          <a:stretch/>
        </p:blipFill>
        <p:spPr bwMode="auto">
          <a:xfrm>
            <a:off x="1191" y="37226"/>
            <a:ext cx="2626426" cy="617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4" name="Picture 9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4" t="1499" r="7503"/>
          <a:stretch/>
        </p:blipFill>
        <p:spPr bwMode="auto">
          <a:xfrm>
            <a:off x="4717660" y="2704"/>
            <a:ext cx="2124465" cy="6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05" name="Groupe 504"/>
          <p:cNvGrpSpPr/>
          <p:nvPr/>
        </p:nvGrpSpPr>
        <p:grpSpPr>
          <a:xfrm>
            <a:off x="789080" y="44302"/>
            <a:ext cx="1668766" cy="2135010"/>
            <a:chOff x="4575349" y="5815961"/>
            <a:chExt cx="2164439" cy="2907567"/>
          </a:xfrm>
        </p:grpSpPr>
        <p:sp>
          <p:nvSpPr>
            <p:cNvPr id="506" name="Line 17"/>
            <p:cNvSpPr>
              <a:spLocks noChangeShapeType="1"/>
            </p:cNvSpPr>
            <p:nvPr/>
          </p:nvSpPr>
          <p:spPr bwMode="auto">
            <a:xfrm>
              <a:off x="5093130" y="629115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7" name="Line 17"/>
            <p:cNvSpPr>
              <a:spLocks noChangeShapeType="1"/>
            </p:cNvSpPr>
            <p:nvPr/>
          </p:nvSpPr>
          <p:spPr bwMode="auto">
            <a:xfrm>
              <a:off x="5421170" y="618710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8" name="Line 17"/>
            <p:cNvSpPr>
              <a:spLocks noChangeShapeType="1"/>
            </p:cNvSpPr>
            <p:nvPr/>
          </p:nvSpPr>
          <p:spPr bwMode="auto">
            <a:xfrm>
              <a:off x="5725771" y="629115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Line 17"/>
            <p:cNvSpPr>
              <a:spLocks noChangeShapeType="1"/>
            </p:cNvSpPr>
            <p:nvPr/>
          </p:nvSpPr>
          <p:spPr bwMode="auto">
            <a:xfrm>
              <a:off x="5725771" y="657727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Line 17"/>
            <p:cNvSpPr>
              <a:spLocks noChangeShapeType="1"/>
            </p:cNvSpPr>
            <p:nvPr/>
          </p:nvSpPr>
          <p:spPr bwMode="auto">
            <a:xfrm>
              <a:off x="5931387" y="673333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Line 17"/>
            <p:cNvSpPr>
              <a:spLocks noChangeShapeType="1"/>
            </p:cNvSpPr>
            <p:nvPr/>
          </p:nvSpPr>
          <p:spPr bwMode="auto">
            <a:xfrm>
              <a:off x="5085397" y="657727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Line 17"/>
            <p:cNvSpPr>
              <a:spLocks noChangeShapeType="1"/>
            </p:cNvSpPr>
            <p:nvPr/>
          </p:nvSpPr>
          <p:spPr bwMode="auto">
            <a:xfrm>
              <a:off x="4914321" y="673333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5506739" y="5815961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514" name="Connecteur droit avec flèche 513"/>
            <p:cNvCxnSpPr/>
            <p:nvPr/>
          </p:nvCxnSpPr>
          <p:spPr>
            <a:xfrm flipV="1">
              <a:off x="5498653" y="5874975"/>
              <a:ext cx="1758" cy="258097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Connecteur droit avec flèche 514"/>
            <p:cNvCxnSpPr/>
            <p:nvPr/>
          </p:nvCxnSpPr>
          <p:spPr>
            <a:xfrm flipV="1">
              <a:off x="4575349" y="8405809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eur droit 515"/>
            <p:cNvCxnSpPr/>
            <p:nvPr/>
          </p:nvCxnSpPr>
          <p:spPr>
            <a:xfrm flipH="1">
              <a:off x="5664649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Connecteur droit 516"/>
            <p:cNvCxnSpPr/>
            <p:nvPr/>
          </p:nvCxnSpPr>
          <p:spPr>
            <a:xfrm flipH="1">
              <a:off x="5845759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Connecteur droit 517"/>
            <p:cNvCxnSpPr/>
            <p:nvPr/>
          </p:nvCxnSpPr>
          <p:spPr>
            <a:xfrm flipH="1">
              <a:off x="6015270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Connecteur droit 518"/>
            <p:cNvCxnSpPr/>
            <p:nvPr/>
          </p:nvCxnSpPr>
          <p:spPr>
            <a:xfrm flipH="1">
              <a:off x="6184781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eur droit 519"/>
            <p:cNvCxnSpPr/>
            <p:nvPr/>
          </p:nvCxnSpPr>
          <p:spPr>
            <a:xfrm flipH="1">
              <a:off x="5308976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Connecteur droit 520"/>
            <p:cNvCxnSpPr/>
            <p:nvPr/>
          </p:nvCxnSpPr>
          <p:spPr>
            <a:xfrm flipH="1">
              <a:off x="5139465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Connecteur droit 521"/>
            <p:cNvCxnSpPr/>
            <p:nvPr/>
          </p:nvCxnSpPr>
          <p:spPr>
            <a:xfrm flipH="1">
              <a:off x="4969954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Connecteur droit 522"/>
            <p:cNvCxnSpPr/>
            <p:nvPr/>
          </p:nvCxnSpPr>
          <p:spPr>
            <a:xfrm flipH="1">
              <a:off x="4800444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Rectangle 523"/>
            <p:cNvSpPr/>
            <p:nvPr/>
          </p:nvSpPr>
          <p:spPr>
            <a:xfrm>
              <a:off x="5328193" y="8446529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525" name="Rectangle 524"/>
            <p:cNvSpPr/>
            <p:nvPr/>
          </p:nvSpPr>
          <p:spPr>
            <a:xfrm>
              <a:off x="5608383" y="8446529"/>
              <a:ext cx="366590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100" dirty="0"/>
            </a:p>
          </p:txBody>
        </p:sp>
        <p:sp>
          <p:nvSpPr>
            <p:cNvPr id="526" name="Rectangle 525"/>
            <p:cNvSpPr/>
            <p:nvPr/>
          </p:nvSpPr>
          <p:spPr>
            <a:xfrm>
              <a:off x="5981969" y="8446529"/>
              <a:ext cx="366590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100" dirty="0"/>
            </a:p>
          </p:txBody>
        </p:sp>
        <p:sp>
          <p:nvSpPr>
            <p:cNvPr id="527" name="Rectangle 526"/>
            <p:cNvSpPr/>
            <p:nvPr/>
          </p:nvSpPr>
          <p:spPr>
            <a:xfrm>
              <a:off x="4905005" y="8446529"/>
              <a:ext cx="329792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100" dirty="0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4581021" y="8446529"/>
              <a:ext cx="329792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100" dirty="0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6355674" y="8446529"/>
              <a:ext cx="384114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1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100" baseline="-25000" dirty="0"/>
            </a:p>
          </p:txBody>
        </p:sp>
        <p:sp>
          <p:nvSpPr>
            <p:cNvPr id="530" name="Line 17"/>
            <p:cNvSpPr>
              <a:spLocks noChangeShapeType="1"/>
            </p:cNvSpPr>
            <p:nvPr/>
          </p:nvSpPr>
          <p:spPr bwMode="auto">
            <a:xfrm>
              <a:off x="6098343" y="760903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1" name="Line 17"/>
            <p:cNvSpPr>
              <a:spLocks noChangeShapeType="1"/>
            </p:cNvSpPr>
            <p:nvPr/>
          </p:nvSpPr>
          <p:spPr bwMode="auto">
            <a:xfrm>
              <a:off x="5237159" y="7990889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2" name="Line 17"/>
            <p:cNvSpPr>
              <a:spLocks noChangeShapeType="1"/>
            </p:cNvSpPr>
            <p:nvPr/>
          </p:nvSpPr>
          <p:spPr bwMode="auto">
            <a:xfrm>
              <a:off x="5423668" y="8163937"/>
              <a:ext cx="142943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3" name="Line 17"/>
            <p:cNvSpPr>
              <a:spLocks noChangeShapeType="1"/>
            </p:cNvSpPr>
            <p:nvPr/>
          </p:nvSpPr>
          <p:spPr bwMode="auto">
            <a:xfrm>
              <a:off x="4743940" y="760903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" name="Line 17"/>
            <p:cNvSpPr>
              <a:spLocks noChangeShapeType="1"/>
            </p:cNvSpPr>
            <p:nvPr/>
          </p:nvSpPr>
          <p:spPr bwMode="auto">
            <a:xfrm>
              <a:off x="4910084" y="774776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" name="Line 17"/>
            <p:cNvSpPr>
              <a:spLocks noChangeShapeType="1"/>
            </p:cNvSpPr>
            <p:nvPr/>
          </p:nvSpPr>
          <p:spPr bwMode="auto">
            <a:xfrm>
              <a:off x="5081278" y="788648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" name="Line 17"/>
            <p:cNvSpPr>
              <a:spLocks noChangeShapeType="1"/>
            </p:cNvSpPr>
            <p:nvPr/>
          </p:nvSpPr>
          <p:spPr bwMode="auto">
            <a:xfrm>
              <a:off x="5420299" y="816393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Line 17"/>
            <p:cNvSpPr>
              <a:spLocks noChangeShapeType="1"/>
            </p:cNvSpPr>
            <p:nvPr/>
          </p:nvSpPr>
          <p:spPr bwMode="auto">
            <a:xfrm>
              <a:off x="5589810" y="830266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" name="Line 17"/>
            <p:cNvSpPr>
              <a:spLocks noChangeShapeType="1"/>
            </p:cNvSpPr>
            <p:nvPr/>
          </p:nvSpPr>
          <p:spPr bwMode="auto">
            <a:xfrm>
              <a:off x="5939230" y="774776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9" name="Line 17"/>
            <p:cNvSpPr>
              <a:spLocks noChangeShapeType="1"/>
            </p:cNvSpPr>
            <p:nvPr/>
          </p:nvSpPr>
          <p:spPr bwMode="auto">
            <a:xfrm>
              <a:off x="5769719" y="788648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0" name="Line 17"/>
            <p:cNvSpPr>
              <a:spLocks noChangeShapeType="1"/>
            </p:cNvSpPr>
            <p:nvPr/>
          </p:nvSpPr>
          <p:spPr bwMode="auto">
            <a:xfrm>
              <a:off x="5498653" y="8163937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1" name="Line 17"/>
            <p:cNvSpPr>
              <a:spLocks noChangeShapeType="1"/>
            </p:cNvSpPr>
            <p:nvPr/>
          </p:nvSpPr>
          <p:spPr bwMode="auto">
            <a:xfrm>
              <a:off x="5261187" y="830266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2" name="ZoneTexte 541"/>
            <p:cNvSpPr txBox="1"/>
            <p:nvPr/>
          </p:nvSpPr>
          <p:spPr>
            <a:xfrm>
              <a:off x="5745362" y="7002019"/>
              <a:ext cx="352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3" name="ZoneTexte 542"/>
            <p:cNvSpPr txBox="1"/>
            <p:nvPr/>
          </p:nvSpPr>
          <p:spPr>
            <a:xfrm>
              <a:off x="4886883" y="6997517"/>
              <a:ext cx="800865" cy="419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4" name="Connecteur droit avec flèche 543"/>
            <p:cNvCxnSpPr/>
            <p:nvPr/>
          </p:nvCxnSpPr>
          <p:spPr>
            <a:xfrm>
              <a:off x="5673364" y="6515955"/>
              <a:ext cx="194425" cy="134107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Line 17"/>
            <p:cNvSpPr>
              <a:spLocks noChangeShapeType="1"/>
            </p:cNvSpPr>
            <p:nvPr/>
          </p:nvSpPr>
          <p:spPr bwMode="auto">
            <a:xfrm>
              <a:off x="5257798" y="7986554"/>
              <a:ext cx="490863" cy="36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" name="Line 17"/>
            <p:cNvSpPr>
              <a:spLocks noChangeShapeType="1"/>
            </p:cNvSpPr>
            <p:nvPr/>
          </p:nvSpPr>
          <p:spPr bwMode="auto">
            <a:xfrm>
              <a:off x="5237787" y="8059894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7" name="Line 17"/>
            <p:cNvSpPr>
              <a:spLocks noChangeShapeType="1"/>
            </p:cNvSpPr>
            <p:nvPr/>
          </p:nvSpPr>
          <p:spPr bwMode="auto">
            <a:xfrm>
              <a:off x="5257798" y="8058673"/>
              <a:ext cx="490863" cy="36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8" name="Line 17"/>
            <p:cNvSpPr>
              <a:spLocks noChangeShapeType="1"/>
            </p:cNvSpPr>
            <p:nvPr/>
          </p:nvSpPr>
          <p:spPr bwMode="auto">
            <a:xfrm>
              <a:off x="5424418" y="646455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9" name="Line 17"/>
            <p:cNvSpPr>
              <a:spLocks noChangeShapeType="1"/>
            </p:cNvSpPr>
            <p:nvPr/>
          </p:nvSpPr>
          <p:spPr bwMode="auto">
            <a:xfrm>
              <a:off x="5575095" y="621311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Line 17"/>
            <p:cNvSpPr>
              <a:spLocks noChangeShapeType="1"/>
            </p:cNvSpPr>
            <p:nvPr/>
          </p:nvSpPr>
          <p:spPr bwMode="auto">
            <a:xfrm>
              <a:off x="5273741" y="621311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1" name="Line 17"/>
            <p:cNvSpPr>
              <a:spLocks noChangeShapeType="1"/>
            </p:cNvSpPr>
            <p:nvPr/>
          </p:nvSpPr>
          <p:spPr bwMode="auto">
            <a:xfrm>
              <a:off x="5575736" y="649923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2" name="Line 17"/>
            <p:cNvSpPr>
              <a:spLocks noChangeShapeType="1"/>
            </p:cNvSpPr>
            <p:nvPr/>
          </p:nvSpPr>
          <p:spPr bwMode="auto">
            <a:xfrm>
              <a:off x="5273741" y="649923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53" name="Connecteur droit avec flèche 552"/>
            <p:cNvCxnSpPr/>
            <p:nvPr/>
          </p:nvCxnSpPr>
          <p:spPr>
            <a:xfrm flipV="1">
              <a:off x="5481370" y="6515955"/>
              <a:ext cx="182522" cy="1653957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4" name="Objet 5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646059"/>
              </p:ext>
            </p:extLst>
          </p:nvPr>
        </p:nvGraphicFramePr>
        <p:xfrm>
          <a:off x="1886735" y="400993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Équation" r:id="rId6" imgW="393480" imgH="253800" progId="Equation.3">
                  <p:embed/>
                </p:oleObj>
              </mc:Choice>
              <mc:Fallback>
                <p:oleObj name="Équation" r:id="rId6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735" y="400993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" name="Line 17"/>
          <p:cNvSpPr>
            <a:spLocks noChangeShapeType="1"/>
          </p:cNvSpPr>
          <p:nvPr/>
        </p:nvSpPr>
        <p:spPr bwMode="auto">
          <a:xfrm>
            <a:off x="3296661" y="38672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6" name="Line 17"/>
          <p:cNvSpPr>
            <a:spLocks noChangeShapeType="1"/>
          </p:cNvSpPr>
          <p:nvPr/>
        </p:nvSpPr>
        <p:spPr bwMode="auto">
          <a:xfrm>
            <a:off x="3555424" y="310388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7" name="Line 17"/>
          <p:cNvSpPr>
            <a:spLocks noChangeShapeType="1"/>
          </p:cNvSpPr>
          <p:nvPr/>
        </p:nvSpPr>
        <p:spPr bwMode="auto">
          <a:xfrm>
            <a:off x="3795698" y="38672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8" name="Line 17"/>
          <p:cNvSpPr>
            <a:spLocks noChangeShapeType="1"/>
          </p:cNvSpPr>
          <p:nvPr/>
        </p:nvSpPr>
        <p:spPr bwMode="auto">
          <a:xfrm>
            <a:off x="3795698" y="5966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9" name="Line 17"/>
          <p:cNvSpPr>
            <a:spLocks noChangeShapeType="1"/>
          </p:cNvSpPr>
          <p:nvPr/>
        </p:nvSpPr>
        <p:spPr bwMode="auto">
          <a:xfrm>
            <a:off x="3957891" y="711163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0" name="Line 17"/>
          <p:cNvSpPr>
            <a:spLocks noChangeShapeType="1"/>
          </p:cNvSpPr>
          <p:nvPr/>
        </p:nvSpPr>
        <p:spPr bwMode="auto">
          <a:xfrm>
            <a:off x="3290561" y="5966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1" name="Line 17"/>
          <p:cNvSpPr>
            <a:spLocks noChangeShapeType="1"/>
          </p:cNvSpPr>
          <p:nvPr/>
        </p:nvSpPr>
        <p:spPr bwMode="auto">
          <a:xfrm>
            <a:off x="3155614" y="711163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2" name="Rectangle 561"/>
          <p:cNvSpPr/>
          <p:nvPr/>
        </p:nvSpPr>
        <p:spPr>
          <a:xfrm>
            <a:off x="3622922" y="38074"/>
            <a:ext cx="220272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200" dirty="0"/>
          </a:p>
        </p:txBody>
      </p:sp>
      <p:cxnSp>
        <p:nvCxnSpPr>
          <p:cNvPr id="563" name="Connecteur droit avec flèche 562"/>
          <p:cNvCxnSpPr/>
          <p:nvPr/>
        </p:nvCxnSpPr>
        <p:spPr>
          <a:xfrm flipV="1">
            <a:off x="3616544" y="81373"/>
            <a:ext cx="1387" cy="18936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Connecteur droit avec flèche 563"/>
          <p:cNvCxnSpPr/>
          <p:nvPr/>
        </p:nvCxnSpPr>
        <p:spPr>
          <a:xfrm flipV="1">
            <a:off x="2888228" y="1938278"/>
            <a:ext cx="1544781" cy="6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Connecteur droit 564"/>
          <p:cNvCxnSpPr/>
          <p:nvPr/>
        </p:nvCxnSpPr>
        <p:spPr>
          <a:xfrm flipH="1">
            <a:off x="3747484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Connecteur droit 565"/>
          <p:cNvCxnSpPr/>
          <p:nvPr/>
        </p:nvCxnSpPr>
        <p:spPr>
          <a:xfrm flipH="1">
            <a:off x="3890346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Connecteur droit 566"/>
          <p:cNvCxnSpPr/>
          <p:nvPr/>
        </p:nvCxnSpPr>
        <p:spPr>
          <a:xfrm flipH="1">
            <a:off x="4024059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Connecteur droit 567"/>
          <p:cNvCxnSpPr/>
          <p:nvPr/>
        </p:nvCxnSpPr>
        <p:spPr>
          <a:xfrm flipH="1">
            <a:off x="4157772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Connecteur droit 568"/>
          <p:cNvCxnSpPr/>
          <p:nvPr/>
        </p:nvCxnSpPr>
        <p:spPr>
          <a:xfrm flipH="1">
            <a:off x="3466924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Connecteur droit 569"/>
          <p:cNvCxnSpPr/>
          <p:nvPr/>
        </p:nvCxnSpPr>
        <p:spPr>
          <a:xfrm flipH="1">
            <a:off x="3333211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onnecteur droit 570"/>
          <p:cNvCxnSpPr/>
          <p:nvPr/>
        </p:nvCxnSpPr>
        <p:spPr>
          <a:xfrm flipH="1">
            <a:off x="3199498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onnecteur droit 571"/>
          <p:cNvCxnSpPr/>
          <p:nvPr/>
        </p:nvCxnSpPr>
        <p:spPr>
          <a:xfrm flipH="1">
            <a:off x="3065786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Rectangle 572"/>
          <p:cNvSpPr/>
          <p:nvPr/>
        </p:nvSpPr>
        <p:spPr>
          <a:xfrm>
            <a:off x="3485828" y="1968154"/>
            <a:ext cx="210091" cy="201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dirty="0"/>
          </a:p>
        </p:txBody>
      </p:sp>
      <p:sp>
        <p:nvSpPr>
          <p:cNvPr id="574" name="Rectangle 573"/>
          <p:cNvSpPr/>
          <p:nvPr/>
        </p:nvSpPr>
        <p:spPr>
          <a:xfrm>
            <a:off x="3693704" y="1968154"/>
            <a:ext cx="27464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100" dirty="0"/>
          </a:p>
        </p:txBody>
      </p:sp>
      <p:sp>
        <p:nvSpPr>
          <p:cNvPr id="575" name="Rectangle 574"/>
          <p:cNvSpPr/>
          <p:nvPr/>
        </p:nvSpPr>
        <p:spPr>
          <a:xfrm>
            <a:off x="3973528" y="1970187"/>
            <a:ext cx="27464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100" dirty="0"/>
          </a:p>
        </p:txBody>
      </p:sp>
      <p:sp>
        <p:nvSpPr>
          <p:cNvPr id="576" name="Rectangle 575"/>
          <p:cNvSpPr/>
          <p:nvPr/>
        </p:nvSpPr>
        <p:spPr>
          <a:xfrm>
            <a:off x="3168051" y="1968154"/>
            <a:ext cx="246825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100" dirty="0"/>
          </a:p>
        </p:txBody>
      </p:sp>
      <p:sp>
        <p:nvSpPr>
          <p:cNvPr id="577" name="Rectangle 576"/>
          <p:cNvSpPr/>
          <p:nvPr/>
        </p:nvSpPr>
        <p:spPr>
          <a:xfrm>
            <a:off x="2880019" y="1968154"/>
            <a:ext cx="246825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dirty="0"/>
          </a:p>
        </p:txBody>
      </p:sp>
      <p:sp>
        <p:nvSpPr>
          <p:cNvPr id="578" name="Rectangle 577"/>
          <p:cNvSpPr/>
          <p:nvPr/>
        </p:nvSpPr>
        <p:spPr>
          <a:xfrm>
            <a:off x="4292575" y="1968154"/>
            <a:ext cx="28855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1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100" baseline="-25000" dirty="0"/>
          </a:p>
        </p:txBody>
      </p:sp>
      <p:sp>
        <p:nvSpPr>
          <p:cNvPr id="579" name="Line 17"/>
          <p:cNvSpPr>
            <a:spLocks noChangeShapeType="1"/>
          </p:cNvSpPr>
          <p:nvPr/>
        </p:nvSpPr>
        <p:spPr bwMode="auto">
          <a:xfrm>
            <a:off x="4089588" y="1353676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0" name="Line 17"/>
          <p:cNvSpPr>
            <a:spLocks noChangeShapeType="1"/>
          </p:cNvSpPr>
          <p:nvPr/>
        </p:nvSpPr>
        <p:spPr bwMode="auto">
          <a:xfrm>
            <a:off x="3410273" y="1633846"/>
            <a:ext cx="37816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1" name="Line 17"/>
          <p:cNvSpPr>
            <a:spLocks noChangeShapeType="1"/>
          </p:cNvSpPr>
          <p:nvPr/>
        </p:nvSpPr>
        <p:spPr bwMode="auto">
          <a:xfrm>
            <a:off x="3557394" y="1760813"/>
            <a:ext cx="112756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2" name="Line 17"/>
          <p:cNvSpPr>
            <a:spLocks noChangeShapeType="1"/>
          </p:cNvSpPr>
          <p:nvPr/>
        </p:nvSpPr>
        <p:spPr bwMode="auto">
          <a:xfrm>
            <a:off x="3021215" y="1353676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" name="Line 17"/>
          <p:cNvSpPr>
            <a:spLocks noChangeShapeType="1"/>
          </p:cNvSpPr>
          <p:nvPr/>
        </p:nvSpPr>
        <p:spPr bwMode="auto">
          <a:xfrm>
            <a:off x="3152272" y="1455460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" name="Line 17"/>
          <p:cNvSpPr>
            <a:spLocks noChangeShapeType="1"/>
          </p:cNvSpPr>
          <p:nvPr/>
        </p:nvSpPr>
        <p:spPr bwMode="auto">
          <a:xfrm>
            <a:off x="3287312" y="1557245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5" name="Line 17"/>
          <p:cNvSpPr>
            <a:spLocks noChangeShapeType="1"/>
          </p:cNvSpPr>
          <p:nvPr/>
        </p:nvSpPr>
        <p:spPr bwMode="auto">
          <a:xfrm>
            <a:off x="3554737" y="1760813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6" name="Line 17"/>
          <p:cNvSpPr>
            <a:spLocks noChangeShapeType="1"/>
          </p:cNvSpPr>
          <p:nvPr/>
        </p:nvSpPr>
        <p:spPr bwMode="auto">
          <a:xfrm>
            <a:off x="3688450" y="1862597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7" name="Line 17"/>
          <p:cNvSpPr>
            <a:spLocks noChangeShapeType="1"/>
          </p:cNvSpPr>
          <p:nvPr/>
        </p:nvSpPr>
        <p:spPr bwMode="auto">
          <a:xfrm>
            <a:off x="3964077" y="1455460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8" name="Line 17"/>
          <p:cNvSpPr>
            <a:spLocks noChangeShapeType="1"/>
          </p:cNvSpPr>
          <p:nvPr/>
        </p:nvSpPr>
        <p:spPr bwMode="auto">
          <a:xfrm>
            <a:off x="3830365" y="1557245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9" name="Line 17"/>
          <p:cNvSpPr>
            <a:spLocks noChangeShapeType="1"/>
          </p:cNvSpPr>
          <p:nvPr/>
        </p:nvSpPr>
        <p:spPr bwMode="auto">
          <a:xfrm>
            <a:off x="3616544" y="1760813"/>
            <a:ext cx="59151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90" name="Line 17"/>
          <p:cNvSpPr>
            <a:spLocks noChangeShapeType="1"/>
          </p:cNvSpPr>
          <p:nvPr/>
        </p:nvSpPr>
        <p:spPr bwMode="auto">
          <a:xfrm>
            <a:off x="3429227" y="1862597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91" name="ZoneTexte 590"/>
          <p:cNvSpPr txBox="1"/>
          <p:nvPr/>
        </p:nvSpPr>
        <p:spPr>
          <a:xfrm>
            <a:off x="3931428" y="899638"/>
            <a:ext cx="278437" cy="225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2" name="Connecteur droit avec flèche 591"/>
          <p:cNvCxnSpPr/>
          <p:nvPr/>
        </p:nvCxnSpPr>
        <p:spPr>
          <a:xfrm>
            <a:off x="3865658" y="619125"/>
            <a:ext cx="123825" cy="85725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3" name="Line 17"/>
          <p:cNvSpPr>
            <a:spLocks noChangeShapeType="1"/>
          </p:cNvSpPr>
          <p:nvPr/>
        </p:nvSpPr>
        <p:spPr bwMode="auto">
          <a:xfrm>
            <a:off x="3437131" y="1635100"/>
            <a:ext cx="387201" cy="263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" name="Line 17"/>
          <p:cNvSpPr>
            <a:spLocks noChangeShapeType="1"/>
          </p:cNvSpPr>
          <p:nvPr/>
        </p:nvSpPr>
        <p:spPr bwMode="auto">
          <a:xfrm>
            <a:off x="3410769" y="1684475"/>
            <a:ext cx="37816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95" name="Line 17"/>
          <p:cNvSpPr>
            <a:spLocks noChangeShapeType="1"/>
          </p:cNvSpPr>
          <p:nvPr/>
        </p:nvSpPr>
        <p:spPr bwMode="auto">
          <a:xfrm>
            <a:off x="3437131" y="1686405"/>
            <a:ext cx="387201" cy="263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6" name="Line 17"/>
          <p:cNvSpPr>
            <a:spLocks noChangeShapeType="1"/>
          </p:cNvSpPr>
          <p:nvPr/>
        </p:nvSpPr>
        <p:spPr bwMode="auto">
          <a:xfrm>
            <a:off x="3557986" y="5139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7" name="Line 17"/>
          <p:cNvSpPr>
            <a:spLocks noChangeShapeType="1"/>
          </p:cNvSpPr>
          <p:nvPr/>
        </p:nvSpPr>
        <p:spPr bwMode="auto">
          <a:xfrm>
            <a:off x="3676842" y="32947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" name="Line 17"/>
          <p:cNvSpPr>
            <a:spLocks noChangeShapeType="1"/>
          </p:cNvSpPr>
          <p:nvPr/>
        </p:nvSpPr>
        <p:spPr bwMode="auto">
          <a:xfrm>
            <a:off x="3439130" y="32947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" name="Line 17"/>
          <p:cNvSpPr>
            <a:spLocks noChangeShapeType="1"/>
          </p:cNvSpPr>
          <p:nvPr/>
        </p:nvSpPr>
        <p:spPr bwMode="auto">
          <a:xfrm>
            <a:off x="3677348" y="53940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0" name="Line 17"/>
          <p:cNvSpPr>
            <a:spLocks noChangeShapeType="1"/>
          </p:cNvSpPr>
          <p:nvPr/>
        </p:nvSpPr>
        <p:spPr bwMode="auto">
          <a:xfrm>
            <a:off x="3439130" y="53940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01" name="Connecteur droit avec flèche 600"/>
          <p:cNvCxnSpPr/>
          <p:nvPr/>
        </p:nvCxnSpPr>
        <p:spPr>
          <a:xfrm flipV="1">
            <a:off x="3757227" y="606965"/>
            <a:ext cx="94848" cy="124855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2" name="Objet 6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57916"/>
              </p:ext>
            </p:extLst>
          </p:nvPr>
        </p:nvGraphicFramePr>
        <p:xfrm>
          <a:off x="4077072" y="395536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Équation" r:id="rId8" imgW="406080" imgH="253800" progId="Equation.3">
                  <p:embed/>
                </p:oleObj>
              </mc:Choice>
              <mc:Fallback>
                <p:oleObj name="Équation" r:id="rId8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7072" y="395536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3" name="Line 17"/>
          <p:cNvSpPr>
            <a:spLocks noChangeShapeType="1"/>
          </p:cNvSpPr>
          <p:nvPr/>
        </p:nvSpPr>
        <p:spPr bwMode="auto">
          <a:xfrm>
            <a:off x="5433788" y="387155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" name="Line 17"/>
          <p:cNvSpPr>
            <a:spLocks noChangeShapeType="1"/>
          </p:cNvSpPr>
          <p:nvPr/>
        </p:nvSpPr>
        <p:spPr bwMode="auto">
          <a:xfrm>
            <a:off x="5693552" y="310537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5" name="Line 17"/>
          <p:cNvSpPr>
            <a:spLocks noChangeShapeType="1"/>
          </p:cNvSpPr>
          <p:nvPr/>
        </p:nvSpPr>
        <p:spPr bwMode="auto">
          <a:xfrm>
            <a:off x="5934755" y="387155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6" name="Line 17"/>
          <p:cNvSpPr>
            <a:spLocks noChangeShapeType="1"/>
          </p:cNvSpPr>
          <p:nvPr/>
        </p:nvSpPr>
        <p:spPr bwMode="auto">
          <a:xfrm>
            <a:off x="5934755" y="597854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7" name="Line 17"/>
          <p:cNvSpPr>
            <a:spLocks noChangeShapeType="1"/>
          </p:cNvSpPr>
          <p:nvPr/>
        </p:nvSpPr>
        <p:spPr bwMode="auto">
          <a:xfrm>
            <a:off x="6097576" y="71278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" name="Line 17"/>
          <p:cNvSpPr>
            <a:spLocks noChangeShapeType="1"/>
          </p:cNvSpPr>
          <p:nvPr/>
        </p:nvSpPr>
        <p:spPr bwMode="auto">
          <a:xfrm>
            <a:off x="5427664" y="597854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9" name="Line 17"/>
          <p:cNvSpPr>
            <a:spLocks noChangeShapeType="1"/>
          </p:cNvSpPr>
          <p:nvPr/>
        </p:nvSpPr>
        <p:spPr bwMode="auto">
          <a:xfrm>
            <a:off x="5292195" y="71278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" name="Rectangle 609"/>
          <p:cNvSpPr/>
          <p:nvPr/>
        </p:nvSpPr>
        <p:spPr>
          <a:xfrm>
            <a:off x="5761311" y="37226"/>
            <a:ext cx="221124" cy="203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200" dirty="0"/>
          </a:p>
        </p:txBody>
      </p:sp>
      <p:cxnSp>
        <p:nvCxnSpPr>
          <p:cNvPr id="611" name="Connecteur droit avec flèche 610"/>
          <p:cNvCxnSpPr/>
          <p:nvPr/>
        </p:nvCxnSpPr>
        <p:spPr>
          <a:xfrm flipV="1">
            <a:off x="5754908" y="80684"/>
            <a:ext cx="1392" cy="1900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Connecteur droit avec flèche 611"/>
          <p:cNvCxnSpPr/>
          <p:nvPr/>
        </p:nvCxnSpPr>
        <p:spPr>
          <a:xfrm flipV="1">
            <a:off x="5023774" y="1944392"/>
            <a:ext cx="1550759" cy="6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Connecteur droit 612"/>
          <p:cNvCxnSpPr/>
          <p:nvPr/>
        </p:nvCxnSpPr>
        <p:spPr>
          <a:xfrm flipH="1">
            <a:off x="5886355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necteur droit 613"/>
          <p:cNvCxnSpPr/>
          <p:nvPr/>
        </p:nvCxnSpPr>
        <p:spPr>
          <a:xfrm flipH="1">
            <a:off x="602977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Connecteur droit 614"/>
          <p:cNvCxnSpPr/>
          <p:nvPr/>
        </p:nvCxnSpPr>
        <p:spPr>
          <a:xfrm flipH="1">
            <a:off x="616400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Connecteur droit 615"/>
          <p:cNvCxnSpPr/>
          <p:nvPr/>
        </p:nvCxnSpPr>
        <p:spPr>
          <a:xfrm flipH="1">
            <a:off x="629823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Connecteur droit 616"/>
          <p:cNvCxnSpPr/>
          <p:nvPr/>
        </p:nvCxnSpPr>
        <p:spPr>
          <a:xfrm flipH="1">
            <a:off x="560470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Connecteur droit 617"/>
          <p:cNvCxnSpPr/>
          <p:nvPr/>
        </p:nvCxnSpPr>
        <p:spPr>
          <a:xfrm flipH="1">
            <a:off x="547047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Connecteur droit 618"/>
          <p:cNvCxnSpPr/>
          <p:nvPr/>
        </p:nvCxnSpPr>
        <p:spPr>
          <a:xfrm flipH="1">
            <a:off x="533624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Connecteur droit 619"/>
          <p:cNvCxnSpPr/>
          <p:nvPr/>
        </p:nvCxnSpPr>
        <p:spPr>
          <a:xfrm flipH="1">
            <a:off x="520201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1" name="Rectangle 620"/>
          <p:cNvSpPr/>
          <p:nvPr/>
        </p:nvSpPr>
        <p:spPr>
          <a:xfrm>
            <a:off x="5661222" y="1974378"/>
            <a:ext cx="218439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dirty="0"/>
          </a:p>
        </p:txBody>
      </p:sp>
      <p:sp>
        <p:nvSpPr>
          <p:cNvPr id="622" name="Rectangle 621"/>
          <p:cNvSpPr/>
          <p:nvPr/>
        </p:nvSpPr>
        <p:spPr>
          <a:xfrm>
            <a:off x="5879661" y="1974378"/>
            <a:ext cx="287044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100" dirty="0"/>
          </a:p>
        </p:txBody>
      </p:sp>
      <p:sp>
        <p:nvSpPr>
          <p:cNvPr id="623" name="Rectangle 622"/>
          <p:cNvSpPr/>
          <p:nvPr/>
        </p:nvSpPr>
        <p:spPr>
          <a:xfrm>
            <a:off x="6095685" y="1974378"/>
            <a:ext cx="287044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100" dirty="0"/>
          </a:p>
        </p:txBody>
      </p:sp>
      <p:sp>
        <p:nvSpPr>
          <p:cNvPr id="624" name="Rectangle 623"/>
          <p:cNvSpPr/>
          <p:nvPr/>
        </p:nvSpPr>
        <p:spPr>
          <a:xfrm>
            <a:off x="5311805" y="1974378"/>
            <a:ext cx="258231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100" dirty="0"/>
          </a:p>
        </p:txBody>
      </p:sp>
      <p:sp>
        <p:nvSpPr>
          <p:cNvPr id="625" name="Rectangle 624"/>
          <p:cNvSpPr/>
          <p:nvPr/>
        </p:nvSpPr>
        <p:spPr>
          <a:xfrm>
            <a:off x="5015565" y="1974378"/>
            <a:ext cx="258231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dirty="0"/>
          </a:p>
        </p:txBody>
      </p:sp>
      <p:sp>
        <p:nvSpPr>
          <p:cNvPr id="626" name="Rectangle 625"/>
          <p:cNvSpPr/>
          <p:nvPr/>
        </p:nvSpPr>
        <p:spPr>
          <a:xfrm>
            <a:off x="6433555" y="1974378"/>
            <a:ext cx="300765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1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100" baseline="-25000" dirty="0"/>
          </a:p>
        </p:txBody>
      </p:sp>
      <p:sp>
        <p:nvSpPr>
          <p:cNvPr id="627" name="Line 17"/>
          <p:cNvSpPr>
            <a:spLocks noChangeShapeType="1"/>
          </p:cNvSpPr>
          <p:nvPr/>
        </p:nvSpPr>
        <p:spPr bwMode="auto">
          <a:xfrm>
            <a:off x="6229783" y="1357648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8" name="Line 17"/>
          <p:cNvSpPr>
            <a:spLocks noChangeShapeType="1"/>
          </p:cNvSpPr>
          <p:nvPr/>
        </p:nvSpPr>
        <p:spPr bwMode="auto">
          <a:xfrm>
            <a:off x="5547839" y="1638844"/>
            <a:ext cx="37962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9" name="Line 17"/>
          <p:cNvSpPr>
            <a:spLocks noChangeShapeType="1"/>
          </p:cNvSpPr>
          <p:nvPr/>
        </p:nvSpPr>
        <p:spPr bwMode="auto">
          <a:xfrm>
            <a:off x="5695530" y="1766277"/>
            <a:ext cx="11319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0" name="Line 17"/>
          <p:cNvSpPr>
            <a:spLocks noChangeShapeType="1"/>
          </p:cNvSpPr>
          <p:nvPr/>
        </p:nvSpPr>
        <p:spPr bwMode="auto">
          <a:xfrm>
            <a:off x="5157275" y="1357648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1" name="Line 17"/>
          <p:cNvSpPr>
            <a:spLocks noChangeShapeType="1"/>
          </p:cNvSpPr>
          <p:nvPr/>
        </p:nvSpPr>
        <p:spPr bwMode="auto">
          <a:xfrm>
            <a:off x="5288839" y="1459805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2" name="Line 17"/>
          <p:cNvSpPr>
            <a:spLocks noChangeShapeType="1"/>
          </p:cNvSpPr>
          <p:nvPr/>
        </p:nvSpPr>
        <p:spPr bwMode="auto">
          <a:xfrm>
            <a:off x="5424402" y="1561963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3" name="Line 17"/>
          <p:cNvSpPr>
            <a:spLocks noChangeShapeType="1"/>
          </p:cNvSpPr>
          <p:nvPr/>
        </p:nvSpPr>
        <p:spPr bwMode="auto">
          <a:xfrm>
            <a:off x="5692862" y="1766277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" name="Line 17"/>
          <p:cNvSpPr>
            <a:spLocks noChangeShapeType="1"/>
          </p:cNvSpPr>
          <p:nvPr/>
        </p:nvSpPr>
        <p:spPr bwMode="auto">
          <a:xfrm>
            <a:off x="5827092" y="1868434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" name="Line 17"/>
          <p:cNvSpPr>
            <a:spLocks noChangeShapeType="1"/>
          </p:cNvSpPr>
          <p:nvPr/>
        </p:nvSpPr>
        <p:spPr bwMode="auto">
          <a:xfrm>
            <a:off x="6103787" y="1459805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6" name="Line 17"/>
          <p:cNvSpPr>
            <a:spLocks noChangeShapeType="1"/>
          </p:cNvSpPr>
          <p:nvPr/>
        </p:nvSpPr>
        <p:spPr bwMode="auto">
          <a:xfrm>
            <a:off x="5969556" y="1561963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7" name="Line 17"/>
          <p:cNvSpPr>
            <a:spLocks noChangeShapeType="1"/>
          </p:cNvSpPr>
          <p:nvPr/>
        </p:nvSpPr>
        <p:spPr bwMode="auto">
          <a:xfrm>
            <a:off x="5754908" y="1766277"/>
            <a:ext cx="59380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8" name="Line 17"/>
          <p:cNvSpPr>
            <a:spLocks noChangeShapeType="1"/>
          </p:cNvSpPr>
          <p:nvPr/>
        </p:nvSpPr>
        <p:spPr bwMode="auto">
          <a:xfrm>
            <a:off x="5566866" y="1868434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9" name="ZoneTexte 638"/>
          <p:cNvSpPr txBox="1"/>
          <p:nvPr/>
        </p:nvSpPr>
        <p:spPr>
          <a:xfrm>
            <a:off x="6120353" y="952478"/>
            <a:ext cx="279515" cy="226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0" name="Connecteur droit avec flèche 639"/>
          <p:cNvCxnSpPr>
            <a:endCxn id="635" idx="0"/>
          </p:cNvCxnSpPr>
          <p:nvPr/>
        </p:nvCxnSpPr>
        <p:spPr>
          <a:xfrm>
            <a:off x="5993067" y="407675"/>
            <a:ext cx="110720" cy="105213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Line 17"/>
          <p:cNvSpPr>
            <a:spLocks noChangeShapeType="1"/>
          </p:cNvSpPr>
          <p:nvPr/>
        </p:nvSpPr>
        <p:spPr bwMode="auto">
          <a:xfrm>
            <a:off x="5571179" y="1633319"/>
            <a:ext cx="388699" cy="264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2" name="Line 17"/>
          <p:cNvSpPr>
            <a:spLocks noChangeShapeType="1"/>
          </p:cNvSpPr>
          <p:nvPr/>
        </p:nvSpPr>
        <p:spPr bwMode="auto">
          <a:xfrm>
            <a:off x="5548337" y="1689660"/>
            <a:ext cx="37962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3" name="Line 17"/>
          <p:cNvSpPr>
            <a:spLocks noChangeShapeType="1"/>
          </p:cNvSpPr>
          <p:nvPr/>
        </p:nvSpPr>
        <p:spPr bwMode="auto">
          <a:xfrm>
            <a:off x="5571179" y="1690849"/>
            <a:ext cx="388699" cy="264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4" name="Line 17"/>
          <p:cNvSpPr>
            <a:spLocks noChangeShapeType="1"/>
          </p:cNvSpPr>
          <p:nvPr/>
        </p:nvSpPr>
        <p:spPr bwMode="auto">
          <a:xfrm>
            <a:off x="5696124" y="51485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" name="Line 17"/>
          <p:cNvSpPr>
            <a:spLocks noChangeShapeType="1"/>
          </p:cNvSpPr>
          <p:nvPr/>
        </p:nvSpPr>
        <p:spPr bwMode="auto">
          <a:xfrm>
            <a:off x="5815440" y="32969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6" name="Line 17"/>
          <p:cNvSpPr>
            <a:spLocks noChangeShapeType="1"/>
          </p:cNvSpPr>
          <p:nvPr/>
        </p:nvSpPr>
        <p:spPr bwMode="auto">
          <a:xfrm>
            <a:off x="5576808" y="32969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7" name="Line 17"/>
          <p:cNvSpPr>
            <a:spLocks noChangeShapeType="1"/>
          </p:cNvSpPr>
          <p:nvPr/>
        </p:nvSpPr>
        <p:spPr bwMode="auto">
          <a:xfrm>
            <a:off x="5815948" y="540391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" name="Line 17"/>
          <p:cNvSpPr>
            <a:spLocks noChangeShapeType="1"/>
          </p:cNvSpPr>
          <p:nvPr/>
        </p:nvSpPr>
        <p:spPr bwMode="auto">
          <a:xfrm>
            <a:off x="5576808" y="540391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49" name="Connecteur droit avec flèche 648"/>
          <p:cNvCxnSpPr/>
          <p:nvPr/>
        </p:nvCxnSpPr>
        <p:spPr>
          <a:xfrm flipV="1">
            <a:off x="5890541" y="391374"/>
            <a:ext cx="100810" cy="1468169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0" name="Objet 6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20538"/>
              </p:ext>
            </p:extLst>
          </p:nvPr>
        </p:nvGraphicFramePr>
        <p:xfrm>
          <a:off x="6154172" y="319481"/>
          <a:ext cx="452086" cy="282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Équation" r:id="rId10" imgW="406080" imgH="253800" progId="Equation.3">
                  <p:embed/>
                </p:oleObj>
              </mc:Choice>
              <mc:Fallback>
                <p:oleObj name="Équation" r:id="rId10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172" y="319481"/>
                        <a:ext cx="452086" cy="282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1" name="ZoneTexte 650"/>
          <p:cNvSpPr txBox="1"/>
          <p:nvPr/>
        </p:nvSpPr>
        <p:spPr>
          <a:xfrm>
            <a:off x="2636912" y="20477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ZoneTexte 651"/>
          <p:cNvSpPr txBox="1"/>
          <p:nvPr/>
        </p:nvSpPr>
        <p:spPr>
          <a:xfrm>
            <a:off x="505421" y="2047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ZoneTexte 652"/>
          <p:cNvSpPr txBox="1"/>
          <p:nvPr/>
        </p:nvSpPr>
        <p:spPr>
          <a:xfrm>
            <a:off x="4753893" y="2047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4" name="Objet 6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60668"/>
              </p:ext>
            </p:extLst>
          </p:nvPr>
        </p:nvGraphicFramePr>
        <p:xfrm>
          <a:off x="715343" y="400993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Équation" r:id="rId12" imgW="393480" imgH="253800" progId="Equation.3">
                  <p:embed/>
                </p:oleObj>
              </mc:Choice>
              <mc:Fallback>
                <p:oleObj name="Équation" r:id="rId12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43" y="400993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5" name="Connecteur droit avec flèche 654"/>
          <p:cNvCxnSpPr/>
          <p:nvPr/>
        </p:nvCxnSpPr>
        <p:spPr>
          <a:xfrm>
            <a:off x="1356916" y="561975"/>
            <a:ext cx="188925" cy="1206432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onnecteur droit avec flèche 655"/>
          <p:cNvCxnSpPr/>
          <p:nvPr/>
        </p:nvCxnSpPr>
        <p:spPr>
          <a:xfrm>
            <a:off x="3348458" y="625526"/>
            <a:ext cx="145725" cy="1231849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onnecteur droit avec flèche 656"/>
          <p:cNvCxnSpPr/>
          <p:nvPr/>
        </p:nvCxnSpPr>
        <p:spPr>
          <a:xfrm>
            <a:off x="5489930" y="381000"/>
            <a:ext cx="151512" cy="1472338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8" name="Rectangle 657"/>
          <p:cNvSpPr/>
          <p:nvPr/>
        </p:nvSpPr>
        <p:spPr>
          <a:xfrm>
            <a:off x="5591629" y="972505"/>
            <a:ext cx="268307" cy="206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ZoneTexte 658"/>
          <p:cNvSpPr txBox="1"/>
          <p:nvPr/>
        </p:nvSpPr>
        <p:spPr>
          <a:xfrm>
            <a:off x="5584219" y="928741"/>
            <a:ext cx="502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0" name="Rectangle 659"/>
          <p:cNvSpPr/>
          <p:nvPr/>
        </p:nvSpPr>
        <p:spPr>
          <a:xfrm>
            <a:off x="3466925" y="962075"/>
            <a:ext cx="268307" cy="206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ZoneTexte 660"/>
          <p:cNvSpPr txBox="1"/>
          <p:nvPr/>
        </p:nvSpPr>
        <p:spPr>
          <a:xfrm>
            <a:off x="3440693" y="881343"/>
            <a:ext cx="447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62" name="Objet 6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755660"/>
              </p:ext>
            </p:extLst>
          </p:nvPr>
        </p:nvGraphicFramePr>
        <p:xfrm>
          <a:off x="2780928" y="387155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Équation" r:id="rId14" imgW="406080" imgH="253800" progId="Equation.3">
                  <p:embed/>
                </p:oleObj>
              </mc:Choice>
              <mc:Fallback>
                <p:oleObj name="Équation" r:id="rId14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928" y="387155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" name="Objet 6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76527"/>
              </p:ext>
            </p:extLst>
          </p:nvPr>
        </p:nvGraphicFramePr>
        <p:xfrm>
          <a:off x="4897909" y="324390"/>
          <a:ext cx="4524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Équation" r:id="rId16" imgW="406080" imgH="253800" progId="Equation.3">
                  <p:embed/>
                </p:oleObj>
              </mc:Choice>
              <mc:Fallback>
                <p:oleObj name="Équation" r:id="rId16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909" y="324390"/>
                        <a:ext cx="4524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5806</TotalTime>
  <Words>51</Words>
  <Application>Microsoft Office PowerPoint</Application>
  <PresentationFormat>Personnalisé</PresentationFormat>
  <Paragraphs>30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326</cp:revision>
  <cp:lastPrinted>2017-01-23T08:06:58Z</cp:lastPrinted>
  <dcterms:created xsi:type="dcterms:W3CDTF">2013-09-27T09:14:25Z</dcterms:created>
  <dcterms:modified xsi:type="dcterms:W3CDTF">2017-07-13T10:49:20Z</dcterms:modified>
</cp:coreProperties>
</file>