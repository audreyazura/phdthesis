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858000" cy="72009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416" y="132"/>
      </p:cViewPr>
      <p:guideLst>
        <p:guide orient="horz" pos="2268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627188" y="744538"/>
            <a:ext cx="354330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236948"/>
            <a:ext cx="5829300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4080511"/>
            <a:ext cx="480060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4627246"/>
            <a:ext cx="5829300" cy="143017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052049"/>
            <a:ext cx="5829300" cy="157519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1680210"/>
            <a:ext cx="3028950" cy="47522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1680210"/>
            <a:ext cx="3028950" cy="47522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611869"/>
            <a:ext cx="3030141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283618"/>
            <a:ext cx="3030141" cy="414885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72" y="1611869"/>
            <a:ext cx="3031331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72" y="2283618"/>
            <a:ext cx="3031331" cy="414885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3" y="286704"/>
            <a:ext cx="2256235" cy="12201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90" y="286704"/>
            <a:ext cx="3833813" cy="61457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3" y="1506855"/>
            <a:ext cx="2256235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5040631"/>
            <a:ext cx="4114800" cy="595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643415"/>
            <a:ext cx="4114800" cy="43205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5635706"/>
            <a:ext cx="4114800" cy="84510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288372"/>
            <a:ext cx="1543050" cy="614410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288372"/>
            <a:ext cx="4514850" cy="614410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288371"/>
            <a:ext cx="6172200" cy="12001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680210"/>
            <a:ext cx="6172200" cy="4752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6674170"/>
            <a:ext cx="16002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6674170"/>
            <a:ext cx="21717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6674170"/>
            <a:ext cx="16002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13" Type="http://schemas.openxmlformats.org/officeDocument/2006/relationships/image" Target="../media/image5.wmf"/><Relationship Id="rId3" Type="http://schemas.openxmlformats.org/officeDocument/2006/relationships/image" Target="../media/image7.png"/><Relationship Id="rId7" Type="http://schemas.openxmlformats.org/officeDocument/2006/relationships/image" Target="../media/image2.wmf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7.xml"/><Relationship Id="rId16" Type="http://schemas.openxmlformats.org/officeDocument/2006/relationships/image" Target="../media/image8.png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4.wmf"/><Relationship Id="rId5" Type="http://schemas.openxmlformats.org/officeDocument/2006/relationships/image" Target="../media/image1.wmf"/><Relationship Id="rId15" Type="http://schemas.openxmlformats.org/officeDocument/2006/relationships/image" Target="../media/image6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3.wmf"/><Relationship Id="rId14" Type="http://schemas.openxmlformats.org/officeDocument/2006/relationships/oleObject" Target="../embeddings/oleObject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17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384" y="-130225"/>
            <a:ext cx="4524375" cy="733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4" name="Groupe 173"/>
          <p:cNvGrpSpPr/>
          <p:nvPr/>
        </p:nvGrpSpPr>
        <p:grpSpPr>
          <a:xfrm>
            <a:off x="4595237" y="24824"/>
            <a:ext cx="2146131" cy="2399602"/>
            <a:chOff x="4523229" y="118537"/>
            <a:chExt cx="2146131" cy="2399602"/>
          </a:xfrm>
        </p:grpSpPr>
        <p:sp>
          <p:nvSpPr>
            <p:cNvPr id="175" name="Line 17"/>
            <p:cNvSpPr>
              <a:spLocks noChangeShapeType="1"/>
            </p:cNvSpPr>
            <p:nvPr/>
          </p:nvSpPr>
          <p:spPr bwMode="auto">
            <a:xfrm>
              <a:off x="5041010" y="48343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7"/>
            <p:cNvSpPr>
              <a:spLocks noChangeShapeType="1"/>
            </p:cNvSpPr>
            <p:nvPr/>
          </p:nvSpPr>
          <p:spPr bwMode="auto">
            <a:xfrm>
              <a:off x="5369050" y="379394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7"/>
            <p:cNvSpPr>
              <a:spLocks noChangeShapeType="1"/>
            </p:cNvSpPr>
            <p:nvPr/>
          </p:nvSpPr>
          <p:spPr bwMode="auto">
            <a:xfrm>
              <a:off x="5673651" y="48343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"/>
            <p:cNvSpPr>
              <a:spLocks noChangeShapeType="1"/>
            </p:cNvSpPr>
            <p:nvPr/>
          </p:nvSpPr>
          <p:spPr bwMode="auto">
            <a:xfrm>
              <a:off x="5673651" y="76955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"/>
            <p:cNvSpPr>
              <a:spLocks noChangeShapeType="1"/>
            </p:cNvSpPr>
            <p:nvPr/>
          </p:nvSpPr>
          <p:spPr bwMode="auto">
            <a:xfrm>
              <a:off x="5879267" y="89959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"/>
            <p:cNvSpPr>
              <a:spLocks noChangeShapeType="1"/>
            </p:cNvSpPr>
            <p:nvPr/>
          </p:nvSpPr>
          <p:spPr bwMode="auto">
            <a:xfrm>
              <a:off x="5033277" y="76955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"/>
            <p:cNvSpPr>
              <a:spLocks noChangeShapeType="1"/>
            </p:cNvSpPr>
            <p:nvPr/>
          </p:nvSpPr>
          <p:spPr bwMode="auto">
            <a:xfrm>
              <a:off x="4862201" y="87234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5454619" y="118537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183" name="Connecteur droit avec flèche 182"/>
            <p:cNvCxnSpPr>
              <a:stCxn id="193" idx="0"/>
            </p:cNvCxnSpPr>
            <p:nvPr/>
          </p:nvCxnSpPr>
          <p:spPr>
            <a:xfrm flipH="1" flipV="1">
              <a:off x="5443216" y="171561"/>
              <a:ext cx="5013" cy="20695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eur droit avec flèche 183"/>
            <p:cNvCxnSpPr/>
            <p:nvPr/>
          </p:nvCxnSpPr>
          <p:spPr>
            <a:xfrm flipV="1">
              <a:off x="4523229" y="2200420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 droit 184"/>
            <p:cNvCxnSpPr/>
            <p:nvPr/>
          </p:nvCxnSpPr>
          <p:spPr>
            <a:xfrm flipH="1">
              <a:off x="5612529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eur droit 185"/>
            <p:cNvCxnSpPr/>
            <p:nvPr/>
          </p:nvCxnSpPr>
          <p:spPr>
            <a:xfrm flipH="1">
              <a:off x="5793639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eur droit 186"/>
            <p:cNvCxnSpPr/>
            <p:nvPr/>
          </p:nvCxnSpPr>
          <p:spPr>
            <a:xfrm flipH="1">
              <a:off x="5963150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 droit 187"/>
            <p:cNvCxnSpPr/>
            <p:nvPr/>
          </p:nvCxnSpPr>
          <p:spPr>
            <a:xfrm flipH="1">
              <a:off x="6132661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eur droit 188"/>
            <p:cNvCxnSpPr/>
            <p:nvPr/>
          </p:nvCxnSpPr>
          <p:spPr>
            <a:xfrm flipH="1">
              <a:off x="5256856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eur droit 189"/>
            <p:cNvCxnSpPr/>
            <p:nvPr/>
          </p:nvCxnSpPr>
          <p:spPr>
            <a:xfrm flipH="1">
              <a:off x="5087345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 droit 190"/>
            <p:cNvCxnSpPr/>
            <p:nvPr/>
          </p:nvCxnSpPr>
          <p:spPr>
            <a:xfrm flipH="1">
              <a:off x="4917834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eur droit 191"/>
            <p:cNvCxnSpPr/>
            <p:nvPr/>
          </p:nvCxnSpPr>
          <p:spPr>
            <a:xfrm flipH="1">
              <a:off x="4748324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Rectangle 192"/>
            <p:cNvSpPr/>
            <p:nvPr/>
          </p:nvSpPr>
          <p:spPr>
            <a:xfrm>
              <a:off x="5317424" y="2241140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5459572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622053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803163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980874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091106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4921595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200" name="Rectangle 199"/>
            <p:cNvSpPr/>
            <p:nvPr/>
          </p:nvSpPr>
          <p:spPr>
            <a:xfrm>
              <a:off x="4752084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4582573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202" name="Rectangle 201"/>
            <p:cNvSpPr/>
            <p:nvPr/>
          </p:nvSpPr>
          <p:spPr>
            <a:xfrm>
              <a:off x="6303554" y="2241140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203" name="Line 17"/>
            <p:cNvSpPr>
              <a:spLocks noChangeShapeType="1"/>
            </p:cNvSpPr>
            <p:nvPr/>
          </p:nvSpPr>
          <p:spPr bwMode="auto">
            <a:xfrm>
              <a:off x="6046223" y="140364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17"/>
            <p:cNvSpPr>
              <a:spLocks noChangeShapeType="1"/>
            </p:cNvSpPr>
            <p:nvPr/>
          </p:nvSpPr>
          <p:spPr bwMode="auto">
            <a:xfrm>
              <a:off x="5185039" y="1785500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17"/>
            <p:cNvSpPr>
              <a:spLocks noChangeShapeType="1"/>
            </p:cNvSpPr>
            <p:nvPr/>
          </p:nvSpPr>
          <p:spPr bwMode="auto">
            <a:xfrm>
              <a:off x="5371548" y="195854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17"/>
            <p:cNvSpPr>
              <a:spLocks noChangeShapeType="1"/>
            </p:cNvSpPr>
            <p:nvPr/>
          </p:nvSpPr>
          <p:spPr bwMode="auto">
            <a:xfrm>
              <a:off x="4691820" y="140364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7"/>
            <p:cNvSpPr>
              <a:spLocks noChangeShapeType="1"/>
            </p:cNvSpPr>
            <p:nvPr/>
          </p:nvSpPr>
          <p:spPr bwMode="auto">
            <a:xfrm>
              <a:off x="4857964" y="154237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17"/>
            <p:cNvSpPr>
              <a:spLocks noChangeShapeType="1"/>
            </p:cNvSpPr>
            <p:nvPr/>
          </p:nvSpPr>
          <p:spPr bwMode="auto">
            <a:xfrm>
              <a:off x="5029158" y="168109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17"/>
            <p:cNvSpPr>
              <a:spLocks noChangeShapeType="1"/>
            </p:cNvSpPr>
            <p:nvPr/>
          </p:nvSpPr>
          <p:spPr bwMode="auto">
            <a:xfrm>
              <a:off x="5368179" y="195854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17"/>
            <p:cNvSpPr>
              <a:spLocks noChangeShapeType="1"/>
            </p:cNvSpPr>
            <p:nvPr/>
          </p:nvSpPr>
          <p:spPr bwMode="auto">
            <a:xfrm>
              <a:off x="5537690" y="209727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17"/>
            <p:cNvSpPr>
              <a:spLocks noChangeShapeType="1"/>
            </p:cNvSpPr>
            <p:nvPr/>
          </p:nvSpPr>
          <p:spPr bwMode="auto">
            <a:xfrm>
              <a:off x="5887110" y="154237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Line 17"/>
            <p:cNvSpPr>
              <a:spLocks noChangeShapeType="1"/>
            </p:cNvSpPr>
            <p:nvPr/>
          </p:nvSpPr>
          <p:spPr bwMode="auto">
            <a:xfrm>
              <a:off x="5717599" y="168109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17"/>
            <p:cNvSpPr>
              <a:spLocks noChangeShapeType="1"/>
            </p:cNvSpPr>
            <p:nvPr/>
          </p:nvSpPr>
          <p:spPr bwMode="auto">
            <a:xfrm>
              <a:off x="5446533" y="1958548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17"/>
            <p:cNvSpPr>
              <a:spLocks noChangeShapeType="1"/>
            </p:cNvSpPr>
            <p:nvPr/>
          </p:nvSpPr>
          <p:spPr bwMode="auto">
            <a:xfrm>
              <a:off x="5209067" y="209727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ZoneTexte 214"/>
            <p:cNvSpPr txBox="1"/>
            <p:nvPr/>
          </p:nvSpPr>
          <p:spPr>
            <a:xfrm>
              <a:off x="5733863" y="1043608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6" name="ZoneTexte 215"/>
            <p:cNvSpPr txBox="1"/>
            <p:nvPr/>
          </p:nvSpPr>
          <p:spPr>
            <a:xfrm>
              <a:off x="5119063" y="1043608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7" name="Connecteur droit avec flèche 216"/>
            <p:cNvCxnSpPr/>
            <p:nvPr/>
          </p:nvCxnSpPr>
          <p:spPr>
            <a:xfrm>
              <a:off x="5600700" y="685800"/>
              <a:ext cx="185623" cy="996696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Line 17"/>
            <p:cNvSpPr>
              <a:spLocks noChangeShapeType="1"/>
            </p:cNvSpPr>
            <p:nvPr/>
          </p:nvSpPr>
          <p:spPr bwMode="auto">
            <a:xfrm>
              <a:off x="5193370" y="1785142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17"/>
            <p:cNvSpPr>
              <a:spLocks noChangeShapeType="1"/>
            </p:cNvSpPr>
            <p:nvPr/>
          </p:nvSpPr>
          <p:spPr bwMode="auto">
            <a:xfrm>
              <a:off x="5185667" y="1854505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17"/>
            <p:cNvSpPr>
              <a:spLocks noChangeShapeType="1"/>
            </p:cNvSpPr>
            <p:nvPr/>
          </p:nvSpPr>
          <p:spPr bwMode="auto">
            <a:xfrm>
              <a:off x="5193998" y="185414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17"/>
            <p:cNvSpPr>
              <a:spLocks noChangeShapeType="1"/>
            </p:cNvSpPr>
            <p:nvPr/>
          </p:nvSpPr>
          <p:spPr bwMode="auto">
            <a:xfrm>
              <a:off x="5372298" y="656844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17"/>
            <p:cNvSpPr>
              <a:spLocks noChangeShapeType="1"/>
            </p:cNvSpPr>
            <p:nvPr/>
          </p:nvSpPr>
          <p:spPr bwMode="auto">
            <a:xfrm>
              <a:off x="5522975" y="40540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17"/>
            <p:cNvSpPr>
              <a:spLocks noChangeShapeType="1"/>
            </p:cNvSpPr>
            <p:nvPr/>
          </p:nvSpPr>
          <p:spPr bwMode="auto">
            <a:xfrm>
              <a:off x="5221621" y="40540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17"/>
            <p:cNvSpPr>
              <a:spLocks noChangeShapeType="1"/>
            </p:cNvSpPr>
            <p:nvPr/>
          </p:nvSpPr>
          <p:spPr bwMode="auto">
            <a:xfrm>
              <a:off x="5523616" y="69152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17"/>
            <p:cNvSpPr>
              <a:spLocks noChangeShapeType="1"/>
            </p:cNvSpPr>
            <p:nvPr/>
          </p:nvSpPr>
          <p:spPr bwMode="auto">
            <a:xfrm>
              <a:off x="5221621" y="69152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226" name="Connecteur droit avec flèche 225"/>
            <p:cNvCxnSpPr/>
            <p:nvPr/>
          </p:nvCxnSpPr>
          <p:spPr>
            <a:xfrm flipV="1">
              <a:off x="5413248" y="687629"/>
              <a:ext cx="190195" cy="1258215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27" name="Objet 22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3609707"/>
                </p:ext>
              </p:extLst>
            </p:nvPr>
          </p:nvGraphicFramePr>
          <p:xfrm>
            <a:off x="6061075" y="545009"/>
            <a:ext cx="438150" cy="282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2" name="Équation" r:id="rId4" imgW="393480" imgH="253800" progId="Equation.3">
                    <p:embed/>
                  </p:oleObj>
                </mc:Choice>
                <mc:Fallback>
                  <p:oleObj name="Équation" r:id="rId4" imgW="3934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61075" y="545009"/>
                          <a:ext cx="438150" cy="282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28" name="Objet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9506869"/>
              </p:ext>
            </p:extLst>
          </p:nvPr>
        </p:nvGraphicFramePr>
        <p:xfrm>
          <a:off x="3645024" y="2849808"/>
          <a:ext cx="438150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" name="Équation" r:id="rId6" imgW="393480" imgH="253800" progId="Equation.3">
                  <p:embed/>
                </p:oleObj>
              </mc:Choice>
              <mc:Fallback>
                <p:oleObj name="Équation" r:id="rId6" imgW="3934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2849808"/>
                        <a:ext cx="438150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Obje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436478"/>
              </p:ext>
            </p:extLst>
          </p:nvPr>
        </p:nvGraphicFramePr>
        <p:xfrm>
          <a:off x="3645024" y="4547790"/>
          <a:ext cx="452438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" name="Équation" r:id="rId8" imgW="406080" imgH="253800" progId="Equation.3">
                  <p:embed/>
                </p:oleObj>
              </mc:Choice>
              <mc:Fallback>
                <p:oleObj name="Équation" r:id="rId8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4547790"/>
                        <a:ext cx="452438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Obje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6110720"/>
              </p:ext>
            </p:extLst>
          </p:nvPr>
        </p:nvGraphicFramePr>
        <p:xfrm>
          <a:off x="3645024" y="6106003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5" name="Équation" r:id="rId10" imgW="406080" imgH="253800" progId="Equation.3">
                  <p:embed/>
                </p:oleObj>
              </mc:Choice>
              <mc:Fallback>
                <p:oleObj name="Équation" r:id="rId10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6106003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1" name="ZoneTexte 230"/>
          <p:cNvSpPr txBox="1"/>
          <p:nvPr/>
        </p:nvSpPr>
        <p:spPr>
          <a:xfrm>
            <a:off x="588602" y="116404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ZoneTexte 231"/>
          <p:cNvSpPr txBox="1"/>
          <p:nvPr/>
        </p:nvSpPr>
        <p:spPr>
          <a:xfrm>
            <a:off x="4303291" y="95460"/>
            <a:ext cx="4363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ZoneTexte 232"/>
          <p:cNvSpPr txBox="1"/>
          <p:nvPr/>
        </p:nvSpPr>
        <p:spPr>
          <a:xfrm>
            <a:off x="2564904" y="1480699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4" name="ZoneTexte 233"/>
          <p:cNvSpPr txBox="1"/>
          <p:nvPr/>
        </p:nvSpPr>
        <p:spPr>
          <a:xfrm>
            <a:off x="2770879" y="3764131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ZoneTexte 234"/>
          <p:cNvSpPr txBox="1"/>
          <p:nvPr/>
        </p:nvSpPr>
        <p:spPr>
          <a:xfrm>
            <a:off x="2983437" y="5232618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6" name="Groupe 235"/>
          <p:cNvGrpSpPr/>
          <p:nvPr/>
        </p:nvGrpSpPr>
        <p:grpSpPr>
          <a:xfrm>
            <a:off x="4595237" y="2336910"/>
            <a:ext cx="2146131" cy="2429409"/>
            <a:chOff x="4509120" y="2676454"/>
            <a:chExt cx="2146131" cy="2429409"/>
          </a:xfrm>
        </p:grpSpPr>
        <p:graphicFrame>
          <p:nvGraphicFramePr>
            <p:cNvPr id="237" name="Objet 23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65490382"/>
                </p:ext>
              </p:extLst>
            </p:nvPr>
          </p:nvGraphicFramePr>
          <p:xfrm>
            <a:off x="6059422" y="3137297"/>
            <a:ext cx="452437" cy="282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" name="Équation" r:id="rId12" imgW="406080" imgH="253800" progId="Equation.3">
                    <p:embed/>
                  </p:oleObj>
                </mc:Choice>
                <mc:Fallback>
                  <p:oleObj name="Équation" r:id="rId12" imgW="4060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59422" y="3137297"/>
                          <a:ext cx="452437" cy="282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8" name="Line 17"/>
            <p:cNvSpPr>
              <a:spLocks noChangeShapeType="1"/>
            </p:cNvSpPr>
            <p:nvPr/>
          </p:nvSpPr>
          <p:spPr bwMode="auto">
            <a:xfrm>
              <a:off x="5026901" y="304135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17"/>
            <p:cNvSpPr>
              <a:spLocks noChangeShapeType="1"/>
            </p:cNvSpPr>
            <p:nvPr/>
          </p:nvSpPr>
          <p:spPr bwMode="auto">
            <a:xfrm>
              <a:off x="5354941" y="2937311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17"/>
            <p:cNvSpPr>
              <a:spLocks noChangeShapeType="1"/>
            </p:cNvSpPr>
            <p:nvPr/>
          </p:nvSpPr>
          <p:spPr bwMode="auto">
            <a:xfrm>
              <a:off x="5659542" y="304135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17"/>
            <p:cNvSpPr>
              <a:spLocks noChangeShapeType="1"/>
            </p:cNvSpPr>
            <p:nvPr/>
          </p:nvSpPr>
          <p:spPr bwMode="auto">
            <a:xfrm>
              <a:off x="5659542" y="332747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17"/>
            <p:cNvSpPr>
              <a:spLocks noChangeShapeType="1"/>
            </p:cNvSpPr>
            <p:nvPr/>
          </p:nvSpPr>
          <p:spPr bwMode="auto">
            <a:xfrm>
              <a:off x="5865158" y="34575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17"/>
            <p:cNvSpPr>
              <a:spLocks noChangeShapeType="1"/>
            </p:cNvSpPr>
            <p:nvPr/>
          </p:nvSpPr>
          <p:spPr bwMode="auto">
            <a:xfrm>
              <a:off x="5019168" y="332747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17"/>
            <p:cNvSpPr>
              <a:spLocks noChangeShapeType="1"/>
            </p:cNvSpPr>
            <p:nvPr/>
          </p:nvSpPr>
          <p:spPr bwMode="auto">
            <a:xfrm>
              <a:off x="4848092" y="3430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5440510" y="2676454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246" name="Connecteur droit avec flèche 245"/>
            <p:cNvCxnSpPr>
              <a:stCxn id="256" idx="0"/>
            </p:cNvCxnSpPr>
            <p:nvPr/>
          </p:nvCxnSpPr>
          <p:spPr>
            <a:xfrm flipH="1" flipV="1">
              <a:off x="5429108" y="2729478"/>
              <a:ext cx="5012" cy="209938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cteur droit avec flèche 246"/>
            <p:cNvCxnSpPr/>
            <p:nvPr/>
          </p:nvCxnSpPr>
          <p:spPr>
            <a:xfrm flipV="1">
              <a:off x="4509120" y="4788144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cteur droit 247"/>
            <p:cNvCxnSpPr/>
            <p:nvPr/>
          </p:nvCxnSpPr>
          <p:spPr>
            <a:xfrm flipH="1">
              <a:off x="5598420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cteur droit 248"/>
            <p:cNvCxnSpPr/>
            <p:nvPr/>
          </p:nvCxnSpPr>
          <p:spPr>
            <a:xfrm flipH="1">
              <a:off x="5779530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cteur droit 249"/>
            <p:cNvCxnSpPr/>
            <p:nvPr/>
          </p:nvCxnSpPr>
          <p:spPr>
            <a:xfrm flipH="1">
              <a:off x="5949041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cteur droit 250"/>
            <p:cNvCxnSpPr/>
            <p:nvPr/>
          </p:nvCxnSpPr>
          <p:spPr>
            <a:xfrm flipH="1">
              <a:off x="6118552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eur droit 251"/>
            <p:cNvCxnSpPr/>
            <p:nvPr/>
          </p:nvCxnSpPr>
          <p:spPr>
            <a:xfrm flipH="1">
              <a:off x="5242747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cteur droit 252"/>
            <p:cNvCxnSpPr/>
            <p:nvPr/>
          </p:nvCxnSpPr>
          <p:spPr>
            <a:xfrm flipH="1">
              <a:off x="5073236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cteur droit 253"/>
            <p:cNvCxnSpPr/>
            <p:nvPr/>
          </p:nvCxnSpPr>
          <p:spPr>
            <a:xfrm flipH="1">
              <a:off x="4903725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eur droit 254"/>
            <p:cNvCxnSpPr/>
            <p:nvPr/>
          </p:nvCxnSpPr>
          <p:spPr>
            <a:xfrm flipH="1">
              <a:off x="4734215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6" name="Rectangle 255"/>
            <p:cNvSpPr/>
            <p:nvPr/>
          </p:nvSpPr>
          <p:spPr>
            <a:xfrm>
              <a:off x="5303315" y="4828864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5445463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5607944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5789054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5966765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5076997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4907486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4737975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4568464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6289445" y="4828864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266" name="Line 17"/>
            <p:cNvSpPr>
              <a:spLocks noChangeShapeType="1"/>
            </p:cNvSpPr>
            <p:nvPr/>
          </p:nvSpPr>
          <p:spPr bwMode="auto">
            <a:xfrm>
              <a:off x="6032114" y="399137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17"/>
            <p:cNvSpPr>
              <a:spLocks noChangeShapeType="1"/>
            </p:cNvSpPr>
            <p:nvPr/>
          </p:nvSpPr>
          <p:spPr bwMode="auto">
            <a:xfrm>
              <a:off x="5170930" y="4373224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17"/>
            <p:cNvSpPr>
              <a:spLocks noChangeShapeType="1"/>
            </p:cNvSpPr>
            <p:nvPr/>
          </p:nvSpPr>
          <p:spPr bwMode="auto">
            <a:xfrm>
              <a:off x="5357439" y="454627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17"/>
            <p:cNvSpPr>
              <a:spLocks noChangeShapeType="1"/>
            </p:cNvSpPr>
            <p:nvPr/>
          </p:nvSpPr>
          <p:spPr bwMode="auto">
            <a:xfrm>
              <a:off x="4677711" y="399137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Line 17"/>
            <p:cNvSpPr>
              <a:spLocks noChangeShapeType="1"/>
            </p:cNvSpPr>
            <p:nvPr/>
          </p:nvSpPr>
          <p:spPr bwMode="auto">
            <a:xfrm>
              <a:off x="4843855" y="4130097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Line 17"/>
            <p:cNvSpPr>
              <a:spLocks noChangeShapeType="1"/>
            </p:cNvSpPr>
            <p:nvPr/>
          </p:nvSpPr>
          <p:spPr bwMode="auto">
            <a:xfrm>
              <a:off x="5015049" y="426882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Line 17"/>
            <p:cNvSpPr>
              <a:spLocks noChangeShapeType="1"/>
            </p:cNvSpPr>
            <p:nvPr/>
          </p:nvSpPr>
          <p:spPr bwMode="auto">
            <a:xfrm>
              <a:off x="5354070" y="454627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Line 17"/>
            <p:cNvSpPr>
              <a:spLocks noChangeShapeType="1"/>
            </p:cNvSpPr>
            <p:nvPr/>
          </p:nvSpPr>
          <p:spPr bwMode="auto">
            <a:xfrm>
              <a:off x="5523581" y="4684997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Line 17"/>
            <p:cNvSpPr>
              <a:spLocks noChangeShapeType="1"/>
            </p:cNvSpPr>
            <p:nvPr/>
          </p:nvSpPr>
          <p:spPr bwMode="auto">
            <a:xfrm>
              <a:off x="5873001" y="4130097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17"/>
            <p:cNvSpPr>
              <a:spLocks noChangeShapeType="1"/>
            </p:cNvSpPr>
            <p:nvPr/>
          </p:nvSpPr>
          <p:spPr bwMode="auto">
            <a:xfrm>
              <a:off x="5703490" y="426882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17"/>
            <p:cNvSpPr>
              <a:spLocks noChangeShapeType="1"/>
            </p:cNvSpPr>
            <p:nvPr/>
          </p:nvSpPr>
          <p:spPr bwMode="auto">
            <a:xfrm>
              <a:off x="5432424" y="4546272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17"/>
            <p:cNvSpPr>
              <a:spLocks noChangeShapeType="1"/>
            </p:cNvSpPr>
            <p:nvPr/>
          </p:nvSpPr>
          <p:spPr bwMode="auto">
            <a:xfrm>
              <a:off x="5194958" y="4684997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ZoneTexte 277"/>
            <p:cNvSpPr txBox="1"/>
            <p:nvPr/>
          </p:nvSpPr>
          <p:spPr>
            <a:xfrm>
              <a:off x="5865158" y="3635897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ZoneTexte 278"/>
            <p:cNvSpPr txBox="1"/>
            <p:nvPr/>
          </p:nvSpPr>
          <p:spPr>
            <a:xfrm>
              <a:off x="5373216" y="3635896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80" name="Connecteur droit avec flèche 279"/>
            <p:cNvCxnSpPr/>
            <p:nvPr/>
          </p:nvCxnSpPr>
          <p:spPr>
            <a:xfrm>
              <a:off x="5738951" y="3330640"/>
              <a:ext cx="200991" cy="809763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Line 17"/>
            <p:cNvSpPr>
              <a:spLocks noChangeShapeType="1"/>
            </p:cNvSpPr>
            <p:nvPr/>
          </p:nvSpPr>
          <p:spPr bwMode="auto">
            <a:xfrm>
              <a:off x="5179261" y="437286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Line 17"/>
            <p:cNvSpPr>
              <a:spLocks noChangeShapeType="1"/>
            </p:cNvSpPr>
            <p:nvPr/>
          </p:nvSpPr>
          <p:spPr bwMode="auto">
            <a:xfrm>
              <a:off x="5171558" y="4442229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Line 17"/>
            <p:cNvSpPr>
              <a:spLocks noChangeShapeType="1"/>
            </p:cNvSpPr>
            <p:nvPr/>
          </p:nvSpPr>
          <p:spPr bwMode="auto">
            <a:xfrm>
              <a:off x="5179889" y="4441870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Line 17"/>
            <p:cNvSpPr>
              <a:spLocks noChangeShapeType="1"/>
            </p:cNvSpPr>
            <p:nvPr/>
          </p:nvSpPr>
          <p:spPr bwMode="auto">
            <a:xfrm>
              <a:off x="5358189" y="3214761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Line 17"/>
            <p:cNvSpPr>
              <a:spLocks noChangeShapeType="1"/>
            </p:cNvSpPr>
            <p:nvPr/>
          </p:nvSpPr>
          <p:spPr bwMode="auto">
            <a:xfrm>
              <a:off x="5508866" y="296332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Line 17"/>
            <p:cNvSpPr>
              <a:spLocks noChangeShapeType="1"/>
            </p:cNvSpPr>
            <p:nvPr/>
          </p:nvSpPr>
          <p:spPr bwMode="auto">
            <a:xfrm>
              <a:off x="5207512" y="296332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Line 17"/>
            <p:cNvSpPr>
              <a:spLocks noChangeShapeType="1"/>
            </p:cNvSpPr>
            <p:nvPr/>
          </p:nvSpPr>
          <p:spPr bwMode="auto">
            <a:xfrm>
              <a:off x="5509507" y="32494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Line 17"/>
            <p:cNvSpPr>
              <a:spLocks noChangeShapeType="1"/>
            </p:cNvSpPr>
            <p:nvPr/>
          </p:nvSpPr>
          <p:spPr bwMode="auto">
            <a:xfrm>
              <a:off x="5207512" y="32494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289" name="Connecteur droit avec flèche 288"/>
            <p:cNvCxnSpPr/>
            <p:nvPr/>
          </p:nvCxnSpPr>
          <p:spPr>
            <a:xfrm flipV="1">
              <a:off x="5610758" y="3321101"/>
              <a:ext cx="124359" cy="1360627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0" name="Groupe 289"/>
          <p:cNvGrpSpPr/>
          <p:nvPr/>
        </p:nvGrpSpPr>
        <p:grpSpPr>
          <a:xfrm>
            <a:off x="4595237" y="4694311"/>
            <a:ext cx="2146131" cy="2387458"/>
            <a:chOff x="4509120" y="5171241"/>
            <a:chExt cx="2146131" cy="2387458"/>
          </a:xfrm>
        </p:grpSpPr>
        <p:graphicFrame>
          <p:nvGraphicFramePr>
            <p:cNvPr id="291" name="Objet 29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95815313"/>
                </p:ext>
              </p:extLst>
            </p:nvPr>
          </p:nvGraphicFramePr>
          <p:xfrm>
            <a:off x="6088894" y="5364088"/>
            <a:ext cx="452086" cy="2825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" name="Équation" r:id="rId14" imgW="406080" imgH="253800" progId="Equation.3">
                    <p:embed/>
                  </p:oleObj>
                </mc:Choice>
                <mc:Fallback>
                  <p:oleObj name="Équation" r:id="rId14" imgW="4060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88894" y="5364088"/>
                          <a:ext cx="452086" cy="2825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Line 17"/>
            <p:cNvSpPr>
              <a:spLocks noChangeShapeType="1"/>
            </p:cNvSpPr>
            <p:nvPr/>
          </p:nvSpPr>
          <p:spPr bwMode="auto">
            <a:xfrm>
              <a:off x="5026901" y="55361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17"/>
            <p:cNvSpPr>
              <a:spLocks noChangeShapeType="1"/>
            </p:cNvSpPr>
            <p:nvPr/>
          </p:nvSpPr>
          <p:spPr bwMode="auto">
            <a:xfrm>
              <a:off x="5354941" y="543209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17"/>
            <p:cNvSpPr>
              <a:spLocks noChangeShapeType="1"/>
            </p:cNvSpPr>
            <p:nvPr/>
          </p:nvSpPr>
          <p:spPr bwMode="auto">
            <a:xfrm>
              <a:off x="5659542" y="55361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Line 17"/>
            <p:cNvSpPr>
              <a:spLocks noChangeShapeType="1"/>
            </p:cNvSpPr>
            <p:nvPr/>
          </p:nvSpPr>
          <p:spPr bwMode="auto">
            <a:xfrm>
              <a:off x="5659542" y="5822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Line 17"/>
            <p:cNvSpPr>
              <a:spLocks noChangeShapeType="1"/>
            </p:cNvSpPr>
            <p:nvPr/>
          </p:nvSpPr>
          <p:spPr bwMode="auto">
            <a:xfrm>
              <a:off x="5865158" y="5952296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Line 17"/>
            <p:cNvSpPr>
              <a:spLocks noChangeShapeType="1"/>
            </p:cNvSpPr>
            <p:nvPr/>
          </p:nvSpPr>
          <p:spPr bwMode="auto">
            <a:xfrm>
              <a:off x="5019168" y="5822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Line 17"/>
            <p:cNvSpPr>
              <a:spLocks noChangeShapeType="1"/>
            </p:cNvSpPr>
            <p:nvPr/>
          </p:nvSpPr>
          <p:spPr bwMode="auto">
            <a:xfrm>
              <a:off x="4848092" y="592504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5440510" y="5171241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300" name="Connecteur droit avec flèche 299"/>
            <p:cNvCxnSpPr>
              <a:stCxn id="310" idx="0"/>
            </p:cNvCxnSpPr>
            <p:nvPr/>
          </p:nvCxnSpPr>
          <p:spPr>
            <a:xfrm flipH="1" flipV="1">
              <a:off x="5429108" y="5224266"/>
              <a:ext cx="5012" cy="205743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necteur droit avec flèche 300"/>
            <p:cNvCxnSpPr/>
            <p:nvPr/>
          </p:nvCxnSpPr>
          <p:spPr>
            <a:xfrm flipV="1">
              <a:off x="4509120" y="7240980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necteur droit 301"/>
            <p:cNvCxnSpPr/>
            <p:nvPr/>
          </p:nvCxnSpPr>
          <p:spPr>
            <a:xfrm flipH="1">
              <a:off x="5598420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 droit 302"/>
            <p:cNvCxnSpPr/>
            <p:nvPr/>
          </p:nvCxnSpPr>
          <p:spPr>
            <a:xfrm flipH="1">
              <a:off x="5779530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necteur droit 303"/>
            <p:cNvCxnSpPr/>
            <p:nvPr/>
          </p:nvCxnSpPr>
          <p:spPr>
            <a:xfrm flipH="1">
              <a:off x="5949041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Connecteur droit 304"/>
            <p:cNvCxnSpPr/>
            <p:nvPr/>
          </p:nvCxnSpPr>
          <p:spPr>
            <a:xfrm flipH="1">
              <a:off x="6118552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 droit 305"/>
            <p:cNvCxnSpPr/>
            <p:nvPr/>
          </p:nvCxnSpPr>
          <p:spPr>
            <a:xfrm flipH="1">
              <a:off x="5242747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Connecteur droit 306"/>
            <p:cNvCxnSpPr/>
            <p:nvPr/>
          </p:nvCxnSpPr>
          <p:spPr>
            <a:xfrm flipH="1">
              <a:off x="5073236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Connecteur droit 307"/>
            <p:cNvCxnSpPr/>
            <p:nvPr/>
          </p:nvCxnSpPr>
          <p:spPr>
            <a:xfrm flipH="1">
              <a:off x="4903725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Connecteur droit 308"/>
            <p:cNvCxnSpPr/>
            <p:nvPr/>
          </p:nvCxnSpPr>
          <p:spPr>
            <a:xfrm flipH="1">
              <a:off x="4734215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Rectangle 309"/>
            <p:cNvSpPr/>
            <p:nvPr/>
          </p:nvSpPr>
          <p:spPr>
            <a:xfrm>
              <a:off x="5303315" y="7281700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5445463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5607944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5789054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5966765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5076997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4907486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317" name="Rectangle 316"/>
            <p:cNvSpPr/>
            <p:nvPr/>
          </p:nvSpPr>
          <p:spPr>
            <a:xfrm>
              <a:off x="4737975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4568464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6289445" y="7281700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320" name="Line 17"/>
            <p:cNvSpPr>
              <a:spLocks noChangeShapeType="1"/>
            </p:cNvSpPr>
            <p:nvPr/>
          </p:nvSpPr>
          <p:spPr bwMode="auto">
            <a:xfrm>
              <a:off x="6032114" y="644420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1" name="Line 17"/>
            <p:cNvSpPr>
              <a:spLocks noChangeShapeType="1"/>
            </p:cNvSpPr>
            <p:nvPr/>
          </p:nvSpPr>
          <p:spPr bwMode="auto">
            <a:xfrm>
              <a:off x="5170930" y="6826060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17"/>
            <p:cNvSpPr>
              <a:spLocks noChangeShapeType="1"/>
            </p:cNvSpPr>
            <p:nvPr/>
          </p:nvSpPr>
          <p:spPr bwMode="auto">
            <a:xfrm>
              <a:off x="5357439" y="699910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Line 17"/>
            <p:cNvSpPr>
              <a:spLocks noChangeShapeType="1"/>
            </p:cNvSpPr>
            <p:nvPr/>
          </p:nvSpPr>
          <p:spPr bwMode="auto">
            <a:xfrm>
              <a:off x="4677711" y="644420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Line 17"/>
            <p:cNvSpPr>
              <a:spLocks noChangeShapeType="1"/>
            </p:cNvSpPr>
            <p:nvPr/>
          </p:nvSpPr>
          <p:spPr bwMode="auto">
            <a:xfrm>
              <a:off x="4843855" y="658293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17"/>
            <p:cNvSpPr>
              <a:spLocks noChangeShapeType="1"/>
            </p:cNvSpPr>
            <p:nvPr/>
          </p:nvSpPr>
          <p:spPr bwMode="auto">
            <a:xfrm>
              <a:off x="5015049" y="672165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17"/>
            <p:cNvSpPr>
              <a:spLocks noChangeShapeType="1"/>
            </p:cNvSpPr>
            <p:nvPr/>
          </p:nvSpPr>
          <p:spPr bwMode="auto">
            <a:xfrm>
              <a:off x="5354070" y="699910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17"/>
            <p:cNvSpPr>
              <a:spLocks noChangeShapeType="1"/>
            </p:cNvSpPr>
            <p:nvPr/>
          </p:nvSpPr>
          <p:spPr bwMode="auto">
            <a:xfrm>
              <a:off x="5523581" y="713783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Line 17"/>
            <p:cNvSpPr>
              <a:spLocks noChangeShapeType="1"/>
            </p:cNvSpPr>
            <p:nvPr/>
          </p:nvSpPr>
          <p:spPr bwMode="auto">
            <a:xfrm>
              <a:off x="5873001" y="658293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17"/>
            <p:cNvSpPr>
              <a:spLocks noChangeShapeType="1"/>
            </p:cNvSpPr>
            <p:nvPr/>
          </p:nvSpPr>
          <p:spPr bwMode="auto">
            <a:xfrm>
              <a:off x="5703490" y="672165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0" name="Line 17"/>
            <p:cNvSpPr>
              <a:spLocks noChangeShapeType="1"/>
            </p:cNvSpPr>
            <p:nvPr/>
          </p:nvSpPr>
          <p:spPr bwMode="auto">
            <a:xfrm>
              <a:off x="5432424" y="6999108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1" name="Line 17"/>
            <p:cNvSpPr>
              <a:spLocks noChangeShapeType="1"/>
            </p:cNvSpPr>
            <p:nvPr/>
          </p:nvSpPr>
          <p:spPr bwMode="auto">
            <a:xfrm>
              <a:off x="5194958" y="713783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ZoneTexte 331"/>
            <p:cNvSpPr txBox="1"/>
            <p:nvPr/>
          </p:nvSpPr>
          <p:spPr>
            <a:xfrm>
              <a:off x="5865158" y="6084168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3" name="ZoneTexte 332"/>
            <p:cNvSpPr txBox="1"/>
            <p:nvPr/>
          </p:nvSpPr>
          <p:spPr>
            <a:xfrm>
              <a:off x="5373216" y="6084168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34" name="Connecteur droit avec flèche 333"/>
            <p:cNvCxnSpPr/>
            <p:nvPr/>
          </p:nvCxnSpPr>
          <p:spPr>
            <a:xfrm>
              <a:off x="5740842" y="5550010"/>
              <a:ext cx="199100" cy="1048300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Line 17"/>
            <p:cNvSpPr>
              <a:spLocks noChangeShapeType="1"/>
            </p:cNvSpPr>
            <p:nvPr/>
          </p:nvSpPr>
          <p:spPr bwMode="auto">
            <a:xfrm>
              <a:off x="5179261" y="6825702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Line 17"/>
            <p:cNvSpPr>
              <a:spLocks noChangeShapeType="1"/>
            </p:cNvSpPr>
            <p:nvPr/>
          </p:nvSpPr>
          <p:spPr bwMode="auto">
            <a:xfrm>
              <a:off x="5171558" y="6895065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7" name="Line 17"/>
            <p:cNvSpPr>
              <a:spLocks noChangeShapeType="1"/>
            </p:cNvSpPr>
            <p:nvPr/>
          </p:nvSpPr>
          <p:spPr bwMode="auto">
            <a:xfrm>
              <a:off x="5179889" y="689470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Line 17"/>
            <p:cNvSpPr>
              <a:spLocks noChangeShapeType="1"/>
            </p:cNvSpPr>
            <p:nvPr/>
          </p:nvSpPr>
          <p:spPr bwMode="auto">
            <a:xfrm>
              <a:off x="5358189" y="570954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Line 17"/>
            <p:cNvSpPr>
              <a:spLocks noChangeShapeType="1"/>
            </p:cNvSpPr>
            <p:nvPr/>
          </p:nvSpPr>
          <p:spPr bwMode="auto">
            <a:xfrm>
              <a:off x="5508866" y="54581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Line 17"/>
            <p:cNvSpPr>
              <a:spLocks noChangeShapeType="1"/>
            </p:cNvSpPr>
            <p:nvPr/>
          </p:nvSpPr>
          <p:spPr bwMode="auto">
            <a:xfrm>
              <a:off x="5207512" y="54581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Line 17"/>
            <p:cNvSpPr>
              <a:spLocks noChangeShapeType="1"/>
            </p:cNvSpPr>
            <p:nvPr/>
          </p:nvSpPr>
          <p:spPr bwMode="auto">
            <a:xfrm>
              <a:off x="5509507" y="574422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Line 17"/>
            <p:cNvSpPr>
              <a:spLocks noChangeShapeType="1"/>
            </p:cNvSpPr>
            <p:nvPr/>
          </p:nvSpPr>
          <p:spPr bwMode="auto">
            <a:xfrm>
              <a:off x="5207512" y="574422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343" name="Connecteur droit avec flèche 342"/>
            <p:cNvCxnSpPr/>
            <p:nvPr/>
          </p:nvCxnSpPr>
          <p:spPr>
            <a:xfrm flipV="1">
              <a:off x="5610758" y="5534108"/>
              <a:ext cx="122132" cy="1612842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4" name="Picture 160"/>
          <p:cNvPicPr>
            <a:picLocks noChangeAspect="1" noChangeArrowheads="1"/>
          </p:cNvPicPr>
          <p:nvPr/>
        </p:nvPicPr>
        <p:blipFill rotWithShape="1"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" t="5035" r="12865" b="744"/>
          <a:stretch/>
        </p:blipFill>
        <p:spPr bwMode="auto">
          <a:xfrm>
            <a:off x="66452" y="1692910"/>
            <a:ext cx="1860469" cy="235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5" name="ZoneTexte 344"/>
          <p:cNvSpPr txBox="1"/>
          <p:nvPr/>
        </p:nvSpPr>
        <p:spPr>
          <a:xfrm>
            <a:off x="1563724" y="305961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6" name="ZoneTexte 345"/>
          <p:cNvSpPr txBox="1"/>
          <p:nvPr/>
        </p:nvSpPr>
        <p:spPr>
          <a:xfrm>
            <a:off x="1059668" y="2483549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7" name="ZoneTexte 346"/>
          <p:cNvSpPr txBox="1"/>
          <p:nvPr/>
        </p:nvSpPr>
        <p:spPr>
          <a:xfrm>
            <a:off x="1412776" y="19794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549972" y="784411"/>
            <a:ext cx="646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5K</a:t>
            </a:r>
            <a:endParaRPr lang="fr-FR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4920</TotalTime>
  <Words>93</Words>
  <Application>Microsoft Office PowerPoint</Application>
  <PresentationFormat>Personnalisé</PresentationFormat>
  <Paragraphs>48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Équation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285</cp:revision>
  <cp:lastPrinted>2015-07-16T07:16:46Z</cp:lastPrinted>
  <dcterms:created xsi:type="dcterms:W3CDTF">2013-09-27T09:14:25Z</dcterms:created>
  <dcterms:modified xsi:type="dcterms:W3CDTF">2017-10-16T14:53:50Z</dcterms:modified>
</cp:coreProperties>
</file>