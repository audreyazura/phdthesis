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3" r:id="rId2"/>
  </p:sldIdLst>
  <p:sldSz cx="6858000" cy="72009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829" autoAdjust="0"/>
  </p:normalViewPr>
  <p:slideViewPr>
    <p:cSldViewPr>
      <p:cViewPr>
        <p:scale>
          <a:sx n="100" d="100"/>
          <a:sy n="100" d="100"/>
        </p:scale>
        <p:origin x="-1440" y="252"/>
      </p:cViewPr>
      <p:guideLst>
        <p:guide orient="horz" pos="2268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wmf"/><Relationship Id="rId1" Type="http://schemas.openxmlformats.org/officeDocument/2006/relationships/image" Target="../media/image1.wmf"/><Relationship Id="rId6" Type="http://schemas.openxmlformats.org/officeDocument/2006/relationships/image" Target="../media/image6.wmf"/><Relationship Id="rId5" Type="http://schemas.openxmlformats.org/officeDocument/2006/relationships/image" Target="../media/image5.wmf"/><Relationship Id="rId4" Type="http://schemas.openxmlformats.org/officeDocument/2006/relationships/image" Target="../media/image4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0296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r">
              <a:defRPr sz="1200"/>
            </a:lvl1pPr>
          </a:lstStyle>
          <a:p>
            <a:fld id="{A732596A-CC33-44AB-A517-CD91BCF05E15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627188" y="744538"/>
            <a:ext cx="3543300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182" tIns="44091" rIns="88182" bIns="44091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79467" y="4714653"/>
            <a:ext cx="5438748" cy="4466756"/>
          </a:xfrm>
          <a:prstGeom prst="rect">
            <a:avLst/>
          </a:prstGeom>
        </p:spPr>
        <p:txBody>
          <a:bodyPr vert="horz" lIns="88182" tIns="44091" rIns="88182" bIns="44091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2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0296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r">
              <a:defRPr sz="1200"/>
            </a:lvl1pPr>
          </a:lstStyle>
          <a:p>
            <a:fld id="{062323BE-C712-422A-9927-239FDB89279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01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14350" y="2236948"/>
            <a:ext cx="5829300" cy="1543527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028700" y="4080511"/>
            <a:ext cx="4800600" cy="184022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07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03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1735" y="4627246"/>
            <a:ext cx="5829300" cy="1430179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41735" y="3052049"/>
            <a:ext cx="5829300" cy="157519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02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42900" y="1680210"/>
            <a:ext cx="3028950" cy="475226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86150" y="1680210"/>
            <a:ext cx="3028950" cy="475226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634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1611869"/>
            <a:ext cx="3030141" cy="6717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2900" y="2283618"/>
            <a:ext cx="3030141" cy="414885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483772" y="1611869"/>
            <a:ext cx="3031331" cy="6717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483772" y="2283618"/>
            <a:ext cx="3031331" cy="414885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17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0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055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42903" y="286704"/>
            <a:ext cx="2256235" cy="122015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681290" y="286704"/>
            <a:ext cx="3833813" cy="61457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42903" y="1506855"/>
            <a:ext cx="2256235" cy="49256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348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44216" y="5040631"/>
            <a:ext cx="4114800" cy="5950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344216" y="643415"/>
            <a:ext cx="4114800" cy="432054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344216" y="5635706"/>
            <a:ext cx="4114800" cy="84510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04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5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972050" y="288372"/>
            <a:ext cx="1543050" cy="6144101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42900" y="288372"/>
            <a:ext cx="4514850" cy="6144101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30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42900" y="288371"/>
            <a:ext cx="6172200" cy="12001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1680210"/>
            <a:ext cx="6172200" cy="47522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42900" y="6674170"/>
            <a:ext cx="1600200" cy="383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343150" y="6674170"/>
            <a:ext cx="2171700" cy="383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914900" y="6674170"/>
            <a:ext cx="1600200" cy="383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99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13" Type="http://schemas.openxmlformats.org/officeDocument/2006/relationships/image" Target="../media/image5.wmf"/><Relationship Id="rId3" Type="http://schemas.openxmlformats.org/officeDocument/2006/relationships/image" Target="../media/image7.png"/><Relationship Id="rId7" Type="http://schemas.openxmlformats.org/officeDocument/2006/relationships/image" Target="../media/image2.wmf"/><Relationship Id="rId12" Type="http://schemas.openxmlformats.org/officeDocument/2006/relationships/oleObject" Target="../embeddings/oleObject5.bin"/><Relationship Id="rId2" Type="http://schemas.openxmlformats.org/officeDocument/2006/relationships/slideLayout" Target="../slideLayouts/slideLayout7.xml"/><Relationship Id="rId16" Type="http://schemas.openxmlformats.org/officeDocument/2006/relationships/image" Target="../media/image8.png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2.bin"/><Relationship Id="rId11" Type="http://schemas.openxmlformats.org/officeDocument/2006/relationships/image" Target="../media/image4.wmf"/><Relationship Id="rId5" Type="http://schemas.openxmlformats.org/officeDocument/2006/relationships/image" Target="../media/image1.wmf"/><Relationship Id="rId15" Type="http://schemas.openxmlformats.org/officeDocument/2006/relationships/image" Target="../media/image6.wmf"/><Relationship Id="rId10" Type="http://schemas.openxmlformats.org/officeDocument/2006/relationships/oleObject" Target="../embeddings/oleObject4.bin"/><Relationship Id="rId4" Type="http://schemas.openxmlformats.org/officeDocument/2006/relationships/oleObject" Target="../embeddings/oleObject1.bin"/><Relationship Id="rId9" Type="http://schemas.openxmlformats.org/officeDocument/2006/relationships/image" Target="../media/image3.wmf"/><Relationship Id="rId14" Type="http://schemas.openxmlformats.org/officeDocument/2006/relationships/oleObject" Target="../embeddings/oleObject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Picture 17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384" y="-130225"/>
            <a:ext cx="4524375" cy="733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74" name="Groupe 173"/>
          <p:cNvGrpSpPr/>
          <p:nvPr/>
        </p:nvGrpSpPr>
        <p:grpSpPr>
          <a:xfrm>
            <a:off x="4595237" y="24824"/>
            <a:ext cx="2146131" cy="2399602"/>
            <a:chOff x="4523229" y="118537"/>
            <a:chExt cx="2146131" cy="2399602"/>
          </a:xfrm>
        </p:grpSpPr>
        <p:sp>
          <p:nvSpPr>
            <p:cNvPr id="175" name="Line 17"/>
            <p:cNvSpPr>
              <a:spLocks noChangeShapeType="1"/>
            </p:cNvSpPr>
            <p:nvPr/>
          </p:nvSpPr>
          <p:spPr bwMode="auto">
            <a:xfrm>
              <a:off x="5041010" y="483438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Line 17"/>
            <p:cNvSpPr>
              <a:spLocks noChangeShapeType="1"/>
            </p:cNvSpPr>
            <p:nvPr/>
          </p:nvSpPr>
          <p:spPr bwMode="auto">
            <a:xfrm>
              <a:off x="5369050" y="379394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Line 17"/>
            <p:cNvSpPr>
              <a:spLocks noChangeShapeType="1"/>
            </p:cNvSpPr>
            <p:nvPr/>
          </p:nvSpPr>
          <p:spPr bwMode="auto">
            <a:xfrm>
              <a:off x="5673651" y="483438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Line 17"/>
            <p:cNvSpPr>
              <a:spLocks noChangeShapeType="1"/>
            </p:cNvSpPr>
            <p:nvPr/>
          </p:nvSpPr>
          <p:spPr bwMode="auto">
            <a:xfrm>
              <a:off x="5673651" y="769558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Line 17"/>
            <p:cNvSpPr>
              <a:spLocks noChangeShapeType="1"/>
            </p:cNvSpPr>
            <p:nvPr/>
          </p:nvSpPr>
          <p:spPr bwMode="auto">
            <a:xfrm>
              <a:off x="5879267" y="89959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Line 17"/>
            <p:cNvSpPr>
              <a:spLocks noChangeShapeType="1"/>
            </p:cNvSpPr>
            <p:nvPr/>
          </p:nvSpPr>
          <p:spPr bwMode="auto">
            <a:xfrm>
              <a:off x="5033277" y="769558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Line 17"/>
            <p:cNvSpPr>
              <a:spLocks noChangeShapeType="1"/>
            </p:cNvSpPr>
            <p:nvPr/>
          </p:nvSpPr>
          <p:spPr bwMode="auto">
            <a:xfrm>
              <a:off x="4862201" y="87234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Rectangle 181"/>
            <p:cNvSpPr/>
            <p:nvPr/>
          </p:nvSpPr>
          <p:spPr>
            <a:xfrm>
              <a:off x="5454619" y="118537"/>
              <a:ext cx="279244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200" dirty="0"/>
            </a:p>
          </p:txBody>
        </p:sp>
        <p:cxnSp>
          <p:nvCxnSpPr>
            <p:cNvPr id="183" name="Connecteur droit avec flèche 182"/>
            <p:cNvCxnSpPr>
              <a:stCxn id="193" idx="0"/>
            </p:cNvCxnSpPr>
            <p:nvPr/>
          </p:nvCxnSpPr>
          <p:spPr>
            <a:xfrm flipH="1" flipV="1">
              <a:off x="5443216" y="171561"/>
              <a:ext cx="5013" cy="2069579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Connecteur droit avec flèche 183"/>
            <p:cNvCxnSpPr/>
            <p:nvPr/>
          </p:nvCxnSpPr>
          <p:spPr>
            <a:xfrm flipV="1">
              <a:off x="4523229" y="2200420"/>
              <a:ext cx="1958357" cy="897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cteur droit 184"/>
            <p:cNvCxnSpPr/>
            <p:nvPr/>
          </p:nvCxnSpPr>
          <p:spPr>
            <a:xfrm flipH="1">
              <a:off x="5612529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eur droit 185"/>
            <p:cNvCxnSpPr/>
            <p:nvPr/>
          </p:nvCxnSpPr>
          <p:spPr>
            <a:xfrm flipH="1">
              <a:off x="5793639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eur droit 186"/>
            <p:cNvCxnSpPr/>
            <p:nvPr/>
          </p:nvCxnSpPr>
          <p:spPr>
            <a:xfrm flipH="1">
              <a:off x="5963150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eur droit 187"/>
            <p:cNvCxnSpPr/>
            <p:nvPr/>
          </p:nvCxnSpPr>
          <p:spPr>
            <a:xfrm flipH="1">
              <a:off x="6132661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cteur droit 188"/>
            <p:cNvCxnSpPr/>
            <p:nvPr/>
          </p:nvCxnSpPr>
          <p:spPr>
            <a:xfrm flipH="1">
              <a:off x="5256856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eur droit 189"/>
            <p:cNvCxnSpPr/>
            <p:nvPr/>
          </p:nvCxnSpPr>
          <p:spPr>
            <a:xfrm flipH="1">
              <a:off x="5087345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eur droit 190"/>
            <p:cNvCxnSpPr/>
            <p:nvPr/>
          </p:nvCxnSpPr>
          <p:spPr>
            <a:xfrm flipH="1">
              <a:off x="4917834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eur droit 191"/>
            <p:cNvCxnSpPr/>
            <p:nvPr/>
          </p:nvCxnSpPr>
          <p:spPr>
            <a:xfrm flipH="1">
              <a:off x="4748324" y="216663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Rectangle 192"/>
            <p:cNvSpPr/>
            <p:nvPr/>
          </p:nvSpPr>
          <p:spPr>
            <a:xfrm>
              <a:off x="5317424" y="2241140"/>
              <a:ext cx="26161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200" dirty="0"/>
            </a:p>
          </p:txBody>
        </p:sp>
        <p:sp>
          <p:nvSpPr>
            <p:cNvPr id="194" name="Rectangle 193"/>
            <p:cNvSpPr/>
            <p:nvPr/>
          </p:nvSpPr>
          <p:spPr>
            <a:xfrm>
              <a:off x="5459572" y="224114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+1</a:t>
              </a:r>
              <a:endParaRPr lang="en-US" sz="1200" dirty="0"/>
            </a:p>
          </p:txBody>
        </p:sp>
        <p:sp>
          <p:nvSpPr>
            <p:cNvPr id="195" name="Rectangle 194"/>
            <p:cNvSpPr/>
            <p:nvPr/>
          </p:nvSpPr>
          <p:spPr>
            <a:xfrm>
              <a:off x="5622053" y="224114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+2</a:t>
              </a:r>
              <a:endParaRPr lang="en-US" sz="1200" dirty="0"/>
            </a:p>
          </p:txBody>
        </p:sp>
        <p:sp>
          <p:nvSpPr>
            <p:cNvPr id="196" name="Rectangle 195"/>
            <p:cNvSpPr/>
            <p:nvPr/>
          </p:nvSpPr>
          <p:spPr>
            <a:xfrm>
              <a:off x="5803163" y="224114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+3</a:t>
              </a:r>
              <a:endParaRPr lang="en-US" sz="1200" dirty="0"/>
            </a:p>
          </p:txBody>
        </p:sp>
        <p:sp>
          <p:nvSpPr>
            <p:cNvPr id="197" name="Rectangle 196"/>
            <p:cNvSpPr/>
            <p:nvPr/>
          </p:nvSpPr>
          <p:spPr>
            <a:xfrm>
              <a:off x="5980874" y="224114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+4</a:t>
              </a:r>
              <a:endParaRPr lang="en-US" sz="1200" dirty="0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5091106" y="224114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en-US" sz="1200" dirty="0"/>
            </a:p>
          </p:txBody>
        </p:sp>
        <p:sp>
          <p:nvSpPr>
            <p:cNvPr id="199" name="Rectangle 198"/>
            <p:cNvSpPr/>
            <p:nvPr/>
          </p:nvSpPr>
          <p:spPr>
            <a:xfrm>
              <a:off x="4921595" y="224114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sz="1200" dirty="0"/>
            </a:p>
          </p:txBody>
        </p:sp>
        <p:sp>
          <p:nvSpPr>
            <p:cNvPr id="200" name="Rectangle 199"/>
            <p:cNvSpPr/>
            <p:nvPr/>
          </p:nvSpPr>
          <p:spPr>
            <a:xfrm>
              <a:off x="4752084" y="224114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en-US" sz="1200" dirty="0"/>
            </a:p>
          </p:txBody>
        </p:sp>
        <p:sp>
          <p:nvSpPr>
            <p:cNvPr id="201" name="Rectangle 200"/>
            <p:cNvSpPr/>
            <p:nvPr/>
          </p:nvSpPr>
          <p:spPr>
            <a:xfrm>
              <a:off x="4582573" y="224114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en-US" sz="1200" dirty="0"/>
            </a:p>
          </p:txBody>
        </p:sp>
        <p:sp>
          <p:nvSpPr>
            <p:cNvPr id="202" name="Rectangle 201"/>
            <p:cNvSpPr/>
            <p:nvPr/>
          </p:nvSpPr>
          <p:spPr>
            <a:xfrm>
              <a:off x="6303554" y="2241140"/>
              <a:ext cx="3658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fr-FR" sz="12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endParaRPr lang="en-US" sz="1200" baseline="-25000" dirty="0"/>
            </a:p>
          </p:txBody>
        </p:sp>
        <p:sp>
          <p:nvSpPr>
            <p:cNvPr id="203" name="Line 17"/>
            <p:cNvSpPr>
              <a:spLocks noChangeShapeType="1"/>
            </p:cNvSpPr>
            <p:nvPr/>
          </p:nvSpPr>
          <p:spPr bwMode="auto">
            <a:xfrm>
              <a:off x="6046223" y="1403648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17"/>
            <p:cNvSpPr>
              <a:spLocks noChangeShapeType="1"/>
            </p:cNvSpPr>
            <p:nvPr/>
          </p:nvSpPr>
          <p:spPr bwMode="auto">
            <a:xfrm>
              <a:off x="5185039" y="1785500"/>
              <a:ext cx="479410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17"/>
            <p:cNvSpPr>
              <a:spLocks noChangeShapeType="1"/>
            </p:cNvSpPr>
            <p:nvPr/>
          </p:nvSpPr>
          <p:spPr bwMode="auto">
            <a:xfrm>
              <a:off x="5371548" y="1958548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17"/>
            <p:cNvSpPr>
              <a:spLocks noChangeShapeType="1"/>
            </p:cNvSpPr>
            <p:nvPr/>
          </p:nvSpPr>
          <p:spPr bwMode="auto">
            <a:xfrm>
              <a:off x="4691820" y="1403648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Line 17"/>
            <p:cNvSpPr>
              <a:spLocks noChangeShapeType="1"/>
            </p:cNvSpPr>
            <p:nvPr/>
          </p:nvSpPr>
          <p:spPr bwMode="auto">
            <a:xfrm>
              <a:off x="4857964" y="1542373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Line 17"/>
            <p:cNvSpPr>
              <a:spLocks noChangeShapeType="1"/>
            </p:cNvSpPr>
            <p:nvPr/>
          </p:nvSpPr>
          <p:spPr bwMode="auto">
            <a:xfrm>
              <a:off x="5029158" y="1681098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Line 17"/>
            <p:cNvSpPr>
              <a:spLocks noChangeShapeType="1"/>
            </p:cNvSpPr>
            <p:nvPr/>
          </p:nvSpPr>
          <p:spPr bwMode="auto">
            <a:xfrm>
              <a:off x="5368179" y="1958548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Line 17"/>
            <p:cNvSpPr>
              <a:spLocks noChangeShapeType="1"/>
            </p:cNvSpPr>
            <p:nvPr/>
          </p:nvSpPr>
          <p:spPr bwMode="auto">
            <a:xfrm>
              <a:off x="5537690" y="2097273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Line 17"/>
            <p:cNvSpPr>
              <a:spLocks noChangeShapeType="1"/>
            </p:cNvSpPr>
            <p:nvPr/>
          </p:nvSpPr>
          <p:spPr bwMode="auto">
            <a:xfrm>
              <a:off x="5887110" y="1542373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Line 17"/>
            <p:cNvSpPr>
              <a:spLocks noChangeShapeType="1"/>
            </p:cNvSpPr>
            <p:nvPr/>
          </p:nvSpPr>
          <p:spPr bwMode="auto">
            <a:xfrm>
              <a:off x="5717599" y="1681098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Line 17"/>
            <p:cNvSpPr>
              <a:spLocks noChangeShapeType="1"/>
            </p:cNvSpPr>
            <p:nvPr/>
          </p:nvSpPr>
          <p:spPr bwMode="auto">
            <a:xfrm>
              <a:off x="5446533" y="1958548"/>
              <a:ext cx="74987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17"/>
            <p:cNvSpPr>
              <a:spLocks noChangeShapeType="1"/>
            </p:cNvSpPr>
            <p:nvPr/>
          </p:nvSpPr>
          <p:spPr bwMode="auto">
            <a:xfrm>
              <a:off x="5209067" y="2097273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ZoneTexte 214"/>
            <p:cNvSpPr txBox="1"/>
            <p:nvPr/>
          </p:nvSpPr>
          <p:spPr>
            <a:xfrm>
              <a:off x="5733863" y="1043608"/>
              <a:ext cx="35298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>
                  <a:solidFill>
                    <a:srgbClr val="FF000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4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endParaRPr lang="en-US" sz="14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6" name="ZoneTexte 215"/>
            <p:cNvSpPr txBox="1"/>
            <p:nvPr/>
          </p:nvSpPr>
          <p:spPr>
            <a:xfrm>
              <a:off x="5119063" y="1043608"/>
              <a:ext cx="49346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dirty="0" smtClean="0">
                  <a:solidFill>
                    <a:srgbClr val="0070C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4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endParaRPr lang="en-US" sz="14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17" name="Connecteur droit avec flèche 216"/>
            <p:cNvCxnSpPr/>
            <p:nvPr/>
          </p:nvCxnSpPr>
          <p:spPr>
            <a:xfrm>
              <a:off x="5600700" y="685800"/>
              <a:ext cx="185623" cy="996696"/>
            </a:xfrm>
            <a:prstGeom prst="straightConnector1">
              <a:avLst/>
            </a:prstGeom>
            <a:ln w="15875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8" name="Line 17"/>
            <p:cNvSpPr>
              <a:spLocks noChangeShapeType="1"/>
            </p:cNvSpPr>
            <p:nvPr/>
          </p:nvSpPr>
          <p:spPr bwMode="auto">
            <a:xfrm>
              <a:off x="5193370" y="1785142"/>
              <a:ext cx="490864" cy="359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Line 17"/>
            <p:cNvSpPr>
              <a:spLocks noChangeShapeType="1"/>
            </p:cNvSpPr>
            <p:nvPr/>
          </p:nvSpPr>
          <p:spPr bwMode="auto">
            <a:xfrm>
              <a:off x="5185667" y="1854505"/>
              <a:ext cx="479410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17"/>
            <p:cNvSpPr>
              <a:spLocks noChangeShapeType="1"/>
            </p:cNvSpPr>
            <p:nvPr/>
          </p:nvSpPr>
          <p:spPr bwMode="auto">
            <a:xfrm>
              <a:off x="5193998" y="1854146"/>
              <a:ext cx="490864" cy="359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Line 17"/>
            <p:cNvSpPr>
              <a:spLocks noChangeShapeType="1"/>
            </p:cNvSpPr>
            <p:nvPr/>
          </p:nvSpPr>
          <p:spPr bwMode="auto">
            <a:xfrm>
              <a:off x="5372298" y="656844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Line 17"/>
            <p:cNvSpPr>
              <a:spLocks noChangeShapeType="1"/>
            </p:cNvSpPr>
            <p:nvPr/>
          </p:nvSpPr>
          <p:spPr bwMode="auto">
            <a:xfrm>
              <a:off x="5522975" y="40540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Line 17"/>
            <p:cNvSpPr>
              <a:spLocks noChangeShapeType="1"/>
            </p:cNvSpPr>
            <p:nvPr/>
          </p:nvSpPr>
          <p:spPr bwMode="auto">
            <a:xfrm>
              <a:off x="5221621" y="40540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Line 17"/>
            <p:cNvSpPr>
              <a:spLocks noChangeShapeType="1"/>
            </p:cNvSpPr>
            <p:nvPr/>
          </p:nvSpPr>
          <p:spPr bwMode="auto">
            <a:xfrm>
              <a:off x="5523616" y="69152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Line 17"/>
            <p:cNvSpPr>
              <a:spLocks noChangeShapeType="1"/>
            </p:cNvSpPr>
            <p:nvPr/>
          </p:nvSpPr>
          <p:spPr bwMode="auto">
            <a:xfrm>
              <a:off x="5221621" y="69152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cxnSp>
          <p:nvCxnSpPr>
            <p:cNvPr id="226" name="Connecteur droit avec flèche 225"/>
            <p:cNvCxnSpPr/>
            <p:nvPr/>
          </p:nvCxnSpPr>
          <p:spPr>
            <a:xfrm flipV="1">
              <a:off x="5413248" y="687629"/>
              <a:ext cx="190195" cy="1258215"/>
            </a:xfrm>
            <a:prstGeom prst="straightConnector1">
              <a:avLst/>
            </a:prstGeom>
            <a:ln w="15875">
              <a:solidFill>
                <a:srgbClr val="0070C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27" name="Objet 22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3609707"/>
                </p:ext>
              </p:extLst>
            </p:nvPr>
          </p:nvGraphicFramePr>
          <p:xfrm>
            <a:off x="6061075" y="545009"/>
            <a:ext cx="438150" cy="2825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6" name="Équation" r:id="rId4" imgW="393480" imgH="253800" progId="Equation.3">
                    <p:embed/>
                  </p:oleObj>
                </mc:Choice>
                <mc:Fallback>
                  <p:oleObj name="Équation" r:id="rId4" imgW="393480" imgH="2538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061075" y="545009"/>
                          <a:ext cx="438150" cy="2825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28" name="Objet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69506869"/>
              </p:ext>
            </p:extLst>
          </p:nvPr>
        </p:nvGraphicFramePr>
        <p:xfrm>
          <a:off x="3645024" y="2849808"/>
          <a:ext cx="438150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7" name="Équation" r:id="rId6" imgW="393480" imgH="253800" progId="Equation.3">
                  <p:embed/>
                </p:oleObj>
              </mc:Choice>
              <mc:Fallback>
                <p:oleObj name="Équation" r:id="rId6" imgW="393480" imgH="2538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45024" y="2849808"/>
                        <a:ext cx="438150" cy="282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9" name="Objet 2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3436478"/>
              </p:ext>
            </p:extLst>
          </p:nvPr>
        </p:nvGraphicFramePr>
        <p:xfrm>
          <a:off x="3645024" y="4547790"/>
          <a:ext cx="452438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8" name="Équation" r:id="rId8" imgW="406080" imgH="253800" progId="Equation.3">
                  <p:embed/>
                </p:oleObj>
              </mc:Choice>
              <mc:Fallback>
                <p:oleObj name="Équation" r:id="rId8" imgW="406080" imgH="2538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45024" y="4547790"/>
                        <a:ext cx="452438" cy="282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0" name="Objet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16110720"/>
              </p:ext>
            </p:extLst>
          </p:nvPr>
        </p:nvGraphicFramePr>
        <p:xfrm>
          <a:off x="3645024" y="6106003"/>
          <a:ext cx="452437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9" name="Équation" r:id="rId10" imgW="406080" imgH="253800" progId="Equation.3">
                  <p:embed/>
                </p:oleObj>
              </mc:Choice>
              <mc:Fallback>
                <p:oleObj name="Équation" r:id="rId10" imgW="406080" imgH="2538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45024" y="6106003"/>
                        <a:ext cx="452437" cy="282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1" name="ZoneTexte 230"/>
          <p:cNvSpPr txBox="1"/>
          <p:nvPr/>
        </p:nvSpPr>
        <p:spPr>
          <a:xfrm>
            <a:off x="588602" y="116404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2" name="ZoneTexte 231"/>
          <p:cNvSpPr txBox="1"/>
          <p:nvPr/>
        </p:nvSpPr>
        <p:spPr>
          <a:xfrm>
            <a:off x="4303291" y="95460"/>
            <a:ext cx="4363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3" name="ZoneTexte 232"/>
          <p:cNvSpPr txBox="1"/>
          <p:nvPr/>
        </p:nvSpPr>
        <p:spPr>
          <a:xfrm>
            <a:off x="2564904" y="1480699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4" name="ZoneTexte 233"/>
          <p:cNvSpPr txBox="1"/>
          <p:nvPr/>
        </p:nvSpPr>
        <p:spPr>
          <a:xfrm>
            <a:off x="2770879" y="3764131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5" name="ZoneTexte 234"/>
          <p:cNvSpPr txBox="1"/>
          <p:nvPr/>
        </p:nvSpPr>
        <p:spPr>
          <a:xfrm>
            <a:off x="2983437" y="5232618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6" name="Groupe 235"/>
          <p:cNvGrpSpPr/>
          <p:nvPr/>
        </p:nvGrpSpPr>
        <p:grpSpPr>
          <a:xfrm>
            <a:off x="4595237" y="2336910"/>
            <a:ext cx="2146131" cy="2429409"/>
            <a:chOff x="4509120" y="2676454"/>
            <a:chExt cx="2146131" cy="2429409"/>
          </a:xfrm>
        </p:grpSpPr>
        <p:graphicFrame>
          <p:nvGraphicFramePr>
            <p:cNvPr id="237" name="Objet 23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65490382"/>
                </p:ext>
              </p:extLst>
            </p:nvPr>
          </p:nvGraphicFramePr>
          <p:xfrm>
            <a:off x="6059422" y="3137297"/>
            <a:ext cx="452437" cy="2825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0" name="Équation" r:id="rId12" imgW="406080" imgH="253800" progId="Equation.3">
                    <p:embed/>
                  </p:oleObj>
                </mc:Choice>
                <mc:Fallback>
                  <p:oleObj name="Équation" r:id="rId12" imgW="406080" imgH="2538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059422" y="3137297"/>
                          <a:ext cx="452437" cy="2825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38" name="Line 17"/>
            <p:cNvSpPr>
              <a:spLocks noChangeShapeType="1"/>
            </p:cNvSpPr>
            <p:nvPr/>
          </p:nvSpPr>
          <p:spPr bwMode="auto">
            <a:xfrm>
              <a:off x="5026901" y="304135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Line 17"/>
            <p:cNvSpPr>
              <a:spLocks noChangeShapeType="1"/>
            </p:cNvSpPr>
            <p:nvPr/>
          </p:nvSpPr>
          <p:spPr bwMode="auto">
            <a:xfrm>
              <a:off x="5354941" y="2937311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Line 17"/>
            <p:cNvSpPr>
              <a:spLocks noChangeShapeType="1"/>
            </p:cNvSpPr>
            <p:nvPr/>
          </p:nvSpPr>
          <p:spPr bwMode="auto">
            <a:xfrm>
              <a:off x="5659542" y="304135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Line 17"/>
            <p:cNvSpPr>
              <a:spLocks noChangeShapeType="1"/>
            </p:cNvSpPr>
            <p:nvPr/>
          </p:nvSpPr>
          <p:spPr bwMode="auto">
            <a:xfrm>
              <a:off x="5659542" y="332747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Line 17"/>
            <p:cNvSpPr>
              <a:spLocks noChangeShapeType="1"/>
            </p:cNvSpPr>
            <p:nvPr/>
          </p:nvSpPr>
          <p:spPr bwMode="auto">
            <a:xfrm>
              <a:off x="5865158" y="3457509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Line 17"/>
            <p:cNvSpPr>
              <a:spLocks noChangeShapeType="1"/>
            </p:cNvSpPr>
            <p:nvPr/>
          </p:nvSpPr>
          <p:spPr bwMode="auto">
            <a:xfrm>
              <a:off x="5019168" y="3327475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Line 17"/>
            <p:cNvSpPr>
              <a:spLocks noChangeShapeType="1"/>
            </p:cNvSpPr>
            <p:nvPr/>
          </p:nvSpPr>
          <p:spPr bwMode="auto">
            <a:xfrm>
              <a:off x="4848092" y="343026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Rectangle 244"/>
            <p:cNvSpPr/>
            <p:nvPr/>
          </p:nvSpPr>
          <p:spPr>
            <a:xfrm>
              <a:off x="5440510" y="2676454"/>
              <a:ext cx="279244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200" dirty="0"/>
            </a:p>
          </p:txBody>
        </p:sp>
        <p:cxnSp>
          <p:nvCxnSpPr>
            <p:cNvPr id="246" name="Connecteur droit avec flèche 245"/>
            <p:cNvCxnSpPr>
              <a:stCxn id="256" idx="0"/>
            </p:cNvCxnSpPr>
            <p:nvPr/>
          </p:nvCxnSpPr>
          <p:spPr>
            <a:xfrm flipH="1" flipV="1">
              <a:off x="5429108" y="2729478"/>
              <a:ext cx="5012" cy="2099386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Connecteur droit avec flèche 246"/>
            <p:cNvCxnSpPr/>
            <p:nvPr/>
          </p:nvCxnSpPr>
          <p:spPr>
            <a:xfrm flipV="1">
              <a:off x="4509120" y="4788144"/>
              <a:ext cx="1958357" cy="897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Connecteur droit 247"/>
            <p:cNvCxnSpPr/>
            <p:nvPr/>
          </p:nvCxnSpPr>
          <p:spPr>
            <a:xfrm flipH="1">
              <a:off x="5598420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Connecteur droit 248"/>
            <p:cNvCxnSpPr/>
            <p:nvPr/>
          </p:nvCxnSpPr>
          <p:spPr>
            <a:xfrm flipH="1">
              <a:off x="5779530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Connecteur droit 249"/>
            <p:cNvCxnSpPr/>
            <p:nvPr/>
          </p:nvCxnSpPr>
          <p:spPr>
            <a:xfrm flipH="1">
              <a:off x="5949041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Connecteur droit 250"/>
            <p:cNvCxnSpPr/>
            <p:nvPr/>
          </p:nvCxnSpPr>
          <p:spPr>
            <a:xfrm flipH="1">
              <a:off x="6118552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Connecteur droit 251"/>
            <p:cNvCxnSpPr/>
            <p:nvPr/>
          </p:nvCxnSpPr>
          <p:spPr>
            <a:xfrm flipH="1">
              <a:off x="5242747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Connecteur droit 252"/>
            <p:cNvCxnSpPr/>
            <p:nvPr/>
          </p:nvCxnSpPr>
          <p:spPr>
            <a:xfrm flipH="1">
              <a:off x="5073236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Connecteur droit 253"/>
            <p:cNvCxnSpPr/>
            <p:nvPr/>
          </p:nvCxnSpPr>
          <p:spPr>
            <a:xfrm flipH="1">
              <a:off x="4903725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Connecteur droit 254"/>
            <p:cNvCxnSpPr/>
            <p:nvPr/>
          </p:nvCxnSpPr>
          <p:spPr>
            <a:xfrm flipH="1">
              <a:off x="4734215" y="4754360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6" name="Rectangle 255"/>
            <p:cNvSpPr/>
            <p:nvPr/>
          </p:nvSpPr>
          <p:spPr>
            <a:xfrm>
              <a:off x="5303315" y="4828864"/>
              <a:ext cx="26161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200" dirty="0"/>
            </a:p>
          </p:txBody>
        </p:sp>
        <p:sp>
          <p:nvSpPr>
            <p:cNvPr id="257" name="Rectangle 256"/>
            <p:cNvSpPr/>
            <p:nvPr/>
          </p:nvSpPr>
          <p:spPr>
            <a:xfrm>
              <a:off x="5445463" y="4828864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+1</a:t>
              </a:r>
              <a:endParaRPr lang="en-US" sz="1200" dirty="0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5607944" y="4828864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+2</a:t>
              </a:r>
              <a:endParaRPr lang="en-US" sz="1200" dirty="0"/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5789054" y="4828864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+3</a:t>
              </a:r>
              <a:endParaRPr lang="en-US" sz="1200" dirty="0"/>
            </a:p>
          </p:txBody>
        </p:sp>
        <p:sp>
          <p:nvSpPr>
            <p:cNvPr id="260" name="Rectangle 259"/>
            <p:cNvSpPr/>
            <p:nvPr/>
          </p:nvSpPr>
          <p:spPr>
            <a:xfrm>
              <a:off x="5966765" y="4828864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+4</a:t>
              </a:r>
              <a:endParaRPr lang="en-US" sz="1200" dirty="0"/>
            </a:p>
          </p:txBody>
        </p:sp>
        <p:sp>
          <p:nvSpPr>
            <p:cNvPr id="261" name="Rectangle 260"/>
            <p:cNvSpPr/>
            <p:nvPr/>
          </p:nvSpPr>
          <p:spPr>
            <a:xfrm>
              <a:off x="5076997" y="4828864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en-US" sz="1200" dirty="0"/>
            </a:p>
          </p:txBody>
        </p:sp>
        <p:sp>
          <p:nvSpPr>
            <p:cNvPr id="262" name="Rectangle 261"/>
            <p:cNvSpPr/>
            <p:nvPr/>
          </p:nvSpPr>
          <p:spPr>
            <a:xfrm>
              <a:off x="4907486" y="4828864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sz="1200" dirty="0"/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4737975" y="4828864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en-US" sz="1200" dirty="0"/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4568464" y="4828864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en-US" sz="1200" dirty="0"/>
            </a:p>
          </p:txBody>
        </p:sp>
        <p:sp>
          <p:nvSpPr>
            <p:cNvPr id="265" name="Rectangle 264"/>
            <p:cNvSpPr/>
            <p:nvPr/>
          </p:nvSpPr>
          <p:spPr>
            <a:xfrm>
              <a:off x="6289445" y="4828864"/>
              <a:ext cx="3658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fr-FR" sz="12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endParaRPr lang="en-US" sz="1200" baseline="-25000" dirty="0"/>
            </a:p>
          </p:txBody>
        </p:sp>
        <p:sp>
          <p:nvSpPr>
            <p:cNvPr id="266" name="Line 17"/>
            <p:cNvSpPr>
              <a:spLocks noChangeShapeType="1"/>
            </p:cNvSpPr>
            <p:nvPr/>
          </p:nvSpPr>
          <p:spPr bwMode="auto">
            <a:xfrm>
              <a:off x="6032114" y="3991372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17"/>
            <p:cNvSpPr>
              <a:spLocks noChangeShapeType="1"/>
            </p:cNvSpPr>
            <p:nvPr/>
          </p:nvSpPr>
          <p:spPr bwMode="auto">
            <a:xfrm>
              <a:off x="5170930" y="4373224"/>
              <a:ext cx="479410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17"/>
            <p:cNvSpPr>
              <a:spLocks noChangeShapeType="1"/>
            </p:cNvSpPr>
            <p:nvPr/>
          </p:nvSpPr>
          <p:spPr bwMode="auto">
            <a:xfrm>
              <a:off x="5357439" y="4546272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17"/>
            <p:cNvSpPr>
              <a:spLocks noChangeShapeType="1"/>
            </p:cNvSpPr>
            <p:nvPr/>
          </p:nvSpPr>
          <p:spPr bwMode="auto">
            <a:xfrm>
              <a:off x="4677711" y="3991372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Line 17"/>
            <p:cNvSpPr>
              <a:spLocks noChangeShapeType="1"/>
            </p:cNvSpPr>
            <p:nvPr/>
          </p:nvSpPr>
          <p:spPr bwMode="auto">
            <a:xfrm>
              <a:off x="4843855" y="4130097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Line 17"/>
            <p:cNvSpPr>
              <a:spLocks noChangeShapeType="1"/>
            </p:cNvSpPr>
            <p:nvPr/>
          </p:nvSpPr>
          <p:spPr bwMode="auto">
            <a:xfrm>
              <a:off x="5015049" y="4268822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Line 17"/>
            <p:cNvSpPr>
              <a:spLocks noChangeShapeType="1"/>
            </p:cNvSpPr>
            <p:nvPr/>
          </p:nvSpPr>
          <p:spPr bwMode="auto">
            <a:xfrm>
              <a:off x="5354070" y="4546272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Line 17"/>
            <p:cNvSpPr>
              <a:spLocks noChangeShapeType="1"/>
            </p:cNvSpPr>
            <p:nvPr/>
          </p:nvSpPr>
          <p:spPr bwMode="auto">
            <a:xfrm>
              <a:off x="5523581" y="4684997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Line 17"/>
            <p:cNvSpPr>
              <a:spLocks noChangeShapeType="1"/>
            </p:cNvSpPr>
            <p:nvPr/>
          </p:nvSpPr>
          <p:spPr bwMode="auto">
            <a:xfrm>
              <a:off x="5873001" y="4130097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17"/>
            <p:cNvSpPr>
              <a:spLocks noChangeShapeType="1"/>
            </p:cNvSpPr>
            <p:nvPr/>
          </p:nvSpPr>
          <p:spPr bwMode="auto">
            <a:xfrm>
              <a:off x="5703490" y="4268822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17"/>
            <p:cNvSpPr>
              <a:spLocks noChangeShapeType="1"/>
            </p:cNvSpPr>
            <p:nvPr/>
          </p:nvSpPr>
          <p:spPr bwMode="auto">
            <a:xfrm>
              <a:off x="5432424" y="4546272"/>
              <a:ext cx="74987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17"/>
            <p:cNvSpPr>
              <a:spLocks noChangeShapeType="1"/>
            </p:cNvSpPr>
            <p:nvPr/>
          </p:nvSpPr>
          <p:spPr bwMode="auto">
            <a:xfrm>
              <a:off x="5194958" y="4684997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ZoneTexte 277"/>
            <p:cNvSpPr txBox="1"/>
            <p:nvPr/>
          </p:nvSpPr>
          <p:spPr>
            <a:xfrm>
              <a:off x="5865158" y="3635897"/>
              <a:ext cx="35298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>
                  <a:solidFill>
                    <a:srgbClr val="FF000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4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endParaRPr lang="en-US" sz="14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9" name="ZoneTexte 278"/>
            <p:cNvSpPr txBox="1"/>
            <p:nvPr/>
          </p:nvSpPr>
          <p:spPr>
            <a:xfrm>
              <a:off x="5373216" y="3635896"/>
              <a:ext cx="49346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dirty="0" smtClean="0">
                  <a:solidFill>
                    <a:srgbClr val="0070C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4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endParaRPr lang="en-US" sz="14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80" name="Connecteur droit avec flèche 279"/>
            <p:cNvCxnSpPr/>
            <p:nvPr/>
          </p:nvCxnSpPr>
          <p:spPr>
            <a:xfrm>
              <a:off x="5738951" y="3330640"/>
              <a:ext cx="200991" cy="809763"/>
            </a:xfrm>
            <a:prstGeom prst="straightConnector1">
              <a:avLst/>
            </a:prstGeom>
            <a:ln w="15875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" name="Line 17"/>
            <p:cNvSpPr>
              <a:spLocks noChangeShapeType="1"/>
            </p:cNvSpPr>
            <p:nvPr/>
          </p:nvSpPr>
          <p:spPr bwMode="auto">
            <a:xfrm>
              <a:off x="5179261" y="4372866"/>
              <a:ext cx="490864" cy="359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2" name="Line 17"/>
            <p:cNvSpPr>
              <a:spLocks noChangeShapeType="1"/>
            </p:cNvSpPr>
            <p:nvPr/>
          </p:nvSpPr>
          <p:spPr bwMode="auto">
            <a:xfrm>
              <a:off x="5171558" y="4442229"/>
              <a:ext cx="479410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Line 17"/>
            <p:cNvSpPr>
              <a:spLocks noChangeShapeType="1"/>
            </p:cNvSpPr>
            <p:nvPr/>
          </p:nvSpPr>
          <p:spPr bwMode="auto">
            <a:xfrm>
              <a:off x="5179889" y="4441870"/>
              <a:ext cx="490864" cy="359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4" name="Line 17"/>
            <p:cNvSpPr>
              <a:spLocks noChangeShapeType="1"/>
            </p:cNvSpPr>
            <p:nvPr/>
          </p:nvSpPr>
          <p:spPr bwMode="auto">
            <a:xfrm>
              <a:off x="5358189" y="3214761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Line 17"/>
            <p:cNvSpPr>
              <a:spLocks noChangeShapeType="1"/>
            </p:cNvSpPr>
            <p:nvPr/>
          </p:nvSpPr>
          <p:spPr bwMode="auto">
            <a:xfrm>
              <a:off x="5508866" y="296332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Line 17"/>
            <p:cNvSpPr>
              <a:spLocks noChangeShapeType="1"/>
            </p:cNvSpPr>
            <p:nvPr/>
          </p:nvSpPr>
          <p:spPr bwMode="auto">
            <a:xfrm>
              <a:off x="5207512" y="296332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Line 17"/>
            <p:cNvSpPr>
              <a:spLocks noChangeShapeType="1"/>
            </p:cNvSpPr>
            <p:nvPr/>
          </p:nvSpPr>
          <p:spPr bwMode="auto">
            <a:xfrm>
              <a:off x="5509507" y="324944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8" name="Line 17"/>
            <p:cNvSpPr>
              <a:spLocks noChangeShapeType="1"/>
            </p:cNvSpPr>
            <p:nvPr/>
          </p:nvSpPr>
          <p:spPr bwMode="auto">
            <a:xfrm>
              <a:off x="5207512" y="324944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cxnSp>
          <p:nvCxnSpPr>
            <p:cNvPr id="289" name="Connecteur droit avec flèche 288"/>
            <p:cNvCxnSpPr/>
            <p:nvPr/>
          </p:nvCxnSpPr>
          <p:spPr>
            <a:xfrm flipV="1">
              <a:off x="5610758" y="3321101"/>
              <a:ext cx="124359" cy="1360627"/>
            </a:xfrm>
            <a:prstGeom prst="straightConnector1">
              <a:avLst/>
            </a:prstGeom>
            <a:ln w="15875">
              <a:solidFill>
                <a:srgbClr val="0070C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0" name="Groupe 289"/>
          <p:cNvGrpSpPr/>
          <p:nvPr/>
        </p:nvGrpSpPr>
        <p:grpSpPr>
          <a:xfrm>
            <a:off x="4595237" y="4694311"/>
            <a:ext cx="2146131" cy="2387458"/>
            <a:chOff x="4509120" y="5171241"/>
            <a:chExt cx="2146131" cy="2387458"/>
          </a:xfrm>
        </p:grpSpPr>
        <p:graphicFrame>
          <p:nvGraphicFramePr>
            <p:cNvPr id="291" name="Objet 29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595815313"/>
                </p:ext>
              </p:extLst>
            </p:nvPr>
          </p:nvGraphicFramePr>
          <p:xfrm>
            <a:off x="6088894" y="5364088"/>
            <a:ext cx="452086" cy="2825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1" name="Équation" r:id="rId14" imgW="406080" imgH="253800" progId="Equation.3">
                    <p:embed/>
                  </p:oleObj>
                </mc:Choice>
                <mc:Fallback>
                  <p:oleObj name="Équation" r:id="rId14" imgW="406080" imgH="2538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088894" y="5364088"/>
                          <a:ext cx="452086" cy="28255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92" name="Line 17"/>
            <p:cNvSpPr>
              <a:spLocks noChangeShapeType="1"/>
            </p:cNvSpPr>
            <p:nvPr/>
          </p:nvSpPr>
          <p:spPr bwMode="auto">
            <a:xfrm>
              <a:off x="5026901" y="553614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Line 17"/>
            <p:cNvSpPr>
              <a:spLocks noChangeShapeType="1"/>
            </p:cNvSpPr>
            <p:nvPr/>
          </p:nvSpPr>
          <p:spPr bwMode="auto">
            <a:xfrm>
              <a:off x="5354941" y="5432098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Line 17"/>
            <p:cNvSpPr>
              <a:spLocks noChangeShapeType="1"/>
            </p:cNvSpPr>
            <p:nvPr/>
          </p:nvSpPr>
          <p:spPr bwMode="auto">
            <a:xfrm>
              <a:off x="5659542" y="553614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Line 17"/>
            <p:cNvSpPr>
              <a:spLocks noChangeShapeType="1"/>
            </p:cNvSpPr>
            <p:nvPr/>
          </p:nvSpPr>
          <p:spPr bwMode="auto">
            <a:xfrm>
              <a:off x="5659542" y="582226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Line 17"/>
            <p:cNvSpPr>
              <a:spLocks noChangeShapeType="1"/>
            </p:cNvSpPr>
            <p:nvPr/>
          </p:nvSpPr>
          <p:spPr bwMode="auto">
            <a:xfrm>
              <a:off x="5865158" y="5952296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Line 17"/>
            <p:cNvSpPr>
              <a:spLocks noChangeShapeType="1"/>
            </p:cNvSpPr>
            <p:nvPr/>
          </p:nvSpPr>
          <p:spPr bwMode="auto">
            <a:xfrm>
              <a:off x="5019168" y="5822262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Line 17"/>
            <p:cNvSpPr>
              <a:spLocks noChangeShapeType="1"/>
            </p:cNvSpPr>
            <p:nvPr/>
          </p:nvSpPr>
          <p:spPr bwMode="auto">
            <a:xfrm>
              <a:off x="4848092" y="5925049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5440510" y="5171241"/>
              <a:ext cx="279244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200" dirty="0"/>
            </a:p>
          </p:txBody>
        </p:sp>
        <p:cxnSp>
          <p:nvCxnSpPr>
            <p:cNvPr id="300" name="Connecteur droit avec flèche 299"/>
            <p:cNvCxnSpPr>
              <a:stCxn id="310" idx="0"/>
            </p:cNvCxnSpPr>
            <p:nvPr/>
          </p:nvCxnSpPr>
          <p:spPr>
            <a:xfrm flipH="1" flipV="1">
              <a:off x="5429108" y="5224266"/>
              <a:ext cx="5012" cy="2057434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Connecteur droit avec flèche 300"/>
            <p:cNvCxnSpPr/>
            <p:nvPr/>
          </p:nvCxnSpPr>
          <p:spPr>
            <a:xfrm flipV="1">
              <a:off x="4509120" y="7240980"/>
              <a:ext cx="1958357" cy="897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Connecteur droit 301"/>
            <p:cNvCxnSpPr/>
            <p:nvPr/>
          </p:nvCxnSpPr>
          <p:spPr>
            <a:xfrm flipH="1">
              <a:off x="5598420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Connecteur droit 302"/>
            <p:cNvCxnSpPr/>
            <p:nvPr/>
          </p:nvCxnSpPr>
          <p:spPr>
            <a:xfrm flipH="1">
              <a:off x="5779530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Connecteur droit 303"/>
            <p:cNvCxnSpPr/>
            <p:nvPr/>
          </p:nvCxnSpPr>
          <p:spPr>
            <a:xfrm flipH="1">
              <a:off x="5949041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Connecteur droit 304"/>
            <p:cNvCxnSpPr/>
            <p:nvPr/>
          </p:nvCxnSpPr>
          <p:spPr>
            <a:xfrm flipH="1">
              <a:off x="6118552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Connecteur droit 305"/>
            <p:cNvCxnSpPr/>
            <p:nvPr/>
          </p:nvCxnSpPr>
          <p:spPr>
            <a:xfrm flipH="1">
              <a:off x="5242747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Connecteur droit 306"/>
            <p:cNvCxnSpPr/>
            <p:nvPr/>
          </p:nvCxnSpPr>
          <p:spPr>
            <a:xfrm flipH="1">
              <a:off x="5073236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Connecteur droit 307"/>
            <p:cNvCxnSpPr/>
            <p:nvPr/>
          </p:nvCxnSpPr>
          <p:spPr>
            <a:xfrm flipH="1">
              <a:off x="4903725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Connecteur droit 308"/>
            <p:cNvCxnSpPr/>
            <p:nvPr/>
          </p:nvCxnSpPr>
          <p:spPr>
            <a:xfrm flipH="1">
              <a:off x="4734215" y="7207196"/>
              <a:ext cx="1" cy="693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0" name="Rectangle 309"/>
            <p:cNvSpPr/>
            <p:nvPr/>
          </p:nvSpPr>
          <p:spPr>
            <a:xfrm>
              <a:off x="5303315" y="7281700"/>
              <a:ext cx="26161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200" dirty="0"/>
            </a:p>
          </p:txBody>
        </p:sp>
        <p:sp>
          <p:nvSpPr>
            <p:cNvPr id="311" name="Rectangle 310"/>
            <p:cNvSpPr/>
            <p:nvPr/>
          </p:nvSpPr>
          <p:spPr>
            <a:xfrm>
              <a:off x="5445463" y="728170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+1</a:t>
              </a:r>
              <a:endParaRPr lang="en-US" sz="1200" dirty="0"/>
            </a:p>
          </p:txBody>
        </p:sp>
        <p:sp>
          <p:nvSpPr>
            <p:cNvPr id="312" name="Rectangle 311"/>
            <p:cNvSpPr/>
            <p:nvPr/>
          </p:nvSpPr>
          <p:spPr>
            <a:xfrm>
              <a:off x="5607944" y="728170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+2</a:t>
              </a:r>
              <a:endParaRPr lang="en-US" sz="1200" dirty="0"/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5789054" y="728170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+3</a:t>
              </a:r>
              <a:endParaRPr lang="en-US" sz="1200" dirty="0"/>
            </a:p>
          </p:txBody>
        </p:sp>
        <p:sp>
          <p:nvSpPr>
            <p:cNvPr id="314" name="Rectangle 313"/>
            <p:cNvSpPr/>
            <p:nvPr/>
          </p:nvSpPr>
          <p:spPr>
            <a:xfrm>
              <a:off x="5966765" y="7281700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+4</a:t>
              </a:r>
              <a:endParaRPr lang="en-US" sz="1200" dirty="0"/>
            </a:p>
          </p:txBody>
        </p:sp>
        <p:sp>
          <p:nvSpPr>
            <p:cNvPr id="315" name="Rectangle 314"/>
            <p:cNvSpPr/>
            <p:nvPr/>
          </p:nvSpPr>
          <p:spPr>
            <a:xfrm>
              <a:off x="5076997" y="728170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en-US" sz="1200" dirty="0"/>
            </a:p>
          </p:txBody>
        </p:sp>
        <p:sp>
          <p:nvSpPr>
            <p:cNvPr id="316" name="Rectangle 315"/>
            <p:cNvSpPr/>
            <p:nvPr/>
          </p:nvSpPr>
          <p:spPr>
            <a:xfrm>
              <a:off x="4907486" y="728170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sz="1200" dirty="0"/>
            </a:p>
          </p:txBody>
        </p:sp>
        <p:sp>
          <p:nvSpPr>
            <p:cNvPr id="317" name="Rectangle 316"/>
            <p:cNvSpPr/>
            <p:nvPr/>
          </p:nvSpPr>
          <p:spPr>
            <a:xfrm>
              <a:off x="4737975" y="728170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en-US" sz="1200" dirty="0"/>
            </a:p>
          </p:txBody>
        </p:sp>
        <p:sp>
          <p:nvSpPr>
            <p:cNvPr id="318" name="Rectangle 317"/>
            <p:cNvSpPr/>
            <p:nvPr/>
          </p:nvSpPr>
          <p:spPr>
            <a:xfrm>
              <a:off x="4568464" y="7281700"/>
              <a:ext cx="3129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en-US" sz="1200" dirty="0"/>
            </a:p>
          </p:txBody>
        </p:sp>
        <p:sp>
          <p:nvSpPr>
            <p:cNvPr id="319" name="Rectangle 318"/>
            <p:cNvSpPr/>
            <p:nvPr/>
          </p:nvSpPr>
          <p:spPr>
            <a:xfrm>
              <a:off x="6289445" y="7281700"/>
              <a:ext cx="36580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fr-FR" sz="12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endParaRPr lang="en-US" sz="1200" baseline="-25000" dirty="0"/>
            </a:p>
          </p:txBody>
        </p:sp>
        <p:sp>
          <p:nvSpPr>
            <p:cNvPr id="320" name="Line 17"/>
            <p:cNvSpPr>
              <a:spLocks noChangeShapeType="1"/>
            </p:cNvSpPr>
            <p:nvPr/>
          </p:nvSpPr>
          <p:spPr bwMode="auto">
            <a:xfrm>
              <a:off x="6032114" y="6444208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1" name="Line 17"/>
            <p:cNvSpPr>
              <a:spLocks noChangeShapeType="1"/>
            </p:cNvSpPr>
            <p:nvPr/>
          </p:nvSpPr>
          <p:spPr bwMode="auto">
            <a:xfrm>
              <a:off x="5170930" y="6826060"/>
              <a:ext cx="479410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2" name="Line 17"/>
            <p:cNvSpPr>
              <a:spLocks noChangeShapeType="1"/>
            </p:cNvSpPr>
            <p:nvPr/>
          </p:nvSpPr>
          <p:spPr bwMode="auto">
            <a:xfrm>
              <a:off x="5357439" y="6999108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3" name="Line 17"/>
            <p:cNvSpPr>
              <a:spLocks noChangeShapeType="1"/>
            </p:cNvSpPr>
            <p:nvPr/>
          </p:nvSpPr>
          <p:spPr bwMode="auto">
            <a:xfrm>
              <a:off x="4677711" y="6444208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4" name="Line 17"/>
            <p:cNvSpPr>
              <a:spLocks noChangeShapeType="1"/>
            </p:cNvSpPr>
            <p:nvPr/>
          </p:nvSpPr>
          <p:spPr bwMode="auto">
            <a:xfrm>
              <a:off x="4843855" y="6582933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5" name="Line 17"/>
            <p:cNvSpPr>
              <a:spLocks noChangeShapeType="1"/>
            </p:cNvSpPr>
            <p:nvPr/>
          </p:nvSpPr>
          <p:spPr bwMode="auto">
            <a:xfrm>
              <a:off x="5015049" y="6721658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Line 17"/>
            <p:cNvSpPr>
              <a:spLocks noChangeShapeType="1"/>
            </p:cNvSpPr>
            <p:nvPr/>
          </p:nvSpPr>
          <p:spPr bwMode="auto">
            <a:xfrm>
              <a:off x="5354070" y="6999108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Line 17"/>
            <p:cNvSpPr>
              <a:spLocks noChangeShapeType="1"/>
            </p:cNvSpPr>
            <p:nvPr/>
          </p:nvSpPr>
          <p:spPr bwMode="auto">
            <a:xfrm>
              <a:off x="5523581" y="7137833"/>
              <a:ext cx="142943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Line 17"/>
            <p:cNvSpPr>
              <a:spLocks noChangeShapeType="1"/>
            </p:cNvSpPr>
            <p:nvPr/>
          </p:nvSpPr>
          <p:spPr bwMode="auto">
            <a:xfrm>
              <a:off x="5873001" y="6582933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9" name="Line 17"/>
            <p:cNvSpPr>
              <a:spLocks noChangeShapeType="1"/>
            </p:cNvSpPr>
            <p:nvPr/>
          </p:nvSpPr>
          <p:spPr bwMode="auto">
            <a:xfrm>
              <a:off x="5703490" y="6721658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0" name="Line 17"/>
            <p:cNvSpPr>
              <a:spLocks noChangeShapeType="1"/>
            </p:cNvSpPr>
            <p:nvPr/>
          </p:nvSpPr>
          <p:spPr bwMode="auto">
            <a:xfrm>
              <a:off x="5432424" y="6999108"/>
              <a:ext cx="74987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1" name="Line 17"/>
            <p:cNvSpPr>
              <a:spLocks noChangeShapeType="1"/>
            </p:cNvSpPr>
            <p:nvPr/>
          </p:nvSpPr>
          <p:spPr bwMode="auto">
            <a:xfrm>
              <a:off x="5194958" y="7137833"/>
              <a:ext cx="142943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2" name="ZoneTexte 331"/>
            <p:cNvSpPr txBox="1"/>
            <p:nvPr/>
          </p:nvSpPr>
          <p:spPr>
            <a:xfrm>
              <a:off x="5865158" y="6084168"/>
              <a:ext cx="35298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>
                  <a:solidFill>
                    <a:srgbClr val="FF000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4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endParaRPr lang="en-US" sz="14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3" name="ZoneTexte 332"/>
            <p:cNvSpPr txBox="1"/>
            <p:nvPr/>
          </p:nvSpPr>
          <p:spPr>
            <a:xfrm>
              <a:off x="5373216" y="6084168"/>
              <a:ext cx="49346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dirty="0" smtClean="0">
                  <a:solidFill>
                    <a:srgbClr val="0070C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4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endParaRPr lang="en-US" sz="14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34" name="Connecteur droit avec flèche 333"/>
            <p:cNvCxnSpPr/>
            <p:nvPr/>
          </p:nvCxnSpPr>
          <p:spPr>
            <a:xfrm>
              <a:off x="5740842" y="5550010"/>
              <a:ext cx="199100" cy="1048300"/>
            </a:xfrm>
            <a:prstGeom prst="straightConnector1">
              <a:avLst/>
            </a:prstGeom>
            <a:ln w="15875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Line 17"/>
            <p:cNvSpPr>
              <a:spLocks noChangeShapeType="1"/>
            </p:cNvSpPr>
            <p:nvPr/>
          </p:nvSpPr>
          <p:spPr bwMode="auto">
            <a:xfrm>
              <a:off x="5179261" y="6825702"/>
              <a:ext cx="490864" cy="359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6" name="Line 17"/>
            <p:cNvSpPr>
              <a:spLocks noChangeShapeType="1"/>
            </p:cNvSpPr>
            <p:nvPr/>
          </p:nvSpPr>
          <p:spPr bwMode="auto">
            <a:xfrm>
              <a:off x="5171558" y="6895065"/>
              <a:ext cx="479410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7" name="Line 17"/>
            <p:cNvSpPr>
              <a:spLocks noChangeShapeType="1"/>
            </p:cNvSpPr>
            <p:nvPr/>
          </p:nvSpPr>
          <p:spPr bwMode="auto">
            <a:xfrm>
              <a:off x="5179889" y="6894706"/>
              <a:ext cx="490864" cy="359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Line 17"/>
            <p:cNvSpPr>
              <a:spLocks noChangeShapeType="1"/>
            </p:cNvSpPr>
            <p:nvPr/>
          </p:nvSpPr>
          <p:spPr bwMode="auto">
            <a:xfrm>
              <a:off x="5358189" y="5709548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Line 17"/>
            <p:cNvSpPr>
              <a:spLocks noChangeShapeType="1"/>
            </p:cNvSpPr>
            <p:nvPr/>
          </p:nvSpPr>
          <p:spPr bwMode="auto">
            <a:xfrm>
              <a:off x="5508866" y="5458109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0" name="Line 17"/>
            <p:cNvSpPr>
              <a:spLocks noChangeShapeType="1"/>
            </p:cNvSpPr>
            <p:nvPr/>
          </p:nvSpPr>
          <p:spPr bwMode="auto">
            <a:xfrm>
              <a:off x="5207512" y="5458109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Line 17"/>
            <p:cNvSpPr>
              <a:spLocks noChangeShapeType="1"/>
            </p:cNvSpPr>
            <p:nvPr/>
          </p:nvSpPr>
          <p:spPr bwMode="auto">
            <a:xfrm>
              <a:off x="5509507" y="5744229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Line 17"/>
            <p:cNvSpPr>
              <a:spLocks noChangeShapeType="1"/>
            </p:cNvSpPr>
            <p:nvPr/>
          </p:nvSpPr>
          <p:spPr bwMode="auto">
            <a:xfrm>
              <a:off x="5207512" y="5744229"/>
              <a:ext cx="14294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cxnSp>
          <p:nvCxnSpPr>
            <p:cNvPr id="343" name="Connecteur droit avec flèche 342"/>
            <p:cNvCxnSpPr/>
            <p:nvPr/>
          </p:nvCxnSpPr>
          <p:spPr>
            <a:xfrm flipV="1">
              <a:off x="5610758" y="5534108"/>
              <a:ext cx="122132" cy="1612842"/>
            </a:xfrm>
            <a:prstGeom prst="straightConnector1">
              <a:avLst/>
            </a:prstGeom>
            <a:ln w="15875">
              <a:solidFill>
                <a:srgbClr val="0070C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44" name="Picture 160"/>
          <p:cNvPicPr>
            <a:picLocks noChangeAspect="1" noChangeArrowheads="1"/>
          </p:cNvPicPr>
          <p:nvPr/>
        </p:nvPicPr>
        <p:blipFill rotWithShape="1"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" t="5035" r="12865" b="744"/>
          <a:stretch/>
        </p:blipFill>
        <p:spPr bwMode="auto">
          <a:xfrm>
            <a:off x="66452" y="1692910"/>
            <a:ext cx="1860469" cy="2357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45" name="ZoneTexte 344"/>
          <p:cNvSpPr txBox="1"/>
          <p:nvPr/>
        </p:nvSpPr>
        <p:spPr>
          <a:xfrm>
            <a:off x="1563724" y="305961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6" name="ZoneTexte 345"/>
          <p:cNvSpPr txBox="1"/>
          <p:nvPr/>
        </p:nvSpPr>
        <p:spPr>
          <a:xfrm>
            <a:off x="1059668" y="2483549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7" name="ZoneTexte 346"/>
          <p:cNvSpPr txBox="1"/>
          <p:nvPr/>
        </p:nvSpPr>
        <p:spPr>
          <a:xfrm>
            <a:off x="1412776" y="197949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196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4917</TotalTime>
  <Words>90</Words>
  <Application>Microsoft Office PowerPoint</Application>
  <PresentationFormat>Personnalisé</PresentationFormat>
  <Paragraphs>47</Paragraphs>
  <Slides>1</Slides>
  <Notes>0</Notes>
  <HiddenSlides>0</HiddenSlides>
  <MMClips>0</MMClips>
  <ScaleCrop>false</ScaleCrop>
  <HeadingPairs>
    <vt:vector size="6" baseType="variant"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3" baseType="lpstr">
      <vt:lpstr>Thème Office</vt:lpstr>
      <vt:lpstr>Équation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284</cp:revision>
  <cp:lastPrinted>2015-07-16T07:16:46Z</cp:lastPrinted>
  <dcterms:created xsi:type="dcterms:W3CDTF">2013-09-27T09:14:25Z</dcterms:created>
  <dcterms:modified xsi:type="dcterms:W3CDTF">2017-07-11T11:56:00Z</dcterms:modified>
</cp:coreProperties>
</file>