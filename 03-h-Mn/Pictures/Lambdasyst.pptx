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93" r:id="rId2"/>
  </p:sldIdLst>
  <p:sldSz cx="6858000" cy="72009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7829" autoAdjust="0"/>
  </p:normalViewPr>
  <p:slideViewPr>
    <p:cSldViewPr>
      <p:cViewPr>
        <p:scale>
          <a:sx n="100" d="100"/>
          <a:sy n="100" d="100"/>
        </p:scale>
        <p:origin x="-1440" y="216"/>
      </p:cViewPr>
      <p:guideLst>
        <p:guide orient="horz" pos="2268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2" y="5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0296" y="5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/>
          <a:lstStyle>
            <a:lvl1pPr algn="r">
              <a:defRPr sz="1200"/>
            </a:lvl1pPr>
          </a:lstStyle>
          <a:p>
            <a:fld id="{A732596A-CC33-44AB-A517-CD91BCF05E15}" type="datetimeFigureOut">
              <a:rPr lang="en-US" smtClean="0"/>
              <a:t>7/10/2017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627188" y="744538"/>
            <a:ext cx="354330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182" tIns="44091" rIns="88182" bIns="44091" rtlCol="0" anchor="ctr"/>
          <a:lstStyle/>
          <a:p>
            <a:endParaRPr lang="en-US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79467" y="4714653"/>
            <a:ext cx="5438748" cy="4466756"/>
          </a:xfrm>
          <a:prstGeom prst="rect">
            <a:avLst/>
          </a:prstGeom>
        </p:spPr>
        <p:txBody>
          <a:bodyPr vert="horz" lIns="88182" tIns="44091" rIns="88182" bIns="44091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2" y="9429310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0296" y="9429310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 anchor="b"/>
          <a:lstStyle>
            <a:lvl1pPr algn="r">
              <a:defRPr sz="1200"/>
            </a:lvl1pPr>
          </a:lstStyle>
          <a:p>
            <a:fld id="{062323BE-C712-422A-9927-239FDB89279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101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14350" y="2236948"/>
            <a:ext cx="5829300" cy="1543527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028700" y="4080511"/>
            <a:ext cx="4800600" cy="184022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7/10/2017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807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7/10/2017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03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41735" y="4627246"/>
            <a:ext cx="5829300" cy="1430179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41735" y="3052049"/>
            <a:ext cx="5829300" cy="157519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7/10/2017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022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42900" y="1680210"/>
            <a:ext cx="3028950" cy="475226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86150" y="1680210"/>
            <a:ext cx="3028950" cy="475226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7/10/2017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634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1611869"/>
            <a:ext cx="3030141" cy="6717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2900" y="2283618"/>
            <a:ext cx="3030141" cy="414885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483772" y="1611869"/>
            <a:ext cx="3031331" cy="6717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483772" y="2283618"/>
            <a:ext cx="3031331" cy="414885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7/10/2017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172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7/10/2017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100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7/10/2017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055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3" y="286704"/>
            <a:ext cx="2256235" cy="122015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681290" y="286704"/>
            <a:ext cx="3833813" cy="614576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42903" y="1506855"/>
            <a:ext cx="2256235" cy="49256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7/10/2017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348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44216" y="5040631"/>
            <a:ext cx="4114800" cy="5950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344216" y="643415"/>
            <a:ext cx="4114800" cy="432054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344216" y="5635706"/>
            <a:ext cx="4114800" cy="84510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7/10/2017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604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7/10/2017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05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4972050" y="288372"/>
            <a:ext cx="1543050" cy="6144101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42900" y="288372"/>
            <a:ext cx="4514850" cy="6144101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7/10/2017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030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42900" y="288371"/>
            <a:ext cx="6172200" cy="12001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1680210"/>
            <a:ext cx="6172200" cy="47522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42900" y="6674170"/>
            <a:ext cx="1600200" cy="383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2CF840-51FB-49D9-ADDC-0C52DA34DC77}" type="datetimeFigureOut">
              <a:rPr lang="en-US" smtClean="0"/>
              <a:t>7/10/2017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343150" y="6674170"/>
            <a:ext cx="2171700" cy="383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914900" y="6674170"/>
            <a:ext cx="1600200" cy="383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499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5.wmf"/><Relationship Id="rId3" Type="http://schemas.openxmlformats.org/officeDocument/2006/relationships/image" Target="../media/image7.png"/><Relationship Id="rId7" Type="http://schemas.openxmlformats.org/officeDocument/2006/relationships/image" Target="../media/image2.wmf"/><Relationship Id="rId12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4.wmf"/><Relationship Id="rId5" Type="http://schemas.openxmlformats.org/officeDocument/2006/relationships/image" Target="../media/image1.wmf"/><Relationship Id="rId15" Type="http://schemas.openxmlformats.org/officeDocument/2006/relationships/image" Target="../media/image6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3.wmf"/><Relationship Id="rId14" Type="http://schemas.openxmlformats.org/officeDocument/2006/relationships/oleObject" Target="../embeddings/oleObject6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4" name="Picture 17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384" y="-94779"/>
            <a:ext cx="4524375" cy="733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85" name="Groupe 684"/>
          <p:cNvGrpSpPr/>
          <p:nvPr/>
        </p:nvGrpSpPr>
        <p:grpSpPr>
          <a:xfrm>
            <a:off x="4595237" y="60270"/>
            <a:ext cx="2146131" cy="2399602"/>
            <a:chOff x="4523229" y="118537"/>
            <a:chExt cx="2146131" cy="2399602"/>
          </a:xfrm>
        </p:grpSpPr>
        <p:sp>
          <p:nvSpPr>
            <p:cNvPr id="686" name="Line 17"/>
            <p:cNvSpPr>
              <a:spLocks noChangeShapeType="1"/>
            </p:cNvSpPr>
            <p:nvPr/>
          </p:nvSpPr>
          <p:spPr bwMode="auto">
            <a:xfrm>
              <a:off x="5041010" y="483438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7" name="Line 17"/>
            <p:cNvSpPr>
              <a:spLocks noChangeShapeType="1"/>
            </p:cNvSpPr>
            <p:nvPr/>
          </p:nvSpPr>
          <p:spPr bwMode="auto">
            <a:xfrm>
              <a:off x="5369050" y="379394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8" name="Line 17"/>
            <p:cNvSpPr>
              <a:spLocks noChangeShapeType="1"/>
            </p:cNvSpPr>
            <p:nvPr/>
          </p:nvSpPr>
          <p:spPr bwMode="auto">
            <a:xfrm>
              <a:off x="5673651" y="483438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9" name="Line 17"/>
            <p:cNvSpPr>
              <a:spLocks noChangeShapeType="1"/>
            </p:cNvSpPr>
            <p:nvPr/>
          </p:nvSpPr>
          <p:spPr bwMode="auto">
            <a:xfrm>
              <a:off x="5673651" y="769558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0" name="Line 17"/>
            <p:cNvSpPr>
              <a:spLocks noChangeShapeType="1"/>
            </p:cNvSpPr>
            <p:nvPr/>
          </p:nvSpPr>
          <p:spPr bwMode="auto">
            <a:xfrm>
              <a:off x="5879267" y="899592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1" name="Line 17"/>
            <p:cNvSpPr>
              <a:spLocks noChangeShapeType="1"/>
            </p:cNvSpPr>
            <p:nvPr/>
          </p:nvSpPr>
          <p:spPr bwMode="auto">
            <a:xfrm>
              <a:off x="5033277" y="769558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2" name="Line 17"/>
            <p:cNvSpPr>
              <a:spLocks noChangeShapeType="1"/>
            </p:cNvSpPr>
            <p:nvPr/>
          </p:nvSpPr>
          <p:spPr bwMode="auto">
            <a:xfrm>
              <a:off x="4862201" y="872345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3" name="Rectangle 692"/>
            <p:cNvSpPr/>
            <p:nvPr/>
          </p:nvSpPr>
          <p:spPr>
            <a:xfrm>
              <a:off x="5454619" y="118537"/>
              <a:ext cx="27924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sz="1200" dirty="0"/>
            </a:p>
          </p:txBody>
        </p:sp>
        <p:cxnSp>
          <p:nvCxnSpPr>
            <p:cNvPr id="694" name="Connecteur droit avec flèche 693"/>
            <p:cNvCxnSpPr>
              <a:stCxn id="704" idx="0"/>
            </p:cNvCxnSpPr>
            <p:nvPr/>
          </p:nvCxnSpPr>
          <p:spPr>
            <a:xfrm flipH="1" flipV="1">
              <a:off x="5443216" y="171561"/>
              <a:ext cx="5013" cy="2069579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5" name="Connecteur droit avec flèche 694"/>
            <p:cNvCxnSpPr/>
            <p:nvPr/>
          </p:nvCxnSpPr>
          <p:spPr>
            <a:xfrm flipV="1">
              <a:off x="4523229" y="2200420"/>
              <a:ext cx="1958357" cy="89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6" name="Connecteur droit 695"/>
            <p:cNvCxnSpPr/>
            <p:nvPr/>
          </p:nvCxnSpPr>
          <p:spPr>
            <a:xfrm flipH="1">
              <a:off x="5612529" y="2166636"/>
              <a:ext cx="1" cy="693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7" name="Connecteur droit 696"/>
            <p:cNvCxnSpPr/>
            <p:nvPr/>
          </p:nvCxnSpPr>
          <p:spPr>
            <a:xfrm flipH="1">
              <a:off x="5793639" y="2166636"/>
              <a:ext cx="1" cy="693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8" name="Connecteur droit 697"/>
            <p:cNvCxnSpPr/>
            <p:nvPr/>
          </p:nvCxnSpPr>
          <p:spPr>
            <a:xfrm flipH="1">
              <a:off x="5963150" y="2166636"/>
              <a:ext cx="1" cy="693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9" name="Connecteur droit 698"/>
            <p:cNvCxnSpPr/>
            <p:nvPr/>
          </p:nvCxnSpPr>
          <p:spPr>
            <a:xfrm flipH="1">
              <a:off x="6132661" y="2166636"/>
              <a:ext cx="1" cy="693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0" name="Connecteur droit 699"/>
            <p:cNvCxnSpPr/>
            <p:nvPr/>
          </p:nvCxnSpPr>
          <p:spPr>
            <a:xfrm flipH="1">
              <a:off x="5256856" y="2166636"/>
              <a:ext cx="1" cy="693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1" name="Connecteur droit 700"/>
            <p:cNvCxnSpPr/>
            <p:nvPr/>
          </p:nvCxnSpPr>
          <p:spPr>
            <a:xfrm flipH="1">
              <a:off x="5087345" y="2166636"/>
              <a:ext cx="1" cy="693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2" name="Connecteur droit 701"/>
            <p:cNvCxnSpPr/>
            <p:nvPr/>
          </p:nvCxnSpPr>
          <p:spPr>
            <a:xfrm flipH="1">
              <a:off x="4917834" y="2166636"/>
              <a:ext cx="1" cy="693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3" name="Connecteur droit 702"/>
            <p:cNvCxnSpPr/>
            <p:nvPr/>
          </p:nvCxnSpPr>
          <p:spPr>
            <a:xfrm flipH="1">
              <a:off x="4748324" y="2166636"/>
              <a:ext cx="1" cy="693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4" name="Rectangle 703"/>
            <p:cNvSpPr/>
            <p:nvPr/>
          </p:nvSpPr>
          <p:spPr>
            <a:xfrm>
              <a:off x="5317424" y="2241140"/>
              <a:ext cx="26161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sz="1200" dirty="0"/>
            </a:p>
          </p:txBody>
        </p:sp>
        <p:sp>
          <p:nvSpPr>
            <p:cNvPr id="705" name="Rectangle 704"/>
            <p:cNvSpPr/>
            <p:nvPr/>
          </p:nvSpPr>
          <p:spPr>
            <a:xfrm>
              <a:off x="5459572" y="2241140"/>
              <a:ext cx="34817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+1</a:t>
              </a:r>
              <a:endParaRPr lang="en-US" sz="1200" dirty="0"/>
            </a:p>
          </p:txBody>
        </p:sp>
        <p:sp>
          <p:nvSpPr>
            <p:cNvPr id="706" name="Rectangle 705"/>
            <p:cNvSpPr/>
            <p:nvPr/>
          </p:nvSpPr>
          <p:spPr>
            <a:xfrm>
              <a:off x="5622053" y="2241140"/>
              <a:ext cx="34817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+2</a:t>
              </a:r>
              <a:endParaRPr lang="en-US" sz="1200" dirty="0"/>
            </a:p>
          </p:txBody>
        </p:sp>
        <p:sp>
          <p:nvSpPr>
            <p:cNvPr id="707" name="Rectangle 706"/>
            <p:cNvSpPr/>
            <p:nvPr/>
          </p:nvSpPr>
          <p:spPr>
            <a:xfrm>
              <a:off x="5803163" y="2241140"/>
              <a:ext cx="34817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+3</a:t>
              </a:r>
              <a:endParaRPr lang="en-US" sz="1200" dirty="0"/>
            </a:p>
          </p:txBody>
        </p:sp>
        <p:sp>
          <p:nvSpPr>
            <p:cNvPr id="708" name="Rectangle 707"/>
            <p:cNvSpPr/>
            <p:nvPr/>
          </p:nvSpPr>
          <p:spPr>
            <a:xfrm>
              <a:off x="5980874" y="2241140"/>
              <a:ext cx="34817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+4</a:t>
              </a:r>
              <a:endParaRPr lang="en-US" sz="1200" dirty="0"/>
            </a:p>
          </p:txBody>
        </p:sp>
        <p:sp>
          <p:nvSpPr>
            <p:cNvPr id="709" name="Rectangle 708"/>
            <p:cNvSpPr/>
            <p:nvPr/>
          </p:nvSpPr>
          <p:spPr>
            <a:xfrm>
              <a:off x="5091106" y="2241140"/>
              <a:ext cx="31290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fr-FR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sz="1200" dirty="0"/>
            </a:p>
          </p:txBody>
        </p:sp>
        <p:sp>
          <p:nvSpPr>
            <p:cNvPr id="710" name="Rectangle 709"/>
            <p:cNvSpPr/>
            <p:nvPr/>
          </p:nvSpPr>
          <p:spPr>
            <a:xfrm>
              <a:off x="4921595" y="2241140"/>
              <a:ext cx="31290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fr-FR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sz="1200" dirty="0"/>
            </a:p>
          </p:txBody>
        </p:sp>
        <p:sp>
          <p:nvSpPr>
            <p:cNvPr id="711" name="Rectangle 710"/>
            <p:cNvSpPr/>
            <p:nvPr/>
          </p:nvSpPr>
          <p:spPr>
            <a:xfrm>
              <a:off x="4752084" y="2241140"/>
              <a:ext cx="31290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fr-FR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sz="1200" dirty="0"/>
            </a:p>
          </p:txBody>
        </p:sp>
        <p:sp>
          <p:nvSpPr>
            <p:cNvPr id="712" name="Rectangle 711"/>
            <p:cNvSpPr/>
            <p:nvPr/>
          </p:nvSpPr>
          <p:spPr>
            <a:xfrm>
              <a:off x="4582573" y="2241140"/>
              <a:ext cx="31290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fr-FR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sz="1200" dirty="0"/>
            </a:p>
          </p:txBody>
        </p:sp>
        <p:sp>
          <p:nvSpPr>
            <p:cNvPr id="713" name="Rectangle 712"/>
            <p:cNvSpPr/>
            <p:nvPr/>
          </p:nvSpPr>
          <p:spPr>
            <a:xfrm>
              <a:off x="6303554" y="2241140"/>
              <a:ext cx="36580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2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fr-FR" sz="1200" baseline="-250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sz="1200" baseline="-25000" dirty="0"/>
            </a:p>
          </p:txBody>
        </p:sp>
        <p:sp>
          <p:nvSpPr>
            <p:cNvPr id="714" name="Line 17"/>
            <p:cNvSpPr>
              <a:spLocks noChangeShapeType="1"/>
            </p:cNvSpPr>
            <p:nvPr/>
          </p:nvSpPr>
          <p:spPr bwMode="auto">
            <a:xfrm>
              <a:off x="6046223" y="1403648"/>
              <a:ext cx="142943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solid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15" name="Line 17"/>
            <p:cNvSpPr>
              <a:spLocks noChangeShapeType="1"/>
            </p:cNvSpPr>
            <p:nvPr/>
          </p:nvSpPr>
          <p:spPr bwMode="auto">
            <a:xfrm>
              <a:off x="5185039" y="1785500"/>
              <a:ext cx="479410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sysDot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16" name="Line 17"/>
            <p:cNvSpPr>
              <a:spLocks noChangeShapeType="1"/>
            </p:cNvSpPr>
            <p:nvPr/>
          </p:nvSpPr>
          <p:spPr bwMode="auto">
            <a:xfrm>
              <a:off x="5371548" y="1958548"/>
              <a:ext cx="142943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solid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17" name="Line 17"/>
            <p:cNvSpPr>
              <a:spLocks noChangeShapeType="1"/>
            </p:cNvSpPr>
            <p:nvPr/>
          </p:nvSpPr>
          <p:spPr bwMode="auto">
            <a:xfrm>
              <a:off x="4691820" y="1403648"/>
              <a:ext cx="142943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8" name="Line 17"/>
            <p:cNvSpPr>
              <a:spLocks noChangeShapeType="1"/>
            </p:cNvSpPr>
            <p:nvPr/>
          </p:nvSpPr>
          <p:spPr bwMode="auto">
            <a:xfrm>
              <a:off x="4857964" y="1542373"/>
              <a:ext cx="142943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9" name="Line 17"/>
            <p:cNvSpPr>
              <a:spLocks noChangeShapeType="1"/>
            </p:cNvSpPr>
            <p:nvPr/>
          </p:nvSpPr>
          <p:spPr bwMode="auto">
            <a:xfrm>
              <a:off x="5029158" y="1681098"/>
              <a:ext cx="142943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0" name="Line 17"/>
            <p:cNvSpPr>
              <a:spLocks noChangeShapeType="1"/>
            </p:cNvSpPr>
            <p:nvPr/>
          </p:nvSpPr>
          <p:spPr bwMode="auto">
            <a:xfrm>
              <a:off x="5368179" y="1958548"/>
              <a:ext cx="142943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1" name="Line 17"/>
            <p:cNvSpPr>
              <a:spLocks noChangeShapeType="1"/>
            </p:cNvSpPr>
            <p:nvPr/>
          </p:nvSpPr>
          <p:spPr bwMode="auto">
            <a:xfrm>
              <a:off x="5537690" y="2097273"/>
              <a:ext cx="142943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2" name="Line 17"/>
            <p:cNvSpPr>
              <a:spLocks noChangeShapeType="1"/>
            </p:cNvSpPr>
            <p:nvPr/>
          </p:nvSpPr>
          <p:spPr bwMode="auto">
            <a:xfrm>
              <a:off x="5887110" y="1542373"/>
              <a:ext cx="142943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solid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23" name="Line 17"/>
            <p:cNvSpPr>
              <a:spLocks noChangeShapeType="1"/>
            </p:cNvSpPr>
            <p:nvPr/>
          </p:nvSpPr>
          <p:spPr bwMode="auto">
            <a:xfrm>
              <a:off x="5717599" y="1681098"/>
              <a:ext cx="142943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solid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24" name="Line 17"/>
            <p:cNvSpPr>
              <a:spLocks noChangeShapeType="1"/>
            </p:cNvSpPr>
            <p:nvPr/>
          </p:nvSpPr>
          <p:spPr bwMode="auto">
            <a:xfrm>
              <a:off x="5446533" y="1958548"/>
              <a:ext cx="74987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solid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25" name="Line 17"/>
            <p:cNvSpPr>
              <a:spLocks noChangeShapeType="1"/>
            </p:cNvSpPr>
            <p:nvPr/>
          </p:nvSpPr>
          <p:spPr bwMode="auto">
            <a:xfrm>
              <a:off x="5209067" y="2097273"/>
              <a:ext cx="142943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solid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26" name="ZoneTexte 725"/>
            <p:cNvSpPr txBox="1"/>
            <p:nvPr/>
          </p:nvSpPr>
          <p:spPr>
            <a:xfrm>
              <a:off x="5733863" y="1043608"/>
              <a:ext cx="35298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dirty="0">
                  <a:solidFill>
                    <a:srgbClr val="FF0000"/>
                  </a:solidFill>
                  <a:latin typeface="Symbol" panose="05050102010706020507" pitchFamily="18" charset="2"/>
                  <a:cs typeface="Times New Roman" panose="02020603050405020304" pitchFamily="18" charset="0"/>
                </a:rPr>
                <a:t>s</a:t>
              </a:r>
              <a:r>
                <a:rPr lang="fr-FR" sz="1400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endParaRPr lang="en-US" sz="14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7" name="ZoneTexte 726"/>
            <p:cNvSpPr txBox="1"/>
            <p:nvPr/>
          </p:nvSpPr>
          <p:spPr>
            <a:xfrm>
              <a:off x="5119063" y="1043608"/>
              <a:ext cx="4934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 smtClean="0">
                  <a:solidFill>
                    <a:srgbClr val="0070C0"/>
                  </a:solidFill>
                  <a:latin typeface="Symbol" panose="05050102010706020507" pitchFamily="18" charset="2"/>
                  <a:cs typeface="Times New Roman" panose="02020603050405020304" pitchFamily="18" charset="0"/>
                </a:rPr>
                <a:t>s</a:t>
              </a:r>
              <a:r>
                <a:rPr lang="fr-FR" sz="1400" dirty="0" smtClean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en-US" sz="1400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28" name="Connecteur droit avec flèche 727"/>
            <p:cNvCxnSpPr/>
            <p:nvPr/>
          </p:nvCxnSpPr>
          <p:spPr>
            <a:xfrm>
              <a:off x="5600700" y="685800"/>
              <a:ext cx="185623" cy="996696"/>
            </a:xfrm>
            <a:prstGeom prst="straightConnector1">
              <a:avLst/>
            </a:prstGeom>
            <a:ln w="15875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9" name="Line 17"/>
            <p:cNvSpPr>
              <a:spLocks noChangeShapeType="1"/>
            </p:cNvSpPr>
            <p:nvPr/>
          </p:nvSpPr>
          <p:spPr bwMode="auto">
            <a:xfrm>
              <a:off x="5193370" y="1785142"/>
              <a:ext cx="490864" cy="359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0" name="Line 17"/>
            <p:cNvSpPr>
              <a:spLocks noChangeShapeType="1"/>
            </p:cNvSpPr>
            <p:nvPr/>
          </p:nvSpPr>
          <p:spPr bwMode="auto">
            <a:xfrm>
              <a:off x="5185667" y="1854505"/>
              <a:ext cx="479410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sysDot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31" name="Line 17"/>
            <p:cNvSpPr>
              <a:spLocks noChangeShapeType="1"/>
            </p:cNvSpPr>
            <p:nvPr/>
          </p:nvSpPr>
          <p:spPr bwMode="auto">
            <a:xfrm>
              <a:off x="5193998" y="1854146"/>
              <a:ext cx="490864" cy="359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2" name="Line 17"/>
            <p:cNvSpPr>
              <a:spLocks noChangeShapeType="1"/>
            </p:cNvSpPr>
            <p:nvPr/>
          </p:nvSpPr>
          <p:spPr bwMode="auto">
            <a:xfrm>
              <a:off x="5372298" y="656844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3" name="Line 17"/>
            <p:cNvSpPr>
              <a:spLocks noChangeShapeType="1"/>
            </p:cNvSpPr>
            <p:nvPr/>
          </p:nvSpPr>
          <p:spPr bwMode="auto">
            <a:xfrm>
              <a:off x="5522975" y="405405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4" name="Line 17"/>
            <p:cNvSpPr>
              <a:spLocks noChangeShapeType="1"/>
            </p:cNvSpPr>
            <p:nvPr/>
          </p:nvSpPr>
          <p:spPr bwMode="auto">
            <a:xfrm>
              <a:off x="5221621" y="405405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5" name="Line 17"/>
            <p:cNvSpPr>
              <a:spLocks noChangeShapeType="1"/>
            </p:cNvSpPr>
            <p:nvPr/>
          </p:nvSpPr>
          <p:spPr bwMode="auto">
            <a:xfrm>
              <a:off x="5523616" y="691525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6" name="Line 17"/>
            <p:cNvSpPr>
              <a:spLocks noChangeShapeType="1"/>
            </p:cNvSpPr>
            <p:nvPr/>
          </p:nvSpPr>
          <p:spPr bwMode="auto">
            <a:xfrm>
              <a:off x="5221621" y="691525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cxnSp>
          <p:nvCxnSpPr>
            <p:cNvPr id="737" name="Connecteur droit avec flèche 736"/>
            <p:cNvCxnSpPr/>
            <p:nvPr/>
          </p:nvCxnSpPr>
          <p:spPr>
            <a:xfrm flipV="1">
              <a:off x="5413248" y="687629"/>
              <a:ext cx="190195" cy="1258215"/>
            </a:xfrm>
            <a:prstGeom prst="straightConnector1">
              <a:avLst/>
            </a:prstGeom>
            <a:ln w="15875">
              <a:solidFill>
                <a:srgbClr val="0070C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738" name="Objet 73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7679782"/>
                </p:ext>
              </p:extLst>
            </p:nvPr>
          </p:nvGraphicFramePr>
          <p:xfrm>
            <a:off x="6061075" y="545009"/>
            <a:ext cx="438150" cy="282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0" name="Équation" r:id="rId4" imgW="393480" imgH="253800" progId="Equation.3">
                    <p:embed/>
                  </p:oleObj>
                </mc:Choice>
                <mc:Fallback>
                  <p:oleObj name="Équation" r:id="rId4" imgW="393480" imgH="253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61075" y="545009"/>
                          <a:ext cx="438150" cy="2825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39" name="Objet 7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0064613"/>
              </p:ext>
            </p:extLst>
          </p:nvPr>
        </p:nvGraphicFramePr>
        <p:xfrm>
          <a:off x="3645024" y="2885254"/>
          <a:ext cx="438150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1" name="Équation" r:id="rId6" imgW="393480" imgH="253800" progId="Equation.3">
                  <p:embed/>
                </p:oleObj>
              </mc:Choice>
              <mc:Fallback>
                <p:oleObj name="Équation" r:id="rId6" imgW="39348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5024" y="2885254"/>
                        <a:ext cx="438150" cy="282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0" name="Objet 7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1941383"/>
              </p:ext>
            </p:extLst>
          </p:nvPr>
        </p:nvGraphicFramePr>
        <p:xfrm>
          <a:off x="3645024" y="4583236"/>
          <a:ext cx="452438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2" name="Équation" r:id="rId8" imgW="406080" imgH="253800" progId="Equation.3">
                  <p:embed/>
                </p:oleObj>
              </mc:Choice>
              <mc:Fallback>
                <p:oleObj name="Équation" r:id="rId8" imgW="40608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5024" y="4583236"/>
                        <a:ext cx="452438" cy="282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1" name="Objet 7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7886836"/>
              </p:ext>
            </p:extLst>
          </p:nvPr>
        </p:nvGraphicFramePr>
        <p:xfrm>
          <a:off x="3645024" y="6141449"/>
          <a:ext cx="452437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3" name="Équation" r:id="rId10" imgW="406080" imgH="253800" progId="Equation.3">
                  <p:embed/>
                </p:oleObj>
              </mc:Choice>
              <mc:Fallback>
                <p:oleObj name="Équation" r:id="rId10" imgW="40608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5024" y="6141449"/>
                        <a:ext cx="452437" cy="282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2" name="ZoneTexte 741"/>
          <p:cNvSpPr txBox="1"/>
          <p:nvPr/>
        </p:nvSpPr>
        <p:spPr>
          <a:xfrm>
            <a:off x="588602" y="151850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3" name="ZoneTexte 742"/>
          <p:cNvSpPr txBox="1"/>
          <p:nvPr/>
        </p:nvSpPr>
        <p:spPr>
          <a:xfrm>
            <a:off x="4303291" y="130906"/>
            <a:ext cx="4363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4" name="ZoneTexte 743"/>
          <p:cNvSpPr txBox="1"/>
          <p:nvPr/>
        </p:nvSpPr>
        <p:spPr>
          <a:xfrm>
            <a:off x="2564904" y="1516145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5" name="ZoneTexte 744"/>
          <p:cNvSpPr txBox="1"/>
          <p:nvPr/>
        </p:nvSpPr>
        <p:spPr>
          <a:xfrm>
            <a:off x="2770879" y="3799577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6" name="ZoneTexte 745"/>
          <p:cNvSpPr txBox="1"/>
          <p:nvPr/>
        </p:nvSpPr>
        <p:spPr>
          <a:xfrm>
            <a:off x="2983437" y="5268064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47" name="Groupe 746"/>
          <p:cNvGrpSpPr/>
          <p:nvPr/>
        </p:nvGrpSpPr>
        <p:grpSpPr>
          <a:xfrm>
            <a:off x="4595237" y="2372356"/>
            <a:ext cx="2146131" cy="2429409"/>
            <a:chOff x="4509120" y="2676454"/>
            <a:chExt cx="2146131" cy="2429409"/>
          </a:xfrm>
        </p:grpSpPr>
        <p:graphicFrame>
          <p:nvGraphicFramePr>
            <p:cNvPr id="748" name="Objet 74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09017753"/>
                </p:ext>
              </p:extLst>
            </p:nvPr>
          </p:nvGraphicFramePr>
          <p:xfrm>
            <a:off x="6059422" y="3137297"/>
            <a:ext cx="452437" cy="282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4" name="Équation" r:id="rId12" imgW="406080" imgH="253800" progId="Equation.3">
                    <p:embed/>
                  </p:oleObj>
                </mc:Choice>
                <mc:Fallback>
                  <p:oleObj name="Équation" r:id="rId12" imgW="406080" imgH="253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59422" y="3137297"/>
                          <a:ext cx="452437" cy="2825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49" name="Line 17"/>
            <p:cNvSpPr>
              <a:spLocks noChangeShapeType="1"/>
            </p:cNvSpPr>
            <p:nvPr/>
          </p:nvSpPr>
          <p:spPr bwMode="auto">
            <a:xfrm>
              <a:off x="5026901" y="3041355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0" name="Line 17"/>
            <p:cNvSpPr>
              <a:spLocks noChangeShapeType="1"/>
            </p:cNvSpPr>
            <p:nvPr/>
          </p:nvSpPr>
          <p:spPr bwMode="auto">
            <a:xfrm>
              <a:off x="5354941" y="2937311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1" name="Line 17"/>
            <p:cNvSpPr>
              <a:spLocks noChangeShapeType="1"/>
            </p:cNvSpPr>
            <p:nvPr/>
          </p:nvSpPr>
          <p:spPr bwMode="auto">
            <a:xfrm>
              <a:off x="5659542" y="3041355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2" name="Line 17"/>
            <p:cNvSpPr>
              <a:spLocks noChangeShapeType="1"/>
            </p:cNvSpPr>
            <p:nvPr/>
          </p:nvSpPr>
          <p:spPr bwMode="auto">
            <a:xfrm>
              <a:off x="5659542" y="3327475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3" name="Line 17"/>
            <p:cNvSpPr>
              <a:spLocks noChangeShapeType="1"/>
            </p:cNvSpPr>
            <p:nvPr/>
          </p:nvSpPr>
          <p:spPr bwMode="auto">
            <a:xfrm>
              <a:off x="5865158" y="3457509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4" name="Line 17"/>
            <p:cNvSpPr>
              <a:spLocks noChangeShapeType="1"/>
            </p:cNvSpPr>
            <p:nvPr/>
          </p:nvSpPr>
          <p:spPr bwMode="auto">
            <a:xfrm>
              <a:off x="5019168" y="3327475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5" name="Line 17"/>
            <p:cNvSpPr>
              <a:spLocks noChangeShapeType="1"/>
            </p:cNvSpPr>
            <p:nvPr/>
          </p:nvSpPr>
          <p:spPr bwMode="auto">
            <a:xfrm>
              <a:off x="4848092" y="3430262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" name="Rectangle 755"/>
            <p:cNvSpPr/>
            <p:nvPr/>
          </p:nvSpPr>
          <p:spPr>
            <a:xfrm>
              <a:off x="5440510" y="2676454"/>
              <a:ext cx="27924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sz="1200" dirty="0"/>
            </a:p>
          </p:txBody>
        </p:sp>
        <p:cxnSp>
          <p:nvCxnSpPr>
            <p:cNvPr id="757" name="Connecteur droit avec flèche 756"/>
            <p:cNvCxnSpPr>
              <a:stCxn id="767" idx="0"/>
            </p:cNvCxnSpPr>
            <p:nvPr/>
          </p:nvCxnSpPr>
          <p:spPr>
            <a:xfrm flipH="1" flipV="1">
              <a:off x="5429108" y="2729478"/>
              <a:ext cx="5012" cy="2099386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8" name="Connecteur droit avec flèche 757"/>
            <p:cNvCxnSpPr/>
            <p:nvPr/>
          </p:nvCxnSpPr>
          <p:spPr>
            <a:xfrm flipV="1">
              <a:off x="4509120" y="4788144"/>
              <a:ext cx="1958357" cy="89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9" name="Connecteur droit 758"/>
            <p:cNvCxnSpPr/>
            <p:nvPr/>
          </p:nvCxnSpPr>
          <p:spPr>
            <a:xfrm flipH="1">
              <a:off x="5598420" y="4754360"/>
              <a:ext cx="1" cy="693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0" name="Connecteur droit 759"/>
            <p:cNvCxnSpPr/>
            <p:nvPr/>
          </p:nvCxnSpPr>
          <p:spPr>
            <a:xfrm flipH="1">
              <a:off x="5779530" y="4754360"/>
              <a:ext cx="1" cy="693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1" name="Connecteur droit 760"/>
            <p:cNvCxnSpPr/>
            <p:nvPr/>
          </p:nvCxnSpPr>
          <p:spPr>
            <a:xfrm flipH="1">
              <a:off x="5949041" y="4754360"/>
              <a:ext cx="1" cy="693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2" name="Connecteur droit 761"/>
            <p:cNvCxnSpPr/>
            <p:nvPr/>
          </p:nvCxnSpPr>
          <p:spPr>
            <a:xfrm flipH="1">
              <a:off x="6118552" y="4754360"/>
              <a:ext cx="1" cy="693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3" name="Connecteur droit 762"/>
            <p:cNvCxnSpPr/>
            <p:nvPr/>
          </p:nvCxnSpPr>
          <p:spPr>
            <a:xfrm flipH="1">
              <a:off x="5242747" y="4754360"/>
              <a:ext cx="1" cy="693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4" name="Connecteur droit 763"/>
            <p:cNvCxnSpPr/>
            <p:nvPr/>
          </p:nvCxnSpPr>
          <p:spPr>
            <a:xfrm flipH="1">
              <a:off x="5073236" y="4754360"/>
              <a:ext cx="1" cy="693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5" name="Connecteur droit 764"/>
            <p:cNvCxnSpPr/>
            <p:nvPr/>
          </p:nvCxnSpPr>
          <p:spPr>
            <a:xfrm flipH="1">
              <a:off x="4903725" y="4754360"/>
              <a:ext cx="1" cy="693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6" name="Connecteur droit 765"/>
            <p:cNvCxnSpPr/>
            <p:nvPr/>
          </p:nvCxnSpPr>
          <p:spPr>
            <a:xfrm flipH="1">
              <a:off x="4734215" y="4754360"/>
              <a:ext cx="1" cy="693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7" name="Rectangle 766"/>
            <p:cNvSpPr/>
            <p:nvPr/>
          </p:nvSpPr>
          <p:spPr>
            <a:xfrm>
              <a:off x="5303315" y="4828864"/>
              <a:ext cx="26161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sz="1200" dirty="0"/>
            </a:p>
          </p:txBody>
        </p:sp>
        <p:sp>
          <p:nvSpPr>
            <p:cNvPr id="768" name="Rectangle 767"/>
            <p:cNvSpPr/>
            <p:nvPr/>
          </p:nvSpPr>
          <p:spPr>
            <a:xfrm>
              <a:off x="5445463" y="4828864"/>
              <a:ext cx="34817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+1</a:t>
              </a:r>
              <a:endParaRPr lang="en-US" sz="1200" dirty="0"/>
            </a:p>
          </p:txBody>
        </p:sp>
        <p:sp>
          <p:nvSpPr>
            <p:cNvPr id="769" name="Rectangle 768"/>
            <p:cNvSpPr/>
            <p:nvPr/>
          </p:nvSpPr>
          <p:spPr>
            <a:xfrm>
              <a:off x="5607944" y="4828864"/>
              <a:ext cx="34817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+2</a:t>
              </a:r>
              <a:endParaRPr lang="en-US" sz="1200" dirty="0"/>
            </a:p>
          </p:txBody>
        </p:sp>
        <p:sp>
          <p:nvSpPr>
            <p:cNvPr id="770" name="Rectangle 769"/>
            <p:cNvSpPr/>
            <p:nvPr/>
          </p:nvSpPr>
          <p:spPr>
            <a:xfrm>
              <a:off x="5789054" y="4828864"/>
              <a:ext cx="34817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+3</a:t>
              </a:r>
              <a:endParaRPr lang="en-US" sz="1200" dirty="0"/>
            </a:p>
          </p:txBody>
        </p:sp>
        <p:sp>
          <p:nvSpPr>
            <p:cNvPr id="771" name="Rectangle 770"/>
            <p:cNvSpPr/>
            <p:nvPr/>
          </p:nvSpPr>
          <p:spPr>
            <a:xfrm>
              <a:off x="5966765" y="4828864"/>
              <a:ext cx="34817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+4</a:t>
              </a:r>
              <a:endParaRPr lang="en-US" sz="1200" dirty="0"/>
            </a:p>
          </p:txBody>
        </p:sp>
        <p:sp>
          <p:nvSpPr>
            <p:cNvPr id="772" name="Rectangle 771"/>
            <p:cNvSpPr/>
            <p:nvPr/>
          </p:nvSpPr>
          <p:spPr>
            <a:xfrm>
              <a:off x="5076997" y="4828864"/>
              <a:ext cx="31290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fr-FR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sz="1200" dirty="0"/>
            </a:p>
          </p:txBody>
        </p:sp>
        <p:sp>
          <p:nvSpPr>
            <p:cNvPr id="773" name="Rectangle 772"/>
            <p:cNvSpPr/>
            <p:nvPr/>
          </p:nvSpPr>
          <p:spPr>
            <a:xfrm>
              <a:off x="4907486" y="4828864"/>
              <a:ext cx="31290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fr-FR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sz="1200" dirty="0"/>
            </a:p>
          </p:txBody>
        </p:sp>
        <p:sp>
          <p:nvSpPr>
            <p:cNvPr id="774" name="Rectangle 773"/>
            <p:cNvSpPr/>
            <p:nvPr/>
          </p:nvSpPr>
          <p:spPr>
            <a:xfrm>
              <a:off x="4737975" y="4828864"/>
              <a:ext cx="31290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fr-FR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sz="1200" dirty="0"/>
            </a:p>
          </p:txBody>
        </p:sp>
        <p:sp>
          <p:nvSpPr>
            <p:cNvPr id="775" name="Rectangle 774"/>
            <p:cNvSpPr/>
            <p:nvPr/>
          </p:nvSpPr>
          <p:spPr>
            <a:xfrm>
              <a:off x="4568464" y="4828864"/>
              <a:ext cx="31290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fr-FR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sz="1200" dirty="0"/>
            </a:p>
          </p:txBody>
        </p:sp>
        <p:sp>
          <p:nvSpPr>
            <p:cNvPr id="776" name="Rectangle 775"/>
            <p:cNvSpPr/>
            <p:nvPr/>
          </p:nvSpPr>
          <p:spPr>
            <a:xfrm>
              <a:off x="6289445" y="4828864"/>
              <a:ext cx="36580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2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fr-FR" sz="1200" baseline="-250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sz="1200" baseline="-25000" dirty="0"/>
            </a:p>
          </p:txBody>
        </p:sp>
        <p:sp>
          <p:nvSpPr>
            <p:cNvPr id="777" name="Line 17"/>
            <p:cNvSpPr>
              <a:spLocks noChangeShapeType="1"/>
            </p:cNvSpPr>
            <p:nvPr/>
          </p:nvSpPr>
          <p:spPr bwMode="auto">
            <a:xfrm>
              <a:off x="6032114" y="3991372"/>
              <a:ext cx="142943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solid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78" name="Line 17"/>
            <p:cNvSpPr>
              <a:spLocks noChangeShapeType="1"/>
            </p:cNvSpPr>
            <p:nvPr/>
          </p:nvSpPr>
          <p:spPr bwMode="auto">
            <a:xfrm>
              <a:off x="5170930" y="4373224"/>
              <a:ext cx="479410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sysDot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79" name="Line 17"/>
            <p:cNvSpPr>
              <a:spLocks noChangeShapeType="1"/>
            </p:cNvSpPr>
            <p:nvPr/>
          </p:nvSpPr>
          <p:spPr bwMode="auto">
            <a:xfrm>
              <a:off x="5357439" y="4546272"/>
              <a:ext cx="142943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solid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80" name="Line 17"/>
            <p:cNvSpPr>
              <a:spLocks noChangeShapeType="1"/>
            </p:cNvSpPr>
            <p:nvPr/>
          </p:nvSpPr>
          <p:spPr bwMode="auto">
            <a:xfrm>
              <a:off x="4677711" y="3991372"/>
              <a:ext cx="142943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1" name="Line 17"/>
            <p:cNvSpPr>
              <a:spLocks noChangeShapeType="1"/>
            </p:cNvSpPr>
            <p:nvPr/>
          </p:nvSpPr>
          <p:spPr bwMode="auto">
            <a:xfrm>
              <a:off x="4843855" y="4130097"/>
              <a:ext cx="142943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2" name="Line 17"/>
            <p:cNvSpPr>
              <a:spLocks noChangeShapeType="1"/>
            </p:cNvSpPr>
            <p:nvPr/>
          </p:nvSpPr>
          <p:spPr bwMode="auto">
            <a:xfrm>
              <a:off x="5015049" y="4268822"/>
              <a:ext cx="142943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3" name="Line 17"/>
            <p:cNvSpPr>
              <a:spLocks noChangeShapeType="1"/>
            </p:cNvSpPr>
            <p:nvPr/>
          </p:nvSpPr>
          <p:spPr bwMode="auto">
            <a:xfrm>
              <a:off x="5354070" y="4546272"/>
              <a:ext cx="142943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4" name="Line 17"/>
            <p:cNvSpPr>
              <a:spLocks noChangeShapeType="1"/>
            </p:cNvSpPr>
            <p:nvPr/>
          </p:nvSpPr>
          <p:spPr bwMode="auto">
            <a:xfrm>
              <a:off x="5523581" y="4684997"/>
              <a:ext cx="142943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5" name="Line 17"/>
            <p:cNvSpPr>
              <a:spLocks noChangeShapeType="1"/>
            </p:cNvSpPr>
            <p:nvPr/>
          </p:nvSpPr>
          <p:spPr bwMode="auto">
            <a:xfrm>
              <a:off x="5873001" y="4130097"/>
              <a:ext cx="142943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solid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86" name="Line 17"/>
            <p:cNvSpPr>
              <a:spLocks noChangeShapeType="1"/>
            </p:cNvSpPr>
            <p:nvPr/>
          </p:nvSpPr>
          <p:spPr bwMode="auto">
            <a:xfrm>
              <a:off x="5703490" y="4268822"/>
              <a:ext cx="142943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solid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87" name="Line 17"/>
            <p:cNvSpPr>
              <a:spLocks noChangeShapeType="1"/>
            </p:cNvSpPr>
            <p:nvPr/>
          </p:nvSpPr>
          <p:spPr bwMode="auto">
            <a:xfrm>
              <a:off x="5432424" y="4546272"/>
              <a:ext cx="74987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solid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88" name="Line 17"/>
            <p:cNvSpPr>
              <a:spLocks noChangeShapeType="1"/>
            </p:cNvSpPr>
            <p:nvPr/>
          </p:nvSpPr>
          <p:spPr bwMode="auto">
            <a:xfrm>
              <a:off x="5194958" y="4684997"/>
              <a:ext cx="142943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solid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89" name="ZoneTexte 788"/>
            <p:cNvSpPr txBox="1"/>
            <p:nvPr/>
          </p:nvSpPr>
          <p:spPr>
            <a:xfrm>
              <a:off x="5865158" y="3635897"/>
              <a:ext cx="35298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dirty="0">
                  <a:solidFill>
                    <a:srgbClr val="FF0000"/>
                  </a:solidFill>
                  <a:latin typeface="Symbol" panose="05050102010706020507" pitchFamily="18" charset="2"/>
                  <a:cs typeface="Times New Roman" panose="02020603050405020304" pitchFamily="18" charset="0"/>
                </a:rPr>
                <a:t>s</a:t>
              </a:r>
              <a:r>
                <a:rPr lang="fr-FR" sz="1400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endParaRPr lang="en-US" sz="14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0" name="ZoneTexte 789"/>
            <p:cNvSpPr txBox="1"/>
            <p:nvPr/>
          </p:nvSpPr>
          <p:spPr>
            <a:xfrm>
              <a:off x="5373216" y="3635896"/>
              <a:ext cx="4934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 smtClean="0">
                  <a:solidFill>
                    <a:srgbClr val="0070C0"/>
                  </a:solidFill>
                  <a:latin typeface="Symbol" panose="05050102010706020507" pitchFamily="18" charset="2"/>
                  <a:cs typeface="Times New Roman" panose="02020603050405020304" pitchFamily="18" charset="0"/>
                </a:rPr>
                <a:t>s</a:t>
              </a:r>
              <a:r>
                <a:rPr lang="fr-FR" sz="1400" dirty="0" smtClean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en-US" sz="1400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91" name="Connecteur droit avec flèche 790"/>
            <p:cNvCxnSpPr/>
            <p:nvPr/>
          </p:nvCxnSpPr>
          <p:spPr>
            <a:xfrm>
              <a:off x="5738951" y="3330640"/>
              <a:ext cx="200991" cy="809763"/>
            </a:xfrm>
            <a:prstGeom prst="straightConnector1">
              <a:avLst/>
            </a:prstGeom>
            <a:ln w="15875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2" name="Line 17"/>
            <p:cNvSpPr>
              <a:spLocks noChangeShapeType="1"/>
            </p:cNvSpPr>
            <p:nvPr/>
          </p:nvSpPr>
          <p:spPr bwMode="auto">
            <a:xfrm>
              <a:off x="5179261" y="4372866"/>
              <a:ext cx="490864" cy="359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3" name="Line 17"/>
            <p:cNvSpPr>
              <a:spLocks noChangeShapeType="1"/>
            </p:cNvSpPr>
            <p:nvPr/>
          </p:nvSpPr>
          <p:spPr bwMode="auto">
            <a:xfrm>
              <a:off x="5171558" y="4442229"/>
              <a:ext cx="479410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sysDot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94" name="Line 17"/>
            <p:cNvSpPr>
              <a:spLocks noChangeShapeType="1"/>
            </p:cNvSpPr>
            <p:nvPr/>
          </p:nvSpPr>
          <p:spPr bwMode="auto">
            <a:xfrm>
              <a:off x="5179889" y="4441870"/>
              <a:ext cx="490864" cy="359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5" name="Line 17"/>
            <p:cNvSpPr>
              <a:spLocks noChangeShapeType="1"/>
            </p:cNvSpPr>
            <p:nvPr/>
          </p:nvSpPr>
          <p:spPr bwMode="auto">
            <a:xfrm>
              <a:off x="5358189" y="3214761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6" name="Line 17"/>
            <p:cNvSpPr>
              <a:spLocks noChangeShapeType="1"/>
            </p:cNvSpPr>
            <p:nvPr/>
          </p:nvSpPr>
          <p:spPr bwMode="auto">
            <a:xfrm>
              <a:off x="5508866" y="2963322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7" name="Line 17"/>
            <p:cNvSpPr>
              <a:spLocks noChangeShapeType="1"/>
            </p:cNvSpPr>
            <p:nvPr/>
          </p:nvSpPr>
          <p:spPr bwMode="auto">
            <a:xfrm>
              <a:off x="5207512" y="2963322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8" name="Line 17"/>
            <p:cNvSpPr>
              <a:spLocks noChangeShapeType="1"/>
            </p:cNvSpPr>
            <p:nvPr/>
          </p:nvSpPr>
          <p:spPr bwMode="auto">
            <a:xfrm>
              <a:off x="5509507" y="3249442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9" name="Line 17"/>
            <p:cNvSpPr>
              <a:spLocks noChangeShapeType="1"/>
            </p:cNvSpPr>
            <p:nvPr/>
          </p:nvSpPr>
          <p:spPr bwMode="auto">
            <a:xfrm>
              <a:off x="5207512" y="3249442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cxnSp>
          <p:nvCxnSpPr>
            <p:cNvPr id="800" name="Connecteur droit avec flèche 799"/>
            <p:cNvCxnSpPr/>
            <p:nvPr/>
          </p:nvCxnSpPr>
          <p:spPr>
            <a:xfrm flipV="1">
              <a:off x="5610758" y="3321101"/>
              <a:ext cx="124359" cy="1360627"/>
            </a:xfrm>
            <a:prstGeom prst="straightConnector1">
              <a:avLst/>
            </a:prstGeom>
            <a:ln w="15875">
              <a:solidFill>
                <a:srgbClr val="0070C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1" name="Groupe 800"/>
          <p:cNvGrpSpPr/>
          <p:nvPr/>
        </p:nvGrpSpPr>
        <p:grpSpPr>
          <a:xfrm>
            <a:off x="4595237" y="4729757"/>
            <a:ext cx="2146131" cy="2387458"/>
            <a:chOff x="4509120" y="5171241"/>
            <a:chExt cx="2146131" cy="2387458"/>
          </a:xfrm>
        </p:grpSpPr>
        <p:graphicFrame>
          <p:nvGraphicFramePr>
            <p:cNvPr id="802" name="Objet 80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30168533"/>
                </p:ext>
              </p:extLst>
            </p:nvPr>
          </p:nvGraphicFramePr>
          <p:xfrm>
            <a:off x="6088894" y="5364088"/>
            <a:ext cx="452086" cy="2825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5" name="Équation" r:id="rId14" imgW="406080" imgH="253800" progId="Equation.3">
                    <p:embed/>
                  </p:oleObj>
                </mc:Choice>
                <mc:Fallback>
                  <p:oleObj name="Équation" r:id="rId14" imgW="406080" imgH="253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88894" y="5364088"/>
                          <a:ext cx="452086" cy="2825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03" name="Line 17"/>
            <p:cNvSpPr>
              <a:spLocks noChangeShapeType="1"/>
            </p:cNvSpPr>
            <p:nvPr/>
          </p:nvSpPr>
          <p:spPr bwMode="auto">
            <a:xfrm>
              <a:off x="5026901" y="5536142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4" name="Line 17"/>
            <p:cNvSpPr>
              <a:spLocks noChangeShapeType="1"/>
            </p:cNvSpPr>
            <p:nvPr/>
          </p:nvSpPr>
          <p:spPr bwMode="auto">
            <a:xfrm>
              <a:off x="5354941" y="5432098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5" name="Line 17"/>
            <p:cNvSpPr>
              <a:spLocks noChangeShapeType="1"/>
            </p:cNvSpPr>
            <p:nvPr/>
          </p:nvSpPr>
          <p:spPr bwMode="auto">
            <a:xfrm>
              <a:off x="5659542" y="5536142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6" name="Line 17"/>
            <p:cNvSpPr>
              <a:spLocks noChangeShapeType="1"/>
            </p:cNvSpPr>
            <p:nvPr/>
          </p:nvSpPr>
          <p:spPr bwMode="auto">
            <a:xfrm>
              <a:off x="5659542" y="5822262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7" name="Line 17"/>
            <p:cNvSpPr>
              <a:spLocks noChangeShapeType="1"/>
            </p:cNvSpPr>
            <p:nvPr/>
          </p:nvSpPr>
          <p:spPr bwMode="auto">
            <a:xfrm>
              <a:off x="5865158" y="5952296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8" name="Line 17"/>
            <p:cNvSpPr>
              <a:spLocks noChangeShapeType="1"/>
            </p:cNvSpPr>
            <p:nvPr/>
          </p:nvSpPr>
          <p:spPr bwMode="auto">
            <a:xfrm>
              <a:off x="5019168" y="5822262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9" name="Line 17"/>
            <p:cNvSpPr>
              <a:spLocks noChangeShapeType="1"/>
            </p:cNvSpPr>
            <p:nvPr/>
          </p:nvSpPr>
          <p:spPr bwMode="auto">
            <a:xfrm>
              <a:off x="4848092" y="5925049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0" name="Rectangle 809"/>
            <p:cNvSpPr/>
            <p:nvPr/>
          </p:nvSpPr>
          <p:spPr>
            <a:xfrm>
              <a:off x="5440510" y="5171241"/>
              <a:ext cx="27924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sz="1200" dirty="0"/>
            </a:p>
          </p:txBody>
        </p:sp>
        <p:cxnSp>
          <p:nvCxnSpPr>
            <p:cNvPr id="811" name="Connecteur droit avec flèche 810"/>
            <p:cNvCxnSpPr>
              <a:stCxn id="821" idx="0"/>
            </p:cNvCxnSpPr>
            <p:nvPr/>
          </p:nvCxnSpPr>
          <p:spPr>
            <a:xfrm flipH="1" flipV="1">
              <a:off x="5429108" y="5224266"/>
              <a:ext cx="5012" cy="2057434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2" name="Connecteur droit avec flèche 811"/>
            <p:cNvCxnSpPr/>
            <p:nvPr/>
          </p:nvCxnSpPr>
          <p:spPr>
            <a:xfrm flipV="1">
              <a:off x="4509120" y="7240980"/>
              <a:ext cx="1958357" cy="89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3" name="Connecteur droit 812"/>
            <p:cNvCxnSpPr/>
            <p:nvPr/>
          </p:nvCxnSpPr>
          <p:spPr>
            <a:xfrm flipH="1">
              <a:off x="5598420" y="7207196"/>
              <a:ext cx="1" cy="693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4" name="Connecteur droit 813"/>
            <p:cNvCxnSpPr/>
            <p:nvPr/>
          </p:nvCxnSpPr>
          <p:spPr>
            <a:xfrm flipH="1">
              <a:off x="5779530" y="7207196"/>
              <a:ext cx="1" cy="693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5" name="Connecteur droit 814"/>
            <p:cNvCxnSpPr/>
            <p:nvPr/>
          </p:nvCxnSpPr>
          <p:spPr>
            <a:xfrm flipH="1">
              <a:off x="5949041" y="7207196"/>
              <a:ext cx="1" cy="693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6" name="Connecteur droit 815"/>
            <p:cNvCxnSpPr/>
            <p:nvPr/>
          </p:nvCxnSpPr>
          <p:spPr>
            <a:xfrm flipH="1">
              <a:off x="6118552" y="7207196"/>
              <a:ext cx="1" cy="693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7" name="Connecteur droit 816"/>
            <p:cNvCxnSpPr/>
            <p:nvPr/>
          </p:nvCxnSpPr>
          <p:spPr>
            <a:xfrm flipH="1">
              <a:off x="5242747" y="7207196"/>
              <a:ext cx="1" cy="693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8" name="Connecteur droit 817"/>
            <p:cNvCxnSpPr/>
            <p:nvPr/>
          </p:nvCxnSpPr>
          <p:spPr>
            <a:xfrm flipH="1">
              <a:off x="5073236" y="7207196"/>
              <a:ext cx="1" cy="693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9" name="Connecteur droit 818"/>
            <p:cNvCxnSpPr/>
            <p:nvPr/>
          </p:nvCxnSpPr>
          <p:spPr>
            <a:xfrm flipH="1">
              <a:off x="4903725" y="7207196"/>
              <a:ext cx="1" cy="693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0" name="Connecteur droit 819"/>
            <p:cNvCxnSpPr/>
            <p:nvPr/>
          </p:nvCxnSpPr>
          <p:spPr>
            <a:xfrm flipH="1">
              <a:off x="4734215" y="7207196"/>
              <a:ext cx="1" cy="693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1" name="Rectangle 820"/>
            <p:cNvSpPr/>
            <p:nvPr/>
          </p:nvSpPr>
          <p:spPr>
            <a:xfrm>
              <a:off x="5303315" y="7281700"/>
              <a:ext cx="26161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sz="1200" dirty="0"/>
            </a:p>
          </p:txBody>
        </p:sp>
        <p:sp>
          <p:nvSpPr>
            <p:cNvPr id="822" name="Rectangle 821"/>
            <p:cNvSpPr/>
            <p:nvPr/>
          </p:nvSpPr>
          <p:spPr>
            <a:xfrm>
              <a:off x="5445463" y="7281700"/>
              <a:ext cx="34817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+1</a:t>
              </a:r>
              <a:endParaRPr lang="en-US" sz="1200" dirty="0"/>
            </a:p>
          </p:txBody>
        </p:sp>
        <p:sp>
          <p:nvSpPr>
            <p:cNvPr id="823" name="Rectangle 822"/>
            <p:cNvSpPr/>
            <p:nvPr/>
          </p:nvSpPr>
          <p:spPr>
            <a:xfrm>
              <a:off x="5607944" y="7281700"/>
              <a:ext cx="34817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+2</a:t>
              </a:r>
              <a:endParaRPr lang="en-US" sz="1200" dirty="0"/>
            </a:p>
          </p:txBody>
        </p:sp>
        <p:sp>
          <p:nvSpPr>
            <p:cNvPr id="824" name="Rectangle 823"/>
            <p:cNvSpPr/>
            <p:nvPr/>
          </p:nvSpPr>
          <p:spPr>
            <a:xfrm>
              <a:off x="5789054" y="7281700"/>
              <a:ext cx="34817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+3</a:t>
              </a:r>
              <a:endParaRPr lang="en-US" sz="1200" dirty="0"/>
            </a:p>
          </p:txBody>
        </p:sp>
        <p:sp>
          <p:nvSpPr>
            <p:cNvPr id="825" name="Rectangle 824"/>
            <p:cNvSpPr/>
            <p:nvPr/>
          </p:nvSpPr>
          <p:spPr>
            <a:xfrm>
              <a:off x="5966765" y="7281700"/>
              <a:ext cx="34817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+4</a:t>
              </a:r>
              <a:endParaRPr lang="en-US" sz="1200" dirty="0"/>
            </a:p>
          </p:txBody>
        </p:sp>
        <p:sp>
          <p:nvSpPr>
            <p:cNvPr id="826" name="Rectangle 825"/>
            <p:cNvSpPr/>
            <p:nvPr/>
          </p:nvSpPr>
          <p:spPr>
            <a:xfrm>
              <a:off x="5076997" y="7281700"/>
              <a:ext cx="31290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fr-FR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sz="1200" dirty="0"/>
            </a:p>
          </p:txBody>
        </p:sp>
        <p:sp>
          <p:nvSpPr>
            <p:cNvPr id="827" name="Rectangle 826"/>
            <p:cNvSpPr/>
            <p:nvPr/>
          </p:nvSpPr>
          <p:spPr>
            <a:xfrm>
              <a:off x="4907486" y="7281700"/>
              <a:ext cx="31290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fr-FR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sz="1200" dirty="0"/>
            </a:p>
          </p:txBody>
        </p:sp>
        <p:sp>
          <p:nvSpPr>
            <p:cNvPr id="828" name="Rectangle 827"/>
            <p:cNvSpPr/>
            <p:nvPr/>
          </p:nvSpPr>
          <p:spPr>
            <a:xfrm>
              <a:off x="4737975" y="7281700"/>
              <a:ext cx="31290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fr-FR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sz="1200" dirty="0"/>
            </a:p>
          </p:txBody>
        </p:sp>
        <p:sp>
          <p:nvSpPr>
            <p:cNvPr id="829" name="Rectangle 828"/>
            <p:cNvSpPr/>
            <p:nvPr/>
          </p:nvSpPr>
          <p:spPr>
            <a:xfrm>
              <a:off x="4568464" y="7281700"/>
              <a:ext cx="31290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fr-FR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sz="1200" dirty="0"/>
            </a:p>
          </p:txBody>
        </p:sp>
        <p:sp>
          <p:nvSpPr>
            <p:cNvPr id="830" name="Rectangle 829"/>
            <p:cNvSpPr/>
            <p:nvPr/>
          </p:nvSpPr>
          <p:spPr>
            <a:xfrm>
              <a:off x="6289445" y="7281700"/>
              <a:ext cx="36580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2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fr-FR" sz="1200" baseline="-250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sz="1200" baseline="-25000" dirty="0"/>
            </a:p>
          </p:txBody>
        </p:sp>
        <p:sp>
          <p:nvSpPr>
            <p:cNvPr id="831" name="Line 17"/>
            <p:cNvSpPr>
              <a:spLocks noChangeShapeType="1"/>
            </p:cNvSpPr>
            <p:nvPr/>
          </p:nvSpPr>
          <p:spPr bwMode="auto">
            <a:xfrm>
              <a:off x="6032114" y="6444208"/>
              <a:ext cx="142943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solid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832" name="Line 17"/>
            <p:cNvSpPr>
              <a:spLocks noChangeShapeType="1"/>
            </p:cNvSpPr>
            <p:nvPr/>
          </p:nvSpPr>
          <p:spPr bwMode="auto">
            <a:xfrm>
              <a:off x="5170930" y="6826060"/>
              <a:ext cx="479410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sysDot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833" name="Line 17"/>
            <p:cNvSpPr>
              <a:spLocks noChangeShapeType="1"/>
            </p:cNvSpPr>
            <p:nvPr/>
          </p:nvSpPr>
          <p:spPr bwMode="auto">
            <a:xfrm>
              <a:off x="5357439" y="6999108"/>
              <a:ext cx="142943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solid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834" name="Line 17"/>
            <p:cNvSpPr>
              <a:spLocks noChangeShapeType="1"/>
            </p:cNvSpPr>
            <p:nvPr/>
          </p:nvSpPr>
          <p:spPr bwMode="auto">
            <a:xfrm>
              <a:off x="4677711" y="6444208"/>
              <a:ext cx="142943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5" name="Line 17"/>
            <p:cNvSpPr>
              <a:spLocks noChangeShapeType="1"/>
            </p:cNvSpPr>
            <p:nvPr/>
          </p:nvSpPr>
          <p:spPr bwMode="auto">
            <a:xfrm>
              <a:off x="4843855" y="6582933"/>
              <a:ext cx="142943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6" name="Line 17"/>
            <p:cNvSpPr>
              <a:spLocks noChangeShapeType="1"/>
            </p:cNvSpPr>
            <p:nvPr/>
          </p:nvSpPr>
          <p:spPr bwMode="auto">
            <a:xfrm>
              <a:off x="5015049" y="6721658"/>
              <a:ext cx="142943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7" name="Line 17"/>
            <p:cNvSpPr>
              <a:spLocks noChangeShapeType="1"/>
            </p:cNvSpPr>
            <p:nvPr/>
          </p:nvSpPr>
          <p:spPr bwMode="auto">
            <a:xfrm>
              <a:off x="5354070" y="6999108"/>
              <a:ext cx="142943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8" name="Line 17"/>
            <p:cNvSpPr>
              <a:spLocks noChangeShapeType="1"/>
            </p:cNvSpPr>
            <p:nvPr/>
          </p:nvSpPr>
          <p:spPr bwMode="auto">
            <a:xfrm>
              <a:off x="5523581" y="7137833"/>
              <a:ext cx="142943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9" name="Line 17"/>
            <p:cNvSpPr>
              <a:spLocks noChangeShapeType="1"/>
            </p:cNvSpPr>
            <p:nvPr/>
          </p:nvSpPr>
          <p:spPr bwMode="auto">
            <a:xfrm>
              <a:off x="5873001" y="6582933"/>
              <a:ext cx="142943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solid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840" name="Line 17"/>
            <p:cNvSpPr>
              <a:spLocks noChangeShapeType="1"/>
            </p:cNvSpPr>
            <p:nvPr/>
          </p:nvSpPr>
          <p:spPr bwMode="auto">
            <a:xfrm>
              <a:off x="5703490" y="6721658"/>
              <a:ext cx="142943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solid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841" name="Line 17"/>
            <p:cNvSpPr>
              <a:spLocks noChangeShapeType="1"/>
            </p:cNvSpPr>
            <p:nvPr/>
          </p:nvSpPr>
          <p:spPr bwMode="auto">
            <a:xfrm>
              <a:off x="5432424" y="6999108"/>
              <a:ext cx="74987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solid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842" name="Line 17"/>
            <p:cNvSpPr>
              <a:spLocks noChangeShapeType="1"/>
            </p:cNvSpPr>
            <p:nvPr/>
          </p:nvSpPr>
          <p:spPr bwMode="auto">
            <a:xfrm>
              <a:off x="5194958" y="7137833"/>
              <a:ext cx="142943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solid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843" name="ZoneTexte 842"/>
            <p:cNvSpPr txBox="1"/>
            <p:nvPr/>
          </p:nvSpPr>
          <p:spPr>
            <a:xfrm>
              <a:off x="5865158" y="6084168"/>
              <a:ext cx="35298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dirty="0">
                  <a:solidFill>
                    <a:srgbClr val="FF0000"/>
                  </a:solidFill>
                  <a:latin typeface="Symbol" panose="05050102010706020507" pitchFamily="18" charset="2"/>
                  <a:cs typeface="Times New Roman" panose="02020603050405020304" pitchFamily="18" charset="0"/>
                </a:rPr>
                <a:t>s</a:t>
              </a:r>
              <a:r>
                <a:rPr lang="fr-FR" sz="1400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endParaRPr lang="en-US" sz="14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4" name="ZoneTexte 843"/>
            <p:cNvSpPr txBox="1"/>
            <p:nvPr/>
          </p:nvSpPr>
          <p:spPr>
            <a:xfrm>
              <a:off x="5373216" y="6084168"/>
              <a:ext cx="4934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 smtClean="0">
                  <a:solidFill>
                    <a:srgbClr val="0070C0"/>
                  </a:solidFill>
                  <a:latin typeface="Symbol" panose="05050102010706020507" pitchFamily="18" charset="2"/>
                  <a:cs typeface="Times New Roman" panose="02020603050405020304" pitchFamily="18" charset="0"/>
                </a:rPr>
                <a:t>s</a:t>
              </a:r>
              <a:r>
                <a:rPr lang="fr-FR" sz="1400" dirty="0" smtClean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en-US" sz="1400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45" name="Connecteur droit avec flèche 844"/>
            <p:cNvCxnSpPr/>
            <p:nvPr/>
          </p:nvCxnSpPr>
          <p:spPr>
            <a:xfrm>
              <a:off x="5740842" y="5550010"/>
              <a:ext cx="199100" cy="1048300"/>
            </a:xfrm>
            <a:prstGeom prst="straightConnector1">
              <a:avLst/>
            </a:prstGeom>
            <a:ln w="15875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6" name="Line 17"/>
            <p:cNvSpPr>
              <a:spLocks noChangeShapeType="1"/>
            </p:cNvSpPr>
            <p:nvPr/>
          </p:nvSpPr>
          <p:spPr bwMode="auto">
            <a:xfrm>
              <a:off x="5179261" y="6825702"/>
              <a:ext cx="490864" cy="359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7" name="Line 17"/>
            <p:cNvSpPr>
              <a:spLocks noChangeShapeType="1"/>
            </p:cNvSpPr>
            <p:nvPr/>
          </p:nvSpPr>
          <p:spPr bwMode="auto">
            <a:xfrm>
              <a:off x="5171558" y="6895065"/>
              <a:ext cx="479410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sysDot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848" name="Line 17"/>
            <p:cNvSpPr>
              <a:spLocks noChangeShapeType="1"/>
            </p:cNvSpPr>
            <p:nvPr/>
          </p:nvSpPr>
          <p:spPr bwMode="auto">
            <a:xfrm>
              <a:off x="5179889" y="6894706"/>
              <a:ext cx="490864" cy="359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9" name="Line 17"/>
            <p:cNvSpPr>
              <a:spLocks noChangeShapeType="1"/>
            </p:cNvSpPr>
            <p:nvPr/>
          </p:nvSpPr>
          <p:spPr bwMode="auto">
            <a:xfrm>
              <a:off x="5358189" y="5709548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0" name="Line 17"/>
            <p:cNvSpPr>
              <a:spLocks noChangeShapeType="1"/>
            </p:cNvSpPr>
            <p:nvPr/>
          </p:nvSpPr>
          <p:spPr bwMode="auto">
            <a:xfrm>
              <a:off x="5508866" y="5458109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1" name="Line 17"/>
            <p:cNvSpPr>
              <a:spLocks noChangeShapeType="1"/>
            </p:cNvSpPr>
            <p:nvPr/>
          </p:nvSpPr>
          <p:spPr bwMode="auto">
            <a:xfrm>
              <a:off x="5207512" y="5458109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2" name="Line 17"/>
            <p:cNvSpPr>
              <a:spLocks noChangeShapeType="1"/>
            </p:cNvSpPr>
            <p:nvPr/>
          </p:nvSpPr>
          <p:spPr bwMode="auto">
            <a:xfrm>
              <a:off x="5509507" y="5744229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3" name="Line 17"/>
            <p:cNvSpPr>
              <a:spLocks noChangeShapeType="1"/>
            </p:cNvSpPr>
            <p:nvPr/>
          </p:nvSpPr>
          <p:spPr bwMode="auto">
            <a:xfrm>
              <a:off x="5207512" y="5744229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cxnSp>
          <p:nvCxnSpPr>
            <p:cNvPr id="854" name="Connecteur droit avec flèche 853"/>
            <p:cNvCxnSpPr/>
            <p:nvPr/>
          </p:nvCxnSpPr>
          <p:spPr>
            <a:xfrm flipV="1">
              <a:off x="5610758" y="5534108"/>
              <a:ext cx="122132" cy="1612842"/>
            </a:xfrm>
            <a:prstGeom prst="straightConnector1">
              <a:avLst/>
            </a:prstGeom>
            <a:ln w="15875">
              <a:solidFill>
                <a:srgbClr val="0070C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28196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4917</TotalTime>
  <Words>81</Words>
  <Application>Microsoft Office PowerPoint</Application>
  <PresentationFormat>Personnalisé</PresentationFormat>
  <Paragraphs>44</Paragraphs>
  <Slides>1</Slides>
  <Notes>0</Notes>
  <HiddenSlides>0</HiddenSlides>
  <MMClips>0</MMClips>
  <ScaleCrop>false</ScaleCrop>
  <HeadingPairs>
    <vt:vector size="6" baseType="variant"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3" baseType="lpstr">
      <vt:lpstr>Thème Office</vt:lpstr>
      <vt:lpstr>Équation</vt:lpstr>
      <vt:lpstr>Présentation PowerPoint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lucien.besombes</dc:creator>
  <cp:lastModifiedBy>Alban Lafuente</cp:lastModifiedBy>
  <cp:revision>283</cp:revision>
  <cp:lastPrinted>2015-07-16T07:16:46Z</cp:lastPrinted>
  <dcterms:created xsi:type="dcterms:W3CDTF">2013-09-27T09:14:25Z</dcterms:created>
  <dcterms:modified xsi:type="dcterms:W3CDTF">2017-07-10T18:07:59Z</dcterms:modified>
</cp:coreProperties>
</file>