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697663" cy="3852863"/>
  <p:notesSz cx="6858000" cy="9144000"/>
  <p:defaultTextStyle>
    <a:defPPr>
      <a:defRPr lang="fr-FR"/>
    </a:defPPr>
    <a:lvl1pPr marL="0" algn="l" defTabSz="555498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277749" algn="l" defTabSz="555498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555498" algn="l" defTabSz="555498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833247" algn="l" defTabSz="555498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110996" algn="l" defTabSz="555498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1388745" algn="l" defTabSz="555498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1666494" algn="l" defTabSz="555498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1944243" algn="l" defTabSz="555498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2221992" algn="l" defTabSz="555498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51" d="100"/>
          <a:sy n="151" d="100"/>
        </p:scale>
        <p:origin x="-426" y="-90"/>
      </p:cViewPr>
      <p:guideLst>
        <p:guide orient="horz" pos="1214"/>
        <p:guide pos="211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02326" y="1196886"/>
            <a:ext cx="5693014" cy="825868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004651" y="2183292"/>
            <a:ext cx="4688365" cy="984621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777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554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8332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1109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3887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6664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9442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2219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87B05-460F-4FA6-9E6F-4F680C852E44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813A5-6270-4A34-8B58-2BB4CED7A35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935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87B05-460F-4FA6-9E6F-4F680C852E44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813A5-6270-4A34-8B58-2BB4CED7A35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1992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29069" y="2475826"/>
            <a:ext cx="5693014" cy="765221"/>
          </a:xfrm>
        </p:spPr>
        <p:txBody>
          <a:bodyPr anchor="t"/>
          <a:lstStyle>
            <a:lvl1pPr algn="l">
              <a:defRPr sz="25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29069" y="1633012"/>
            <a:ext cx="5693014" cy="842813"/>
          </a:xfrm>
        </p:spPr>
        <p:txBody>
          <a:bodyPr anchor="b"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77749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2pPr>
            <a:lvl3pPr marL="555498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3pPr>
            <a:lvl4pPr marL="833247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110996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38874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666494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944243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221992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87B05-460F-4FA6-9E6F-4F680C852E44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813A5-6270-4A34-8B58-2BB4CED7A35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115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34885" y="899002"/>
            <a:ext cx="2958134" cy="2542712"/>
          </a:xfrm>
        </p:spPr>
        <p:txBody>
          <a:bodyPr/>
          <a:lstStyle>
            <a:lvl1pPr>
              <a:defRPr sz="1700"/>
            </a:lvl1pPr>
            <a:lvl2pPr>
              <a:defRPr sz="15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04647" y="899002"/>
            <a:ext cx="2958134" cy="2542712"/>
          </a:xfrm>
        </p:spPr>
        <p:txBody>
          <a:bodyPr/>
          <a:lstStyle>
            <a:lvl1pPr>
              <a:defRPr sz="1700"/>
            </a:lvl1pPr>
            <a:lvl2pPr>
              <a:defRPr sz="15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87B05-460F-4FA6-9E6F-4F680C852E44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813A5-6270-4A34-8B58-2BB4CED7A35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8751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34884" y="862435"/>
            <a:ext cx="2959298" cy="359422"/>
          </a:xfrm>
        </p:spPr>
        <p:txBody>
          <a:bodyPr anchor="b"/>
          <a:lstStyle>
            <a:lvl1pPr marL="0" indent="0">
              <a:buNone/>
              <a:defRPr sz="1500" b="1"/>
            </a:lvl1pPr>
            <a:lvl2pPr marL="277749" indent="0">
              <a:buNone/>
              <a:defRPr sz="1200" b="1"/>
            </a:lvl2pPr>
            <a:lvl3pPr marL="555498" indent="0">
              <a:buNone/>
              <a:defRPr sz="1100" b="1"/>
            </a:lvl3pPr>
            <a:lvl4pPr marL="833247" indent="0">
              <a:buNone/>
              <a:defRPr sz="1000" b="1"/>
            </a:lvl4pPr>
            <a:lvl5pPr marL="1110996" indent="0">
              <a:buNone/>
              <a:defRPr sz="1000" b="1"/>
            </a:lvl5pPr>
            <a:lvl6pPr marL="1388745" indent="0">
              <a:buNone/>
              <a:defRPr sz="1000" b="1"/>
            </a:lvl6pPr>
            <a:lvl7pPr marL="1666494" indent="0">
              <a:buNone/>
              <a:defRPr sz="1000" b="1"/>
            </a:lvl7pPr>
            <a:lvl8pPr marL="1944243" indent="0">
              <a:buNone/>
              <a:defRPr sz="1000" b="1"/>
            </a:lvl8pPr>
            <a:lvl9pPr marL="2221992" indent="0">
              <a:buNone/>
              <a:defRPr sz="10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34884" y="1221857"/>
            <a:ext cx="2959298" cy="2219856"/>
          </a:xfrm>
        </p:spPr>
        <p:txBody>
          <a:bodyPr/>
          <a:lstStyle>
            <a:lvl1pPr>
              <a:defRPr sz="15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402322" y="862435"/>
            <a:ext cx="2960458" cy="359422"/>
          </a:xfrm>
        </p:spPr>
        <p:txBody>
          <a:bodyPr anchor="b"/>
          <a:lstStyle>
            <a:lvl1pPr marL="0" indent="0">
              <a:buNone/>
              <a:defRPr sz="1500" b="1"/>
            </a:lvl1pPr>
            <a:lvl2pPr marL="277749" indent="0">
              <a:buNone/>
              <a:defRPr sz="1200" b="1"/>
            </a:lvl2pPr>
            <a:lvl3pPr marL="555498" indent="0">
              <a:buNone/>
              <a:defRPr sz="1100" b="1"/>
            </a:lvl3pPr>
            <a:lvl4pPr marL="833247" indent="0">
              <a:buNone/>
              <a:defRPr sz="1000" b="1"/>
            </a:lvl4pPr>
            <a:lvl5pPr marL="1110996" indent="0">
              <a:buNone/>
              <a:defRPr sz="1000" b="1"/>
            </a:lvl5pPr>
            <a:lvl6pPr marL="1388745" indent="0">
              <a:buNone/>
              <a:defRPr sz="1000" b="1"/>
            </a:lvl6pPr>
            <a:lvl7pPr marL="1666494" indent="0">
              <a:buNone/>
              <a:defRPr sz="1000" b="1"/>
            </a:lvl7pPr>
            <a:lvl8pPr marL="1944243" indent="0">
              <a:buNone/>
              <a:defRPr sz="1000" b="1"/>
            </a:lvl8pPr>
            <a:lvl9pPr marL="2221992" indent="0">
              <a:buNone/>
              <a:defRPr sz="10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402322" y="1221857"/>
            <a:ext cx="2960458" cy="2219856"/>
          </a:xfrm>
        </p:spPr>
        <p:txBody>
          <a:bodyPr/>
          <a:lstStyle>
            <a:lvl1pPr>
              <a:defRPr sz="15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87B05-460F-4FA6-9E6F-4F680C852E44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813A5-6270-4A34-8B58-2BB4CED7A35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2712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87B05-460F-4FA6-9E6F-4F680C852E44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813A5-6270-4A34-8B58-2BB4CED7A35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7484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87B05-460F-4FA6-9E6F-4F680C852E44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813A5-6270-4A34-8B58-2BB4CED7A35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0222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34885" y="153405"/>
            <a:ext cx="2203485" cy="652845"/>
          </a:xfrm>
        </p:spPr>
        <p:txBody>
          <a:bodyPr anchor="b"/>
          <a:lstStyle>
            <a:lvl1pPr algn="l">
              <a:defRPr sz="12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618601" y="153402"/>
            <a:ext cx="3744180" cy="3288312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34885" y="806252"/>
            <a:ext cx="2203485" cy="2635465"/>
          </a:xfrm>
        </p:spPr>
        <p:txBody>
          <a:bodyPr/>
          <a:lstStyle>
            <a:lvl1pPr marL="0" indent="0">
              <a:buNone/>
              <a:defRPr sz="900"/>
            </a:lvl1pPr>
            <a:lvl2pPr marL="277749" indent="0">
              <a:buNone/>
              <a:defRPr sz="800"/>
            </a:lvl2pPr>
            <a:lvl3pPr marL="555498" indent="0">
              <a:buNone/>
              <a:defRPr sz="600"/>
            </a:lvl3pPr>
            <a:lvl4pPr marL="833247" indent="0">
              <a:buNone/>
              <a:defRPr sz="500"/>
            </a:lvl4pPr>
            <a:lvl5pPr marL="1110996" indent="0">
              <a:buNone/>
              <a:defRPr sz="500"/>
            </a:lvl5pPr>
            <a:lvl6pPr marL="1388745" indent="0">
              <a:buNone/>
              <a:defRPr sz="500"/>
            </a:lvl6pPr>
            <a:lvl7pPr marL="1666494" indent="0">
              <a:buNone/>
              <a:defRPr sz="500"/>
            </a:lvl7pPr>
            <a:lvl8pPr marL="1944243" indent="0">
              <a:buNone/>
              <a:defRPr sz="500"/>
            </a:lvl8pPr>
            <a:lvl9pPr marL="2221992" indent="0">
              <a:buNone/>
              <a:defRPr sz="5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87B05-460F-4FA6-9E6F-4F680C852E44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813A5-6270-4A34-8B58-2BB4CED7A35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833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12791" y="2697006"/>
            <a:ext cx="4018598" cy="318396"/>
          </a:xfrm>
        </p:spPr>
        <p:txBody>
          <a:bodyPr anchor="b"/>
          <a:lstStyle>
            <a:lvl1pPr algn="l">
              <a:defRPr sz="12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312791" y="344260"/>
            <a:ext cx="4018598" cy="2311718"/>
          </a:xfrm>
        </p:spPr>
        <p:txBody>
          <a:bodyPr/>
          <a:lstStyle>
            <a:lvl1pPr marL="0" indent="0">
              <a:buNone/>
              <a:defRPr sz="1900"/>
            </a:lvl1pPr>
            <a:lvl2pPr marL="277749" indent="0">
              <a:buNone/>
              <a:defRPr sz="1700"/>
            </a:lvl2pPr>
            <a:lvl3pPr marL="555498" indent="0">
              <a:buNone/>
              <a:defRPr sz="1500"/>
            </a:lvl3pPr>
            <a:lvl4pPr marL="833247" indent="0">
              <a:buNone/>
              <a:defRPr sz="1200"/>
            </a:lvl4pPr>
            <a:lvl5pPr marL="1110996" indent="0">
              <a:buNone/>
              <a:defRPr sz="1200"/>
            </a:lvl5pPr>
            <a:lvl6pPr marL="1388745" indent="0">
              <a:buNone/>
              <a:defRPr sz="1200"/>
            </a:lvl6pPr>
            <a:lvl7pPr marL="1666494" indent="0">
              <a:buNone/>
              <a:defRPr sz="1200"/>
            </a:lvl7pPr>
            <a:lvl8pPr marL="1944243" indent="0">
              <a:buNone/>
              <a:defRPr sz="1200"/>
            </a:lvl8pPr>
            <a:lvl9pPr marL="2221992" indent="0">
              <a:buNone/>
              <a:defRPr sz="12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312791" y="3015403"/>
            <a:ext cx="4018598" cy="452177"/>
          </a:xfrm>
        </p:spPr>
        <p:txBody>
          <a:bodyPr/>
          <a:lstStyle>
            <a:lvl1pPr marL="0" indent="0">
              <a:buNone/>
              <a:defRPr sz="900"/>
            </a:lvl1pPr>
            <a:lvl2pPr marL="277749" indent="0">
              <a:buNone/>
              <a:defRPr sz="800"/>
            </a:lvl2pPr>
            <a:lvl3pPr marL="555498" indent="0">
              <a:buNone/>
              <a:defRPr sz="600"/>
            </a:lvl3pPr>
            <a:lvl4pPr marL="833247" indent="0">
              <a:buNone/>
              <a:defRPr sz="500"/>
            </a:lvl4pPr>
            <a:lvl5pPr marL="1110996" indent="0">
              <a:buNone/>
              <a:defRPr sz="500"/>
            </a:lvl5pPr>
            <a:lvl6pPr marL="1388745" indent="0">
              <a:buNone/>
              <a:defRPr sz="500"/>
            </a:lvl6pPr>
            <a:lvl7pPr marL="1666494" indent="0">
              <a:buNone/>
              <a:defRPr sz="500"/>
            </a:lvl7pPr>
            <a:lvl8pPr marL="1944243" indent="0">
              <a:buNone/>
              <a:defRPr sz="500"/>
            </a:lvl8pPr>
            <a:lvl9pPr marL="2221992" indent="0">
              <a:buNone/>
              <a:defRPr sz="5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87B05-460F-4FA6-9E6F-4F680C852E44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813A5-6270-4A34-8B58-2BB4CED7A35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4980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87B05-460F-4FA6-9E6F-4F680C852E44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813A5-6270-4A34-8B58-2BB4CED7A35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0699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4855806" y="154294"/>
            <a:ext cx="1506975" cy="3287420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34884" y="154294"/>
            <a:ext cx="4409295" cy="3287420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87B05-460F-4FA6-9E6F-4F680C852E44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813A5-6270-4A34-8B58-2BB4CED7A35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2742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34885" y="154294"/>
            <a:ext cx="6027897" cy="642144"/>
          </a:xfrm>
          <a:prstGeom prst="rect">
            <a:avLst/>
          </a:prstGeom>
        </p:spPr>
        <p:txBody>
          <a:bodyPr vert="horz" lIns="55550" tIns="27775" rIns="55550" bIns="27775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34885" y="899002"/>
            <a:ext cx="6027897" cy="2542712"/>
          </a:xfrm>
          <a:prstGeom prst="rect">
            <a:avLst/>
          </a:prstGeom>
        </p:spPr>
        <p:txBody>
          <a:bodyPr vert="horz" lIns="55550" tIns="27775" rIns="55550" bIns="27775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34884" y="3571035"/>
            <a:ext cx="1562788" cy="205130"/>
          </a:xfrm>
          <a:prstGeom prst="rect">
            <a:avLst/>
          </a:prstGeom>
        </p:spPr>
        <p:txBody>
          <a:bodyPr vert="horz" lIns="55550" tIns="27775" rIns="55550" bIns="27775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C87B05-460F-4FA6-9E6F-4F680C852E44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288370" y="3571035"/>
            <a:ext cx="2120927" cy="205130"/>
          </a:xfrm>
          <a:prstGeom prst="rect">
            <a:avLst/>
          </a:prstGeom>
        </p:spPr>
        <p:txBody>
          <a:bodyPr vert="horz" lIns="55550" tIns="27775" rIns="55550" bIns="27775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799993" y="3571035"/>
            <a:ext cx="1562788" cy="205130"/>
          </a:xfrm>
          <a:prstGeom prst="rect">
            <a:avLst/>
          </a:prstGeom>
        </p:spPr>
        <p:txBody>
          <a:bodyPr vert="horz" lIns="55550" tIns="27775" rIns="55550" bIns="27775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1813A5-6270-4A34-8B58-2BB4CED7A35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2947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555498" rtl="0" eaLnBrk="1" latinLnBrk="0" hangingPunct="1"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8311" indent="-208311" algn="l" defTabSz="555498" rtl="0" eaLnBrk="1" latinLnBrk="0" hangingPunct="1">
        <a:spcBef>
          <a:spcPct val="200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1342" indent="-173593" algn="l" defTabSz="555498" rtl="0" eaLnBrk="1" latinLnBrk="0" hangingPunct="1">
        <a:spcBef>
          <a:spcPct val="200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694373" indent="-138875" algn="l" defTabSz="555498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972122" indent="-138875" algn="l" defTabSz="555498" rtl="0" eaLnBrk="1" latinLnBrk="0" hangingPunct="1">
        <a:spcBef>
          <a:spcPct val="200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49871" indent="-138875" algn="l" defTabSz="555498" rtl="0" eaLnBrk="1" latinLnBrk="0" hangingPunct="1">
        <a:spcBef>
          <a:spcPct val="20000"/>
        </a:spcBef>
        <a:buFont typeface="Arial" panose="020B0604020202020204" pitchFamily="34" charset="0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7620" indent="-138875" algn="l" defTabSz="555498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05369" indent="-138875" algn="l" defTabSz="555498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083118" indent="-138875" algn="l" defTabSz="555498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360867" indent="-138875" algn="l" defTabSz="555498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555498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277749" algn="l" defTabSz="555498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555498" algn="l" defTabSz="555498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833247" algn="l" defTabSz="555498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110996" algn="l" defTabSz="555498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388745" algn="l" defTabSz="555498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1666494" algn="l" defTabSz="555498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1944243" algn="l" defTabSz="555498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2221992" algn="l" defTabSz="555498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09"/>
          <a:stretch/>
        </p:blipFill>
        <p:spPr bwMode="auto">
          <a:xfrm>
            <a:off x="-27384" y="54348"/>
            <a:ext cx="2474207" cy="3817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4" b="20345"/>
          <a:stretch/>
        </p:blipFill>
        <p:spPr bwMode="auto">
          <a:xfrm>
            <a:off x="2143125" y="35496"/>
            <a:ext cx="4765364" cy="1831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" name="ZoneTexte 36"/>
          <p:cNvSpPr txBox="1"/>
          <p:nvPr/>
        </p:nvSpPr>
        <p:spPr>
          <a:xfrm>
            <a:off x="6071374" y="195422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ZoneTexte 37"/>
          <p:cNvSpPr txBox="1"/>
          <p:nvPr/>
        </p:nvSpPr>
        <p:spPr>
          <a:xfrm>
            <a:off x="396503" y="17022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9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7" t="6412" b="3101"/>
          <a:stretch/>
        </p:blipFill>
        <p:spPr bwMode="auto">
          <a:xfrm>
            <a:off x="2126197" y="1835696"/>
            <a:ext cx="4769904" cy="2078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3581347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</Words>
  <Application>Microsoft Office PowerPoint</Application>
  <PresentationFormat>Personnalisé</PresentationFormat>
  <Paragraphs>2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Alban Lafuente</dc:creator>
  <cp:lastModifiedBy>Alban Lafuente</cp:lastModifiedBy>
  <cp:revision>3</cp:revision>
  <dcterms:created xsi:type="dcterms:W3CDTF">2017-07-12T14:37:12Z</dcterms:created>
  <dcterms:modified xsi:type="dcterms:W3CDTF">2017-07-12T14:40:44Z</dcterms:modified>
</cp:coreProperties>
</file>