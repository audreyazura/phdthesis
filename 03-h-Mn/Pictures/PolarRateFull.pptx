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769100" cy="4068763"/>
  <p:notesSz cx="6858000" cy="9144000"/>
  <p:defaultTextStyle>
    <a:defPPr>
      <a:defRPr lang="fr-FR"/>
    </a:defPPr>
    <a:lvl1pPr marL="0" algn="l" defTabSz="6480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324004" algn="l" defTabSz="6480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648009" algn="l" defTabSz="6480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972013" algn="l" defTabSz="6480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296018" algn="l" defTabSz="6480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1620022" algn="l" defTabSz="6480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1944027" algn="l" defTabSz="6480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2268031" algn="l" defTabSz="6480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2592036" algn="l" defTabSz="648009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-474" y="-90"/>
      </p:cViewPr>
      <p:guideLst>
        <p:guide orient="horz" pos="1282"/>
        <p:guide pos="21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507683" y="1263954"/>
            <a:ext cx="5753736" cy="872148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015366" y="2305632"/>
            <a:ext cx="4738370" cy="103979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240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480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97201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2960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6200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9440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2680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5920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50E0-479A-4CE2-B828-AC2B71D937A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5343-17A1-4302-9051-24B851F8A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52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50E0-479A-4CE2-B828-AC2B71D937A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5343-17A1-4302-9051-24B851F8A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4616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34712" y="2614558"/>
            <a:ext cx="5753736" cy="808101"/>
          </a:xfrm>
        </p:spPr>
        <p:txBody>
          <a:bodyPr anchor="t"/>
          <a:lstStyle>
            <a:lvl1pPr algn="l">
              <a:defRPr sz="29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4712" y="1724517"/>
            <a:ext cx="5753736" cy="890041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324004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2pPr>
            <a:lvl3pPr marL="648009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972013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4pPr>
            <a:lvl5pPr marL="1296018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5pPr>
            <a:lvl6pPr marL="1620022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6pPr>
            <a:lvl7pPr marL="1944027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7pPr>
            <a:lvl8pPr marL="2268031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8pPr>
            <a:lvl9pPr marL="2592036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50E0-479A-4CE2-B828-AC2B71D937A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5343-17A1-4302-9051-24B851F8A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3200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66773" y="747826"/>
            <a:ext cx="2342155" cy="211443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721743" y="747826"/>
            <a:ext cx="2342156" cy="2114439"/>
          </a:xfrm>
        </p:spPr>
        <p:txBody>
          <a:bodyPr/>
          <a:lstStyle>
            <a:lvl1pPr>
              <a:defRPr sz="2000"/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  <a:lvl6pPr>
              <a:defRPr sz="1300"/>
            </a:lvl6pPr>
            <a:lvl7pPr>
              <a:defRPr sz="1300"/>
            </a:lvl7pPr>
            <a:lvl8pPr>
              <a:defRPr sz="1300"/>
            </a:lvl8pPr>
            <a:lvl9pPr>
              <a:defRPr sz="13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50E0-479A-4CE2-B828-AC2B71D937A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5343-17A1-4302-9051-24B851F8A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8282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8456" y="162941"/>
            <a:ext cx="6092190" cy="678126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8455" y="910764"/>
            <a:ext cx="2990862" cy="379563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4004" indent="0">
              <a:buNone/>
              <a:defRPr sz="1400" b="1"/>
            </a:lvl2pPr>
            <a:lvl3pPr marL="648009" indent="0">
              <a:buNone/>
              <a:defRPr sz="1300" b="1"/>
            </a:lvl3pPr>
            <a:lvl4pPr marL="972013" indent="0">
              <a:buNone/>
              <a:defRPr sz="1200" b="1"/>
            </a:lvl4pPr>
            <a:lvl5pPr marL="1296018" indent="0">
              <a:buNone/>
              <a:defRPr sz="1200" b="1"/>
            </a:lvl5pPr>
            <a:lvl6pPr marL="1620022" indent="0">
              <a:buNone/>
              <a:defRPr sz="1200" b="1"/>
            </a:lvl6pPr>
            <a:lvl7pPr marL="1944027" indent="0">
              <a:buNone/>
              <a:defRPr sz="1200" b="1"/>
            </a:lvl7pPr>
            <a:lvl8pPr marL="2268031" indent="0">
              <a:buNone/>
              <a:defRPr sz="1200" b="1"/>
            </a:lvl8pPr>
            <a:lvl9pPr marL="2592036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338455" y="1290327"/>
            <a:ext cx="2990862" cy="2344248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3438610" y="910764"/>
            <a:ext cx="2992036" cy="379563"/>
          </a:xfrm>
        </p:spPr>
        <p:txBody>
          <a:bodyPr anchor="b"/>
          <a:lstStyle>
            <a:lvl1pPr marL="0" indent="0">
              <a:buNone/>
              <a:defRPr sz="1700" b="1"/>
            </a:lvl1pPr>
            <a:lvl2pPr marL="324004" indent="0">
              <a:buNone/>
              <a:defRPr sz="1400" b="1"/>
            </a:lvl2pPr>
            <a:lvl3pPr marL="648009" indent="0">
              <a:buNone/>
              <a:defRPr sz="1300" b="1"/>
            </a:lvl3pPr>
            <a:lvl4pPr marL="972013" indent="0">
              <a:buNone/>
              <a:defRPr sz="1200" b="1"/>
            </a:lvl4pPr>
            <a:lvl5pPr marL="1296018" indent="0">
              <a:buNone/>
              <a:defRPr sz="1200" b="1"/>
            </a:lvl5pPr>
            <a:lvl6pPr marL="1620022" indent="0">
              <a:buNone/>
              <a:defRPr sz="1200" b="1"/>
            </a:lvl6pPr>
            <a:lvl7pPr marL="1944027" indent="0">
              <a:buNone/>
              <a:defRPr sz="1200" b="1"/>
            </a:lvl7pPr>
            <a:lvl8pPr marL="2268031" indent="0">
              <a:buNone/>
              <a:defRPr sz="1200" b="1"/>
            </a:lvl8pPr>
            <a:lvl9pPr marL="2592036" indent="0">
              <a:buNone/>
              <a:defRPr sz="12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3438610" y="1290327"/>
            <a:ext cx="2992036" cy="2344248"/>
          </a:xfrm>
        </p:spPr>
        <p:txBody>
          <a:bodyPr/>
          <a:lstStyle>
            <a:lvl1pPr>
              <a:defRPr sz="1700"/>
            </a:lvl1pPr>
            <a:lvl2pPr>
              <a:defRPr sz="14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50E0-479A-4CE2-B828-AC2B71D937A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5343-17A1-4302-9051-24B851F8A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714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50E0-479A-4CE2-B828-AC2B71D937A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5343-17A1-4302-9051-24B851F8A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5448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50E0-479A-4CE2-B828-AC2B71D937A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5343-17A1-4302-9051-24B851F8A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1382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8458" y="161999"/>
            <a:ext cx="2226987" cy="689429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646533" y="161999"/>
            <a:ext cx="3784115" cy="3472577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7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338458" y="851428"/>
            <a:ext cx="2226987" cy="2783147"/>
          </a:xfrm>
        </p:spPr>
        <p:txBody>
          <a:bodyPr/>
          <a:lstStyle>
            <a:lvl1pPr marL="0" indent="0">
              <a:buNone/>
              <a:defRPr sz="1000"/>
            </a:lvl1pPr>
            <a:lvl2pPr marL="324004" indent="0">
              <a:buNone/>
              <a:defRPr sz="800"/>
            </a:lvl2pPr>
            <a:lvl3pPr marL="648009" indent="0">
              <a:buNone/>
              <a:defRPr sz="700"/>
            </a:lvl3pPr>
            <a:lvl4pPr marL="972013" indent="0">
              <a:buNone/>
              <a:defRPr sz="600"/>
            </a:lvl4pPr>
            <a:lvl5pPr marL="1296018" indent="0">
              <a:buNone/>
              <a:defRPr sz="600"/>
            </a:lvl5pPr>
            <a:lvl6pPr marL="1620022" indent="0">
              <a:buNone/>
              <a:defRPr sz="600"/>
            </a:lvl6pPr>
            <a:lvl7pPr marL="1944027" indent="0">
              <a:buNone/>
              <a:defRPr sz="600"/>
            </a:lvl7pPr>
            <a:lvl8pPr marL="2268031" indent="0">
              <a:buNone/>
              <a:defRPr sz="600"/>
            </a:lvl8pPr>
            <a:lvl9pPr marL="2592036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50E0-479A-4CE2-B828-AC2B71D937A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5343-17A1-4302-9051-24B851F8A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257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26791" y="2848136"/>
            <a:ext cx="4061460" cy="336237"/>
          </a:xfrm>
        </p:spPr>
        <p:txBody>
          <a:bodyPr anchor="b"/>
          <a:lstStyle>
            <a:lvl1pPr algn="l">
              <a:defRPr sz="14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326791" y="363551"/>
            <a:ext cx="4061460" cy="2441258"/>
          </a:xfrm>
        </p:spPr>
        <p:txBody>
          <a:bodyPr/>
          <a:lstStyle>
            <a:lvl1pPr marL="0" indent="0">
              <a:buNone/>
              <a:defRPr sz="2200"/>
            </a:lvl1pPr>
            <a:lvl2pPr marL="324004" indent="0">
              <a:buNone/>
              <a:defRPr sz="2000"/>
            </a:lvl2pPr>
            <a:lvl3pPr marL="648009" indent="0">
              <a:buNone/>
              <a:defRPr sz="1700"/>
            </a:lvl3pPr>
            <a:lvl4pPr marL="972013" indent="0">
              <a:buNone/>
              <a:defRPr sz="1400"/>
            </a:lvl4pPr>
            <a:lvl5pPr marL="1296018" indent="0">
              <a:buNone/>
              <a:defRPr sz="1400"/>
            </a:lvl5pPr>
            <a:lvl6pPr marL="1620022" indent="0">
              <a:buNone/>
              <a:defRPr sz="1400"/>
            </a:lvl6pPr>
            <a:lvl7pPr marL="1944027" indent="0">
              <a:buNone/>
              <a:defRPr sz="1400"/>
            </a:lvl7pPr>
            <a:lvl8pPr marL="2268031" indent="0">
              <a:buNone/>
              <a:defRPr sz="1400"/>
            </a:lvl8pPr>
            <a:lvl9pPr marL="2592036" indent="0">
              <a:buNone/>
              <a:defRPr sz="14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326791" y="3184375"/>
            <a:ext cx="4061460" cy="477515"/>
          </a:xfrm>
        </p:spPr>
        <p:txBody>
          <a:bodyPr/>
          <a:lstStyle>
            <a:lvl1pPr marL="0" indent="0">
              <a:buNone/>
              <a:defRPr sz="1000"/>
            </a:lvl1pPr>
            <a:lvl2pPr marL="324004" indent="0">
              <a:buNone/>
              <a:defRPr sz="800"/>
            </a:lvl2pPr>
            <a:lvl3pPr marL="648009" indent="0">
              <a:buNone/>
              <a:defRPr sz="700"/>
            </a:lvl3pPr>
            <a:lvl4pPr marL="972013" indent="0">
              <a:buNone/>
              <a:defRPr sz="600"/>
            </a:lvl4pPr>
            <a:lvl5pPr marL="1296018" indent="0">
              <a:buNone/>
              <a:defRPr sz="600"/>
            </a:lvl5pPr>
            <a:lvl6pPr marL="1620022" indent="0">
              <a:buNone/>
              <a:defRPr sz="600"/>
            </a:lvl6pPr>
            <a:lvl7pPr marL="1944027" indent="0">
              <a:buNone/>
              <a:defRPr sz="600"/>
            </a:lvl7pPr>
            <a:lvl8pPr marL="2268031" indent="0">
              <a:buNone/>
              <a:defRPr sz="600"/>
            </a:lvl8pPr>
            <a:lvl9pPr marL="2592036" indent="0">
              <a:buNone/>
              <a:defRPr sz="6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50E0-479A-4CE2-B828-AC2B71D937A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5343-17A1-4302-9051-24B851F8A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15058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50E0-479A-4CE2-B828-AC2B71D937A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5343-17A1-4302-9051-24B851F8A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8273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865204" y="128092"/>
            <a:ext cx="1198694" cy="2734171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66770" y="128092"/>
            <a:ext cx="3485616" cy="2734171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1550E0-479A-4CE2-B828-AC2B71D937A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45343-17A1-4302-9051-24B851F8A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931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338456" y="162941"/>
            <a:ext cx="6092190" cy="678126"/>
          </a:xfrm>
          <a:prstGeom prst="rect">
            <a:avLst/>
          </a:prstGeom>
        </p:spPr>
        <p:txBody>
          <a:bodyPr vert="horz" lIns="64801" tIns="32401" rIns="64801" bIns="32401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38456" y="949379"/>
            <a:ext cx="6092190" cy="2685196"/>
          </a:xfrm>
          <a:prstGeom prst="rect">
            <a:avLst/>
          </a:prstGeom>
        </p:spPr>
        <p:txBody>
          <a:bodyPr vert="horz" lIns="64801" tIns="32401" rIns="64801" bIns="32401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338456" y="3771141"/>
            <a:ext cx="1579456" cy="216625"/>
          </a:xfrm>
          <a:prstGeom prst="rect">
            <a:avLst/>
          </a:prstGeom>
        </p:spPr>
        <p:txBody>
          <a:bodyPr vert="horz" lIns="64801" tIns="32401" rIns="64801" bIns="32401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1550E0-479A-4CE2-B828-AC2B71D937AC}" type="datetimeFigureOut">
              <a:rPr lang="fr-FR" smtClean="0"/>
              <a:t>12/07/2017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2312777" y="3771141"/>
            <a:ext cx="2143548" cy="216625"/>
          </a:xfrm>
          <a:prstGeom prst="rect">
            <a:avLst/>
          </a:prstGeom>
        </p:spPr>
        <p:txBody>
          <a:bodyPr vert="horz" lIns="64801" tIns="32401" rIns="64801" bIns="32401" rtlCol="0" anchor="ctr"/>
          <a:lstStyle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4851188" y="3771141"/>
            <a:ext cx="1579456" cy="216625"/>
          </a:xfrm>
          <a:prstGeom prst="rect">
            <a:avLst/>
          </a:prstGeom>
        </p:spPr>
        <p:txBody>
          <a:bodyPr vert="horz" lIns="64801" tIns="32401" rIns="64801" bIns="32401" rtlCol="0" anchor="ctr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45343-17A1-4302-9051-24B851F8A05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357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48009" rtl="0" eaLnBrk="1" latinLnBrk="0" hangingPunct="1">
        <a:spcBef>
          <a:spcPct val="0"/>
        </a:spcBef>
        <a:buNone/>
        <a:defRPr sz="3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3004" indent="-243004" algn="l" defTabSz="648009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526507" indent="-202503" algn="l" defTabSz="648009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10012" indent="-162003" algn="l" defTabSz="648009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134016" indent="-162003" algn="l" defTabSz="648009" rtl="0" eaLnBrk="1" latinLnBrk="0" hangingPunct="1">
        <a:spcBef>
          <a:spcPct val="200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458021" indent="-162003" algn="l" defTabSz="648009" rtl="0" eaLnBrk="1" latinLnBrk="0" hangingPunct="1">
        <a:spcBef>
          <a:spcPct val="20000"/>
        </a:spcBef>
        <a:buFont typeface="Arial" panose="020B0604020202020204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82025" indent="-162003" algn="l" defTabSz="648009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06030" indent="-162003" algn="l" defTabSz="648009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30034" indent="-162003" algn="l" defTabSz="648009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54039" indent="-162003" algn="l" defTabSz="648009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480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1pPr>
      <a:lvl2pPr marL="324004" algn="l" defTabSz="6480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9" algn="l" defTabSz="6480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972013" algn="l" defTabSz="6480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296018" algn="l" defTabSz="6480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5pPr>
      <a:lvl6pPr marL="1620022" algn="l" defTabSz="6480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944027" algn="l" defTabSz="6480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2268031" algn="l" defTabSz="6480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2592036" algn="l" defTabSz="648009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2" r="6631"/>
          <a:stretch/>
        </p:blipFill>
        <p:spPr bwMode="auto">
          <a:xfrm>
            <a:off x="34307" y="139308"/>
            <a:ext cx="3294459" cy="39707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" name="Picture 5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24" t="2217"/>
          <a:stretch/>
        </p:blipFill>
        <p:spPr bwMode="auto">
          <a:xfrm>
            <a:off x="3328766" y="97472"/>
            <a:ext cx="3547490" cy="4051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" name="ZoneTexte 29"/>
          <p:cNvSpPr txBox="1"/>
          <p:nvPr/>
        </p:nvSpPr>
        <p:spPr>
          <a:xfrm>
            <a:off x="2338563" y="318589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6081144" y="3202439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63644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</Words>
  <Application>Microsoft Office PowerPoint</Application>
  <PresentationFormat>Personnalisé</PresentationFormat>
  <Paragraphs>2</Paragraphs>
  <Slides>1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Alban Lafuente</dc:creator>
  <cp:lastModifiedBy>Alban Lafuente</cp:lastModifiedBy>
  <cp:revision>1</cp:revision>
  <dcterms:created xsi:type="dcterms:W3CDTF">2017-07-12T14:54:45Z</dcterms:created>
  <dcterms:modified xsi:type="dcterms:W3CDTF">2017-07-12T14:57:27Z</dcterms:modified>
</cp:coreProperties>
</file>