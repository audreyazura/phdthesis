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3" r:id="rId2"/>
  </p:sldIdLst>
  <p:sldSz cx="6589713" cy="6445250"/>
  <p:notesSz cx="6797675" cy="9926638"/>
  <p:defaultTextStyle>
    <a:defPPr>
      <a:defRPr lang="en-US"/>
    </a:defPPr>
    <a:lvl1pPr marL="0" algn="l" defTabSz="82187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410938" algn="l" defTabSz="82187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821877" algn="l" defTabSz="82187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232815" algn="l" defTabSz="82187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1643753" algn="l" defTabSz="82187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054692" algn="l" defTabSz="82187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2465630" algn="l" defTabSz="82187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2876569" algn="l" defTabSz="82187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3287507" algn="l" defTabSz="82187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829" autoAdjust="0"/>
  </p:normalViewPr>
  <p:slideViewPr>
    <p:cSldViewPr>
      <p:cViewPr varScale="1">
        <p:scale>
          <a:sx n="96" d="100"/>
          <a:sy n="96" d="100"/>
        </p:scale>
        <p:origin x="-1632" y="-90"/>
      </p:cViewPr>
      <p:guideLst>
        <p:guide orient="horz" pos="2031"/>
        <p:guide pos="20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50296" y="5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/>
          <a:lstStyle>
            <a:lvl1pPr algn="r">
              <a:defRPr sz="1200"/>
            </a:lvl1pPr>
          </a:lstStyle>
          <a:p>
            <a:fld id="{A732596A-CC33-44AB-A517-CD91BCF05E15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744538"/>
            <a:ext cx="38036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182" tIns="44091" rIns="88182" bIns="44091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79467" y="4714653"/>
            <a:ext cx="5438748" cy="4466756"/>
          </a:xfrm>
          <a:prstGeom prst="rect">
            <a:avLst/>
          </a:prstGeom>
        </p:spPr>
        <p:txBody>
          <a:bodyPr vert="horz" lIns="88182" tIns="44091" rIns="88182" bIns="44091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50296" y="9429310"/>
            <a:ext cx="2945862" cy="495793"/>
          </a:xfrm>
          <a:prstGeom prst="rect">
            <a:avLst/>
          </a:prstGeom>
        </p:spPr>
        <p:txBody>
          <a:bodyPr vert="horz" lIns="88182" tIns="44091" rIns="88182" bIns="44091" rtlCol="0" anchor="b"/>
          <a:lstStyle>
            <a:lvl1pPr algn="r">
              <a:defRPr sz="1200"/>
            </a:lvl1pPr>
          </a:lstStyle>
          <a:p>
            <a:fld id="{062323BE-C712-422A-9927-239FDB89279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01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18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10938" algn="l" defTabSz="8218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21877" algn="l" defTabSz="8218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32815" algn="l" defTabSz="8218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643753" algn="l" defTabSz="8218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054692" algn="l" defTabSz="8218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465630" algn="l" defTabSz="8218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876569" algn="l" defTabSz="8218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287507" algn="l" defTabSz="82187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94229" y="2002208"/>
            <a:ext cx="5601256" cy="1381551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88459" y="3652310"/>
            <a:ext cx="4612799" cy="164711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09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18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2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3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46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5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765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875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07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0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0542" y="4141673"/>
            <a:ext cx="5601256" cy="1280099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20542" y="2731773"/>
            <a:ext cx="5601256" cy="1409898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1093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82187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23281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64375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2054692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46563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876569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328750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2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29485" y="1503893"/>
            <a:ext cx="2910457" cy="425356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349771" y="1503893"/>
            <a:ext cx="2910457" cy="4253567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634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9488" y="1442722"/>
            <a:ext cx="2911601" cy="601258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938" indent="0">
              <a:buNone/>
              <a:defRPr sz="1800" b="1"/>
            </a:lvl2pPr>
            <a:lvl3pPr marL="821877" indent="0">
              <a:buNone/>
              <a:defRPr sz="1600" b="1"/>
            </a:lvl3pPr>
            <a:lvl4pPr marL="1232815" indent="0">
              <a:buNone/>
              <a:defRPr sz="1500" b="1"/>
            </a:lvl4pPr>
            <a:lvl5pPr marL="1643753" indent="0">
              <a:buNone/>
              <a:defRPr sz="1500" b="1"/>
            </a:lvl5pPr>
            <a:lvl6pPr marL="2054692" indent="0">
              <a:buNone/>
              <a:defRPr sz="1500" b="1"/>
            </a:lvl6pPr>
            <a:lvl7pPr marL="2465630" indent="0">
              <a:buNone/>
              <a:defRPr sz="1500" b="1"/>
            </a:lvl7pPr>
            <a:lvl8pPr marL="2876569" indent="0">
              <a:buNone/>
              <a:defRPr sz="1500" b="1"/>
            </a:lvl8pPr>
            <a:lvl9pPr marL="3287507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29488" y="2043979"/>
            <a:ext cx="2911601" cy="3713480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347484" y="1442722"/>
            <a:ext cx="2912745" cy="601258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0938" indent="0">
              <a:buNone/>
              <a:defRPr sz="1800" b="1"/>
            </a:lvl2pPr>
            <a:lvl3pPr marL="821877" indent="0">
              <a:buNone/>
              <a:defRPr sz="1600" b="1"/>
            </a:lvl3pPr>
            <a:lvl4pPr marL="1232815" indent="0">
              <a:buNone/>
              <a:defRPr sz="1500" b="1"/>
            </a:lvl4pPr>
            <a:lvl5pPr marL="1643753" indent="0">
              <a:buNone/>
              <a:defRPr sz="1500" b="1"/>
            </a:lvl5pPr>
            <a:lvl6pPr marL="2054692" indent="0">
              <a:buNone/>
              <a:defRPr sz="1500" b="1"/>
            </a:lvl6pPr>
            <a:lvl7pPr marL="2465630" indent="0">
              <a:buNone/>
              <a:defRPr sz="1500" b="1"/>
            </a:lvl7pPr>
            <a:lvl8pPr marL="2876569" indent="0">
              <a:buNone/>
              <a:defRPr sz="1500" b="1"/>
            </a:lvl8pPr>
            <a:lvl9pPr marL="3287507" indent="0">
              <a:buNone/>
              <a:defRPr sz="15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347484" y="2043979"/>
            <a:ext cx="2912745" cy="3713480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172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00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0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9487" y="256619"/>
            <a:ext cx="2167971" cy="1092111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576397" y="256618"/>
            <a:ext cx="3683833" cy="5500842"/>
          </a:xfrm>
        </p:spPr>
        <p:txBody>
          <a:bodyPr/>
          <a:lstStyle>
            <a:lvl1pPr>
              <a:defRPr sz="2900"/>
            </a:lvl1pPr>
            <a:lvl2pPr>
              <a:defRPr sz="26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29487" y="1348729"/>
            <a:ext cx="2167971" cy="4408730"/>
          </a:xfrm>
        </p:spPr>
        <p:txBody>
          <a:bodyPr/>
          <a:lstStyle>
            <a:lvl1pPr marL="0" indent="0">
              <a:buNone/>
              <a:defRPr sz="1300"/>
            </a:lvl1pPr>
            <a:lvl2pPr marL="410938" indent="0">
              <a:buNone/>
              <a:defRPr sz="1100"/>
            </a:lvl2pPr>
            <a:lvl3pPr marL="821877" indent="0">
              <a:buNone/>
              <a:defRPr sz="900"/>
            </a:lvl3pPr>
            <a:lvl4pPr marL="1232815" indent="0">
              <a:buNone/>
              <a:defRPr sz="800"/>
            </a:lvl4pPr>
            <a:lvl5pPr marL="1643753" indent="0">
              <a:buNone/>
              <a:defRPr sz="800"/>
            </a:lvl5pPr>
            <a:lvl6pPr marL="2054692" indent="0">
              <a:buNone/>
              <a:defRPr sz="800"/>
            </a:lvl6pPr>
            <a:lvl7pPr marL="2465630" indent="0">
              <a:buNone/>
              <a:defRPr sz="800"/>
            </a:lvl7pPr>
            <a:lvl8pPr marL="2876569" indent="0">
              <a:buNone/>
              <a:defRPr sz="800"/>
            </a:lvl8pPr>
            <a:lvl9pPr marL="3287507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91630" y="4511677"/>
            <a:ext cx="3953828" cy="532629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291630" y="575896"/>
            <a:ext cx="3953828" cy="3867150"/>
          </a:xfrm>
        </p:spPr>
        <p:txBody>
          <a:bodyPr/>
          <a:lstStyle>
            <a:lvl1pPr marL="0" indent="0">
              <a:buNone/>
              <a:defRPr sz="2900"/>
            </a:lvl1pPr>
            <a:lvl2pPr marL="410938" indent="0">
              <a:buNone/>
              <a:defRPr sz="2600"/>
            </a:lvl2pPr>
            <a:lvl3pPr marL="821877" indent="0">
              <a:buNone/>
              <a:defRPr sz="2200"/>
            </a:lvl3pPr>
            <a:lvl4pPr marL="1232815" indent="0">
              <a:buNone/>
              <a:defRPr sz="1800"/>
            </a:lvl4pPr>
            <a:lvl5pPr marL="1643753" indent="0">
              <a:buNone/>
              <a:defRPr sz="1800"/>
            </a:lvl5pPr>
            <a:lvl6pPr marL="2054692" indent="0">
              <a:buNone/>
              <a:defRPr sz="1800"/>
            </a:lvl6pPr>
            <a:lvl7pPr marL="2465630" indent="0">
              <a:buNone/>
              <a:defRPr sz="1800"/>
            </a:lvl7pPr>
            <a:lvl8pPr marL="2876569" indent="0">
              <a:buNone/>
              <a:defRPr sz="1800"/>
            </a:lvl8pPr>
            <a:lvl9pPr marL="3287507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291630" y="5044306"/>
            <a:ext cx="3953828" cy="756421"/>
          </a:xfrm>
        </p:spPr>
        <p:txBody>
          <a:bodyPr/>
          <a:lstStyle>
            <a:lvl1pPr marL="0" indent="0">
              <a:buNone/>
              <a:defRPr sz="1300"/>
            </a:lvl1pPr>
            <a:lvl2pPr marL="410938" indent="0">
              <a:buNone/>
              <a:defRPr sz="1100"/>
            </a:lvl2pPr>
            <a:lvl3pPr marL="821877" indent="0">
              <a:buNone/>
              <a:defRPr sz="900"/>
            </a:lvl3pPr>
            <a:lvl4pPr marL="1232815" indent="0">
              <a:buNone/>
              <a:defRPr sz="800"/>
            </a:lvl4pPr>
            <a:lvl5pPr marL="1643753" indent="0">
              <a:buNone/>
              <a:defRPr sz="800"/>
            </a:lvl5pPr>
            <a:lvl6pPr marL="2054692" indent="0">
              <a:buNone/>
              <a:defRPr sz="800"/>
            </a:lvl6pPr>
            <a:lvl7pPr marL="2465630" indent="0">
              <a:buNone/>
              <a:defRPr sz="800"/>
            </a:lvl7pPr>
            <a:lvl8pPr marL="2876569" indent="0">
              <a:buNone/>
              <a:defRPr sz="800"/>
            </a:lvl8pPr>
            <a:lvl9pPr marL="3287507" indent="0">
              <a:buNone/>
              <a:defRPr sz="8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0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5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777544" y="258111"/>
            <a:ext cx="1482685" cy="549935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29488" y="258111"/>
            <a:ext cx="4338228" cy="54993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03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29488" y="258111"/>
            <a:ext cx="5930742" cy="1074208"/>
          </a:xfrm>
          <a:prstGeom prst="rect">
            <a:avLst/>
          </a:prstGeom>
        </p:spPr>
        <p:txBody>
          <a:bodyPr vert="horz" lIns="82187" tIns="41094" rIns="82187" bIns="41094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29488" y="1503893"/>
            <a:ext cx="5930742" cy="4253567"/>
          </a:xfrm>
          <a:prstGeom prst="rect">
            <a:avLst/>
          </a:prstGeom>
        </p:spPr>
        <p:txBody>
          <a:bodyPr vert="horz" lIns="82187" tIns="41094" rIns="82187" bIns="41094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29486" y="5973794"/>
            <a:ext cx="1537600" cy="343150"/>
          </a:xfrm>
          <a:prstGeom prst="rect">
            <a:avLst/>
          </a:prstGeom>
        </p:spPr>
        <p:txBody>
          <a:bodyPr vert="horz" lIns="82187" tIns="41094" rIns="82187" bIns="41094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CF840-51FB-49D9-ADDC-0C52DA34DC77}" type="datetimeFigureOut">
              <a:rPr lang="en-US" smtClean="0"/>
              <a:t>7/11/2017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251486" y="5973794"/>
            <a:ext cx="2086742" cy="343150"/>
          </a:xfrm>
          <a:prstGeom prst="rect">
            <a:avLst/>
          </a:prstGeom>
        </p:spPr>
        <p:txBody>
          <a:bodyPr vert="horz" lIns="82187" tIns="41094" rIns="82187" bIns="41094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722628" y="5973794"/>
            <a:ext cx="1537600" cy="343150"/>
          </a:xfrm>
          <a:prstGeom prst="rect">
            <a:avLst/>
          </a:prstGeom>
        </p:spPr>
        <p:txBody>
          <a:bodyPr vert="horz" lIns="82187" tIns="41094" rIns="82187" bIns="41094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E50B4-EE6F-4730-9E78-A10BD6122CB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99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821877" rtl="0" eaLnBrk="1" latinLnBrk="0" hangingPunct="1">
        <a:spcBef>
          <a:spcPct val="0"/>
        </a:spcBef>
        <a:buNone/>
        <a:defRPr sz="3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8204" indent="-308204" algn="l" defTabSz="8218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67774" indent="-256836" algn="l" defTabSz="821877" rtl="0" eaLnBrk="1" latinLnBrk="0" hangingPunct="1">
        <a:spcBef>
          <a:spcPct val="20000"/>
        </a:spcBef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27346" indent="-205469" algn="l" defTabSz="821877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438284" indent="-205469" algn="l" defTabSz="821877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223" indent="-205469" algn="l" defTabSz="821877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0161" indent="-205469" algn="l" defTabSz="82187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1099" indent="-205469" algn="l" defTabSz="82187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2038" indent="-205469" algn="l" defTabSz="82187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2976" indent="-205469" algn="l" defTabSz="82187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18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0938" algn="l" defTabSz="8218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1877" algn="l" defTabSz="8218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32815" algn="l" defTabSz="8218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43753" algn="l" defTabSz="8218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54692" algn="l" defTabSz="8218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65630" algn="l" defTabSz="8218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876569" algn="l" defTabSz="8218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287507" algn="l" defTabSz="821877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5" t="2354" r="7253" b="1403"/>
          <a:stretch/>
        </p:blipFill>
        <p:spPr bwMode="auto">
          <a:xfrm>
            <a:off x="3549352" y="35495"/>
            <a:ext cx="3048000" cy="64225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4" t="2390" r="7433" b="1557"/>
          <a:stretch/>
        </p:blipFill>
        <p:spPr bwMode="auto">
          <a:xfrm>
            <a:off x="-11518" y="35496"/>
            <a:ext cx="3584534" cy="640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ZoneTexte 7"/>
          <p:cNvSpPr txBox="1"/>
          <p:nvPr/>
        </p:nvSpPr>
        <p:spPr>
          <a:xfrm>
            <a:off x="548680" y="142875"/>
            <a:ext cx="4138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3579948" y="142875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196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4894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296</cp:revision>
  <cp:lastPrinted>2017-01-05T08:14:58Z</cp:lastPrinted>
  <dcterms:created xsi:type="dcterms:W3CDTF">2013-09-27T09:14:25Z</dcterms:created>
  <dcterms:modified xsi:type="dcterms:W3CDTF">2017-07-11T18:27:08Z</dcterms:modified>
</cp:coreProperties>
</file>