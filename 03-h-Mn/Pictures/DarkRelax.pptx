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300788" cy="5148263"/>
  <p:notesSz cx="6797675" cy="9926638"/>
  <p:defaultTextStyle>
    <a:defPPr>
      <a:defRPr lang="en-US"/>
    </a:defPPr>
    <a:lvl1pPr marL="0" algn="l" defTabSz="7200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0011" algn="l" defTabSz="7200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20021" algn="l" defTabSz="7200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80032" algn="l" defTabSz="7200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40044" algn="l" defTabSz="7200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00054" algn="l" defTabSz="7200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60065" algn="l" defTabSz="7200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20075" algn="l" defTabSz="7200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80086" algn="l" defTabSz="7200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1680" y="-414"/>
      </p:cViewPr>
      <p:guideLst>
        <p:guide orient="horz" pos="1622"/>
        <p:guide pos="19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22363" y="744538"/>
            <a:ext cx="45529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002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60011" algn="l" defTabSz="72002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20021" algn="l" defTabSz="72002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80032" algn="l" defTabSz="72002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40044" algn="l" defTabSz="72002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800054" algn="l" defTabSz="72002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60065" algn="l" defTabSz="72002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20075" algn="l" defTabSz="72002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80086" algn="l" defTabSz="72002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2559" y="1599302"/>
            <a:ext cx="5355670" cy="110353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45118" y="2917353"/>
            <a:ext cx="4410552" cy="13156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200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800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40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00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600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20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80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7719" y="3308237"/>
            <a:ext cx="5355670" cy="1022503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7719" y="2182056"/>
            <a:ext cx="5355670" cy="1126182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600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7200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8003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4004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0005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600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200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8008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15039" y="1201263"/>
            <a:ext cx="2782848" cy="3397616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202901" y="1201263"/>
            <a:ext cx="2782848" cy="3397616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15046" y="1152403"/>
            <a:ext cx="2783942" cy="480267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11" indent="0">
              <a:buNone/>
              <a:defRPr sz="1600" b="1"/>
            </a:lvl2pPr>
            <a:lvl3pPr marL="720021" indent="0">
              <a:buNone/>
              <a:defRPr sz="1400" b="1"/>
            </a:lvl3pPr>
            <a:lvl4pPr marL="1080032" indent="0">
              <a:buNone/>
              <a:defRPr sz="1200" b="1"/>
            </a:lvl4pPr>
            <a:lvl5pPr marL="1440044" indent="0">
              <a:buNone/>
              <a:defRPr sz="1200" b="1"/>
            </a:lvl5pPr>
            <a:lvl6pPr marL="1800054" indent="0">
              <a:buNone/>
              <a:defRPr sz="1200" b="1"/>
            </a:lvl6pPr>
            <a:lvl7pPr marL="2160065" indent="0">
              <a:buNone/>
              <a:defRPr sz="1200" b="1"/>
            </a:lvl7pPr>
            <a:lvl8pPr marL="2520075" indent="0">
              <a:buNone/>
              <a:defRPr sz="1200" b="1"/>
            </a:lvl8pPr>
            <a:lvl9pPr marL="2880086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5046" y="1632669"/>
            <a:ext cx="2783942" cy="296621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200713" y="1152403"/>
            <a:ext cx="2785036" cy="480267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11" indent="0">
              <a:buNone/>
              <a:defRPr sz="1600" b="1"/>
            </a:lvl2pPr>
            <a:lvl3pPr marL="720021" indent="0">
              <a:buNone/>
              <a:defRPr sz="1400" b="1"/>
            </a:lvl3pPr>
            <a:lvl4pPr marL="1080032" indent="0">
              <a:buNone/>
              <a:defRPr sz="1200" b="1"/>
            </a:lvl4pPr>
            <a:lvl5pPr marL="1440044" indent="0">
              <a:buNone/>
              <a:defRPr sz="1200" b="1"/>
            </a:lvl5pPr>
            <a:lvl6pPr marL="1800054" indent="0">
              <a:buNone/>
              <a:defRPr sz="1200" b="1"/>
            </a:lvl6pPr>
            <a:lvl7pPr marL="2160065" indent="0">
              <a:buNone/>
              <a:defRPr sz="1200" b="1"/>
            </a:lvl7pPr>
            <a:lvl8pPr marL="2520075" indent="0">
              <a:buNone/>
              <a:defRPr sz="1200" b="1"/>
            </a:lvl8pPr>
            <a:lvl9pPr marL="2880086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200713" y="1632669"/>
            <a:ext cx="2785036" cy="296621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5045" y="204980"/>
            <a:ext cx="2072916" cy="872345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463434" y="204980"/>
            <a:ext cx="3522316" cy="4393900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15045" y="1077324"/>
            <a:ext cx="2072916" cy="3521555"/>
          </a:xfrm>
        </p:spPr>
        <p:txBody>
          <a:bodyPr/>
          <a:lstStyle>
            <a:lvl1pPr marL="0" indent="0">
              <a:buNone/>
              <a:defRPr sz="1100"/>
            </a:lvl1pPr>
            <a:lvl2pPr marL="360011" indent="0">
              <a:buNone/>
              <a:defRPr sz="900"/>
            </a:lvl2pPr>
            <a:lvl3pPr marL="720021" indent="0">
              <a:buNone/>
              <a:defRPr sz="700"/>
            </a:lvl3pPr>
            <a:lvl4pPr marL="1080032" indent="0">
              <a:buNone/>
              <a:defRPr sz="700"/>
            </a:lvl4pPr>
            <a:lvl5pPr marL="1440044" indent="0">
              <a:buNone/>
              <a:defRPr sz="700"/>
            </a:lvl5pPr>
            <a:lvl6pPr marL="1800054" indent="0">
              <a:buNone/>
              <a:defRPr sz="700"/>
            </a:lvl6pPr>
            <a:lvl7pPr marL="2160065" indent="0">
              <a:buNone/>
              <a:defRPr sz="700"/>
            </a:lvl7pPr>
            <a:lvl8pPr marL="2520075" indent="0">
              <a:buNone/>
              <a:defRPr sz="700"/>
            </a:lvl8pPr>
            <a:lvl9pPr marL="2880086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34998" y="3603785"/>
            <a:ext cx="3780473" cy="425447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234998" y="460006"/>
            <a:ext cx="3780473" cy="3088958"/>
          </a:xfrm>
        </p:spPr>
        <p:txBody>
          <a:bodyPr/>
          <a:lstStyle>
            <a:lvl1pPr marL="0" indent="0">
              <a:buNone/>
              <a:defRPr sz="2500"/>
            </a:lvl1pPr>
            <a:lvl2pPr marL="360011" indent="0">
              <a:buNone/>
              <a:defRPr sz="2200"/>
            </a:lvl2pPr>
            <a:lvl3pPr marL="720021" indent="0">
              <a:buNone/>
              <a:defRPr sz="1900"/>
            </a:lvl3pPr>
            <a:lvl4pPr marL="1080032" indent="0">
              <a:buNone/>
              <a:defRPr sz="1600"/>
            </a:lvl4pPr>
            <a:lvl5pPr marL="1440044" indent="0">
              <a:buNone/>
              <a:defRPr sz="1600"/>
            </a:lvl5pPr>
            <a:lvl6pPr marL="1800054" indent="0">
              <a:buNone/>
              <a:defRPr sz="1600"/>
            </a:lvl6pPr>
            <a:lvl7pPr marL="2160065" indent="0">
              <a:buNone/>
              <a:defRPr sz="1600"/>
            </a:lvl7pPr>
            <a:lvl8pPr marL="2520075" indent="0">
              <a:buNone/>
              <a:defRPr sz="1600"/>
            </a:lvl8pPr>
            <a:lvl9pPr marL="2880086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34998" y="4029233"/>
            <a:ext cx="3780473" cy="604206"/>
          </a:xfrm>
        </p:spPr>
        <p:txBody>
          <a:bodyPr/>
          <a:lstStyle>
            <a:lvl1pPr marL="0" indent="0">
              <a:buNone/>
              <a:defRPr sz="1100"/>
            </a:lvl1pPr>
            <a:lvl2pPr marL="360011" indent="0">
              <a:buNone/>
              <a:defRPr sz="900"/>
            </a:lvl2pPr>
            <a:lvl3pPr marL="720021" indent="0">
              <a:buNone/>
              <a:defRPr sz="700"/>
            </a:lvl3pPr>
            <a:lvl4pPr marL="1080032" indent="0">
              <a:buNone/>
              <a:defRPr sz="700"/>
            </a:lvl4pPr>
            <a:lvl5pPr marL="1440044" indent="0">
              <a:buNone/>
              <a:defRPr sz="700"/>
            </a:lvl5pPr>
            <a:lvl6pPr marL="1800054" indent="0">
              <a:buNone/>
              <a:defRPr sz="700"/>
            </a:lvl6pPr>
            <a:lvl7pPr marL="2160065" indent="0">
              <a:buNone/>
              <a:defRPr sz="700"/>
            </a:lvl7pPr>
            <a:lvl8pPr marL="2520075" indent="0">
              <a:buNone/>
              <a:defRPr sz="700"/>
            </a:lvl8pPr>
            <a:lvl9pPr marL="2880086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568077" y="206174"/>
            <a:ext cx="1417677" cy="439270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15039" y="206174"/>
            <a:ext cx="4148019" cy="439270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15041" y="206171"/>
            <a:ext cx="5670709" cy="858043"/>
          </a:xfrm>
          <a:prstGeom prst="rect">
            <a:avLst/>
          </a:prstGeom>
        </p:spPr>
        <p:txBody>
          <a:bodyPr vert="horz" lIns="72002" tIns="36001" rIns="72002" bIns="36001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15041" y="1201263"/>
            <a:ext cx="5670709" cy="3397616"/>
          </a:xfrm>
          <a:prstGeom prst="rect">
            <a:avLst/>
          </a:prstGeom>
        </p:spPr>
        <p:txBody>
          <a:bodyPr vert="horz" lIns="72002" tIns="36001" rIns="72002" bIns="36001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15045" y="4771681"/>
            <a:ext cx="1470184" cy="274097"/>
          </a:xfrm>
          <a:prstGeom prst="rect">
            <a:avLst/>
          </a:prstGeom>
        </p:spPr>
        <p:txBody>
          <a:bodyPr vert="horz" lIns="72002" tIns="36001" rIns="72002" bIns="36001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152769" y="4771681"/>
            <a:ext cx="1995250" cy="274097"/>
          </a:xfrm>
          <a:prstGeom prst="rect">
            <a:avLst/>
          </a:prstGeom>
        </p:spPr>
        <p:txBody>
          <a:bodyPr vert="horz" lIns="72002" tIns="36001" rIns="72002" bIns="36001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515570" y="4771681"/>
            <a:ext cx="1470184" cy="274097"/>
          </a:xfrm>
          <a:prstGeom prst="rect">
            <a:avLst/>
          </a:prstGeom>
        </p:spPr>
        <p:txBody>
          <a:bodyPr vert="horz" lIns="72002" tIns="36001" rIns="72002" bIns="36001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20021" rtl="0" eaLnBrk="1" latinLnBrk="0" hangingPunct="1"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8" indent="-270008" algn="l" defTabSz="7200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585018" indent="-225006" algn="l" defTabSz="720021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27" indent="-180006" algn="l" defTabSz="720021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38" indent="-180006" algn="l" defTabSz="720021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48" indent="-180006" algn="l" defTabSz="720021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80059" indent="-180006" algn="l" defTabSz="720021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40071" indent="-180006" algn="l" defTabSz="720021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00081" indent="-180006" algn="l" defTabSz="720021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060092" indent="-180006" algn="l" defTabSz="720021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2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11" algn="l" defTabSz="72002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20021" algn="l" defTabSz="72002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32" algn="l" defTabSz="72002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044" algn="l" defTabSz="72002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54" algn="l" defTabSz="72002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60065" algn="l" defTabSz="72002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075" algn="l" defTabSz="72002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80086" algn="l" defTabSz="72002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8" r="3377"/>
          <a:stretch/>
        </p:blipFill>
        <p:spPr bwMode="auto">
          <a:xfrm>
            <a:off x="245492" y="1187046"/>
            <a:ext cx="6055568" cy="4037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1" r="6653"/>
          <a:stretch/>
        </p:blipFill>
        <p:spPr bwMode="auto">
          <a:xfrm>
            <a:off x="2767259" y="1454170"/>
            <a:ext cx="2562226" cy="2638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" name="Connecteur droit 27"/>
          <p:cNvCxnSpPr/>
          <p:nvPr/>
        </p:nvCxnSpPr>
        <p:spPr>
          <a:xfrm>
            <a:off x="896640" y="707653"/>
            <a:ext cx="10770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1973684" y="707653"/>
            <a:ext cx="0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2133352" y="707653"/>
            <a:ext cx="0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2133352" y="707653"/>
            <a:ext cx="40602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>
            <a:off x="1973684" y="1070318"/>
            <a:ext cx="1596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>
            <a:off x="1657077" y="707653"/>
            <a:ext cx="0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>
            <a:off x="5617517" y="707653"/>
            <a:ext cx="0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1038374" y="635645"/>
            <a:ext cx="437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5689525" y="635645"/>
            <a:ext cx="437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3457277" y="635645"/>
            <a:ext cx="5886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Connecteur droit 37"/>
          <p:cNvCxnSpPr/>
          <p:nvPr/>
        </p:nvCxnSpPr>
        <p:spPr>
          <a:xfrm>
            <a:off x="896640" y="248166"/>
            <a:ext cx="10770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>
            <a:off x="1973684" y="248166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>
            <a:off x="2133352" y="248166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>
            <a:off x="2133352" y="248166"/>
            <a:ext cx="40602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1973684" y="608206"/>
            <a:ext cx="1596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2017117" y="248166"/>
            <a:ext cx="0" cy="36004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>
            <a:off x="5617517" y="248166"/>
            <a:ext cx="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ZoneTexte 44"/>
          <p:cNvSpPr txBox="1"/>
          <p:nvPr/>
        </p:nvSpPr>
        <p:spPr>
          <a:xfrm>
            <a:off x="1038374" y="176158"/>
            <a:ext cx="437940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US" sz="16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5689525" y="176158"/>
            <a:ext cx="437940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US" sz="16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ZoneTexte 46"/>
          <p:cNvSpPr txBox="1"/>
          <p:nvPr/>
        </p:nvSpPr>
        <p:spPr>
          <a:xfrm>
            <a:off x="3457277" y="176158"/>
            <a:ext cx="58862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16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endParaRPr lang="en-US" sz="16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1794472" y="-108520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Symbol" panose="05050102010706020507" pitchFamily="18" charset="2"/>
              </a:rPr>
              <a:t>t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ZoneTexte 48"/>
          <p:cNvSpPr txBox="1"/>
          <p:nvPr/>
        </p:nvSpPr>
        <p:spPr>
          <a:xfrm>
            <a:off x="54050" y="125859"/>
            <a:ext cx="78739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Laser ON</a:t>
            </a:r>
            <a:endParaRPr lang="en-US" sz="12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54050" y="341883"/>
            <a:ext cx="846707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Laser OFF</a:t>
            </a:r>
            <a:endParaRPr lang="en-US" sz="12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58743" y="568940"/>
            <a:ext cx="78739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 ON</a:t>
            </a:r>
            <a:endParaRPr lang="en-US" sz="1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ZoneTexte 51"/>
          <p:cNvSpPr txBox="1"/>
          <p:nvPr/>
        </p:nvSpPr>
        <p:spPr>
          <a:xfrm>
            <a:off x="71439" y="845939"/>
            <a:ext cx="846707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 OFF</a:t>
            </a:r>
            <a:endParaRPr lang="en-US" sz="1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4918</TotalTime>
  <Words>15</Words>
  <Application>Microsoft Office PowerPoint</Application>
  <PresentationFormat>Personnalisé</PresentationFormat>
  <Paragraphs>11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300</cp:revision>
  <cp:lastPrinted>2015-04-17T12:27:19Z</cp:lastPrinted>
  <dcterms:created xsi:type="dcterms:W3CDTF">2013-09-27T09:14:25Z</dcterms:created>
  <dcterms:modified xsi:type="dcterms:W3CDTF">2017-10-16T17:18:21Z</dcterms:modified>
</cp:coreProperties>
</file>