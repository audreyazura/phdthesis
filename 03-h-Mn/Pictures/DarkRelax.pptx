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6121400" cy="5148263"/>
  <p:notesSz cx="6797675" cy="9926638"/>
  <p:defaultTextStyle>
    <a:defPPr>
      <a:defRPr lang="en-US"/>
    </a:defPPr>
    <a:lvl1pPr marL="0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60011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20021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80032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40044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800054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60065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20075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80086" algn="l" defTabSz="720021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1776" y="-414"/>
      </p:cViewPr>
      <p:guideLst>
        <p:guide orient="horz" pos="1622"/>
        <p:guide pos="19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85863" y="744538"/>
            <a:ext cx="44259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60011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20021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80032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40044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800054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60065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20075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80086" algn="l" defTabSz="720021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59105" y="1599301"/>
            <a:ext cx="5203190" cy="110353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918210" y="2917352"/>
            <a:ext cx="4284980" cy="131566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60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200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800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440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000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1600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5200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8800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83549" y="3308236"/>
            <a:ext cx="5203190" cy="1022503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83549" y="2182056"/>
            <a:ext cx="5203190" cy="1126182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6001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72002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80032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4pPr>
            <a:lvl5pPr marL="1440044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5pPr>
            <a:lvl6pPr marL="1800054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6pPr>
            <a:lvl7pPr marL="216006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7pPr>
            <a:lvl8pPr marL="2520075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8pPr>
            <a:lvl9pPr marL="2880086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06070" y="1201263"/>
            <a:ext cx="2703618" cy="3397616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111712" y="1201263"/>
            <a:ext cx="2703618" cy="3397616"/>
          </a:xfrm>
        </p:spPr>
        <p:txBody>
          <a:bodyPr/>
          <a:lstStyle>
            <a:lvl1pPr>
              <a:defRPr sz="2200"/>
            </a:lvl1pPr>
            <a:lvl2pPr>
              <a:defRPr sz="19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6" y="1152402"/>
            <a:ext cx="2704681" cy="480267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60011" indent="0">
              <a:buNone/>
              <a:defRPr sz="1600" b="1"/>
            </a:lvl2pPr>
            <a:lvl3pPr marL="720021" indent="0">
              <a:buNone/>
              <a:defRPr sz="1400" b="1"/>
            </a:lvl3pPr>
            <a:lvl4pPr marL="1080032" indent="0">
              <a:buNone/>
              <a:defRPr sz="1200" b="1"/>
            </a:lvl4pPr>
            <a:lvl5pPr marL="1440044" indent="0">
              <a:buNone/>
              <a:defRPr sz="1200" b="1"/>
            </a:lvl5pPr>
            <a:lvl6pPr marL="1800054" indent="0">
              <a:buNone/>
              <a:defRPr sz="1200" b="1"/>
            </a:lvl6pPr>
            <a:lvl7pPr marL="2160065" indent="0">
              <a:buNone/>
              <a:defRPr sz="1200" b="1"/>
            </a:lvl7pPr>
            <a:lvl8pPr marL="2520075" indent="0">
              <a:buNone/>
              <a:defRPr sz="1200" b="1"/>
            </a:lvl8pPr>
            <a:lvl9pPr marL="2880086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06076" y="1632669"/>
            <a:ext cx="2704681" cy="296621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109586" y="1152402"/>
            <a:ext cx="2705744" cy="480267"/>
          </a:xfrm>
        </p:spPr>
        <p:txBody>
          <a:bodyPr anchor="b"/>
          <a:lstStyle>
            <a:lvl1pPr marL="0" indent="0">
              <a:buNone/>
              <a:defRPr sz="1900" b="1"/>
            </a:lvl1pPr>
            <a:lvl2pPr marL="360011" indent="0">
              <a:buNone/>
              <a:defRPr sz="1600" b="1"/>
            </a:lvl2pPr>
            <a:lvl3pPr marL="720021" indent="0">
              <a:buNone/>
              <a:defRPr sz="1400" b="1"/>
            </a:lvl3pPr>
            <a:lvl4pPr marL="1080032" indent="0">
              <a:buNone/>
              <a:defRPr sz="1200" b="1"/>
            </a:lvl4pPr>
            <a:lvl5pPr marL="1440044" indent="0">
              <a:buNone/>
              <a:defRPr sz="1200" b="1"/>
            </a:lvl5pPr>
            <a:lvl6pPr marL="1800054" indent="0">
              <a:buNone/>
              <a:defRPr sz="1200" b="1"/>
            </a:lvl6pPr>
            <a:lvl7pPr marL="2160065" indent="0">
              <a:buNone/>
              <a:defRPr sz="1200" b="1"/>
            </a:lvl7pPr>
            <a:lvl8pPr marL="2520075" indent="0">
              <a:buNone/>
              <a:defRPr sz="1200" b="1"/>
            </a:lvl8pPr>
            <a:lvl9pPr marL="2880086" indent="0">
              <a:buNone/>
              <a:defRPr sz="12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109586" y="1632669"/>
            <a:ext cx="2705744" cy="296621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6075" y="204979"/>
            <a:ext cx="2013899" cy="872345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393298" y="204980"/>
            <a:ext cx="3422033" cy="4393900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9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06075" y="1077323"/>
            <a:ext cx="2013899" cy="3521555"/>
          </a:xfrm>
        </p:spPr>
        <p:txBody>
          <a:bodyPr/>
          <a:lstStyle>
            <a:lvl1pPr marL="0" indent="0">
              <a:buNone/>
              <a:defRPr sz="1100"/>
            </a:lvl1pPr>
            <a:lvl2pPr marL="360011" indent="0">
              <a:buNone/>
              <a:defRPr sz="900"/>
            </a:lvl2pPr>
            <a:lvl3pPr marL="720021" indent="0">
              <a:buNone/>
              <a:defRPr sz="700"/>
            </a:lvl3pPr>
            <a:lvl4pPr marL="1080032" indent="0">
              <a:buNone/>
              <a:defRPr sz="700"/>
            </a:lvl4pPr>
            <a:lvl5pPr marL="1440044" indent="0">
              <a:buNone/>
              <a:defRPr sz="700"/>
            </a:lvl5pPr>
            <a:lvl6pPr marL="1800054" indent="0">
              <a:buNone/>
              <a:defRPr sz="700"/>
            </a:lvl6pPr>
            <a:lvl7pPr marL="2160065" indent="0">
              <a:buNone/>
              <a:defRPr sz="700"/>
            </a:lvl7pPr>
            <a:lvl8pPr marL="2520075" indent="0">
              <a:buNone/>
              <a:defRPr sz="700"/>
            </a:lvl8pPr>
            <a:lvl9pPr marL="2880086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99837" y="3603784"/>
            <a:ext cx="3672840" cy="425447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99837" y="460006"/>
            <a:ext cx="3672840" cy="3088958"/>
          </a:xfrm>
        </p:spPr>
        <p:txBody>
          <a:bodyPr/>
          <a:lstStyle>
            <a:lvl1pPr marL="0" indent="0">
              <a:buNone/>
              <a:defRPr sz="2500"/>
            </a:lvl1pPr>
            <a:lvl2pPr marL="360011" indent="0">
              <a:buNone/>
              <a:defRPr sz="2200"/>
            </a:lvl2pPr>
            <a:lvl3pPr marL="720021" indent="0">
              <a:buNone/>
              <a:defRPr sz="1900"/>
            </a:lvl3pPr>
            <a:lvl4pPr marL="1080032" indent="0">
              <a:buNone/>
              <a:defRPr sz="1600"/>
            </a:lvl4pPr>
            <a:lvl5pPr marL="1440044" indent="0">
              <a:buNone/>
              <a:defRPr sz="1600"/>
            </a:lvl5pPr>
            <a:lvl6pPr marL="1800054" indent="0">
              <a:buNone/>
              <a:defRPr sz="1600"/>
            </a:lvl6pPr>
            <a:lvl7pPr marL="2160065" indent="0">
              <a:buNone/>
              <a:defRPr sz="1600"/>
            </a:lvl7pPr>
            <a:lvl8pPr marL="2520075" indent="0">
              <a:buNone/>
              <a:defRPr sz="1600"/>
            </a:lvl8pPr>
            <a:lvl9pPr marL="2880086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99837" y="4029233"/>
            <a:ext cx="3672840" cy="604206"/>
          </a:xfrm>
        </p:spPr>
        <p:txBody>
          <a:bodyPr/>
          <a:lstStyle>
            <a:lvl1pPr marL="0" indent="0">
              <a:buNone/>
              <a:defRPr sz="1100"/>
            </a:lvl1pPr>
            <a:lvl2pPr marL="360011" indent="0">
              <a:buNone/>
              <a:defRPr sz="900"/>
            </a:lvl2pPr>
            <a:lvl3pPr marL="720021" indent="0">
              <a:buNone/>
              <a:defRPr sz="700"/>
            </a:lvl3pPr>
            <a:lvl4pPr marL="1080032" indent="0">
              <a:buNone/>
              <a:defRPr sz="700"/>
            </a:lvl4pPr>
            <a:lvl5pPr marL="1440044" indent="0">
              <a:buNone/>
              <a:defRPr sz="700"/>
            </a:lvl5pPr>
            <a:lvl6pPr marL="1800054" indent="0">
              <a:buNone/>
              <a:defRPr sz="700"/>
            </a:lvl6pPr>
            <a:lvl7pPr marL="2160065" indent="0">
              <a:buNone/>
              <a:defRPr sz="700"/>
            </a:lvl7pPr>
            <a:lvl8pPr marL="2520075" indent="0">
              <a:buNone/>
              <a:defRPr sz="700"/>
            </a:lvl8pPr>
            <a:lvl9pPr marL="2880086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438020" y="206173"/>
            <a:ext cx="1377315" cy="439270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06070" y="206173"/>
            <a:ext cx="4029922" cy="439270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06071" y="206170"/>
            <a:ext cx="5509260" cy="858043"/>
          </a:xfrm>
          <a:prstGeom prst="rect">
            <a:avLst/>
          </a:prstGeom>
        </p:spPr>
        <p:txBody>
          <a:bodyPr vert="horz" lIns="72002" tIns="36001" rIns="72002" bIns="36001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6071" y="1201263"/>
            <a:ext cx="5509260" cy="3397616"/>
          </a:xfrm>
          <a:prstGeom prst="rect">
            <a:avLst/>
          </a:prstGeom>
        </p:spPr>
        <p:txBody>
          <a:bodyPr vert="horz" lIns="72002" tIns="36001" rIns="72002" bIns="36001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06075" y="4771680"/>
            <a:ext cx="1428327" cy="274097"/>
          </a:xfrm>
          <a:prstGeom prst="rect">
            <a:avLst/>
          </a:prstGeom>
        </p:spPr>
        <p:txBody>
          <a:bodyPr vert="horz" lIns="72002" tIns="36001" rIns="72002" bIns="36001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91478" y="4771680"/>
            <a:ext cx="1938444" cy="274097"/>
          </a:xfrm>
          <a:prstGeom prst="rect">
            <a:avLst/>
          </a:prstGeom>
        </p:spPr>
        <p:txBody>
          <a:bodyPr vert="horz" lIns="72002" tIns="36001" rIns="72002" bIns="36001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387008" y="4771680"/>
            <a:ext cx="1428327" cy="274097"/>
          </a:xfrm>
          <a:prstGeom prst="rect">
            <a:avLst/>
          </a:prstGeom>
        </p:spPr>
        <p:txBody>
          <a:bodyPr vert="horz" lIns="72002" tIns="36001" rIns="72002" bIns="36001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20021" rtl="0" eaLnBrk="1" latinLnBrk="0" hangingPunct="1">
        <a:spcBef>
          <a:spcPct val="0"/>
        </a:spcBef>
        <a:buNone/>
        <a:defRPr sz="3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8" indent="-270008" algn="l" defTabSz="720021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1pPr>
      <a:lvl2pPr marL="585018" indent="-225006" algn="l" defTabSz="720021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900027" indent="-180006" algn="l" defTabSz="720021" rtl="0" eaLnBrk="1" latinLnBrk="0" hangingPunct="1">
        <a:spcBef>
          <a:spcPct val="200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260038" indent="-180006" algn="l" defTabSz="720021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0048" indent="-180006" algn="l" defTabSz="720021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59" indent="-180006" algn="l" defTabSz="72002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340071" indent="-180006" algn="l" defTabSz="72002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700081" indent="-180006" algn="l" defTabSz="72002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060092" indent="-180006" algn="l" defTabSz="720021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11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21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32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44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054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160065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20075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880086" algn="l" defTabSz="720021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8" r="3377"/>
          <a:stretch/>
        </p:blipFill>
        <p:spPr bwMode="auto">
          <a:xfrm>
            <a:off x="-27384" y="1187046"/>
            <a:ext cx="6055568" cy="4037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0" name="Picture 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1" r="6653"/>
          <a:stretch/>
        </p:blipFill>
        <p:spPr bwMode="auto">
          <a:xfrm>
            <a:off x="2494383" y="1454170"/>
            <a:ext cx="2562226" cy="2638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71" name="Connecteur droit 170"/>
          <p:cNvCxnSpPr/>
          <p:nvPr/>
        </p:nvCxnSpPr>
        <p:spPr>
          <a:xfrm>
            <a:off x="623764" y="707653"/>
            <a:ext cx="107704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Connecteur droit 171"/>
          <p:cNvCxnSpPr/>
          <p:nvPr/>
        </p:nvCxnSpPr>
        <p:spPr>
          <a:xfrm>
            <a:off x="1700808" y="707653"/>
            <a:ext cx="0" cy="3600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Connecteur droit 172"/>
          <p:cNvCxnSpPr/>
          <p:nvPr/>
        </p:nvCxnSpPr>
        <p:spPr>
          <a:xfrm>
            <a:off x="1860476" y="707653"/>
            <a:ext cx="0" cy="3600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Connecteur droit 173"/>
          <p:cNvCxnSpPr/>
          <p:nvPr/>
        </p:nvCxnSpPr>
        <p:spPr>
          <a:xfrm>
            <a:off x="1860476" y="707653"/>
            <a:ext cx="406022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Connecteur droit 174"/>
          <p:cNvCxnSpPr/>
          <p:nvPr/>
        </p:nvCxnSpPr>
        <p:spPr>
          <a:xfrm>
            <a:off x="1700808" y="1070318"/>
            <a:ext cx="15966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Connecteur droit 175"/>
          <p:cNvCxnSpPr/>
          <p:nvPr/>
        </p:nvCxnSpPr>
        <p:spPr>
          <a:xfrm>
            <a:off x="1384201" y="707653"/>
            <a:ext cx="0" cy="3600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Connecteur droit 176"/>
          <p:cNvCxnSpPr/>
          <p:nvPr/>
        </p:nvCxnSpPr>
        <p:spPr>
          <a:xfrm>
            <a:off x="5344641" y="707653"/>
            <a:ext cx="0" cy="3600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8" name="ZoneTexte 177"/>
          <p:cNvSpPr txBox="1"/>
          <p:nvPr/>
        </p:nvSpPr>
        <p:spPr>
          <a:xfrm>
            <a:off x="765498" y="635645"/>
            <a:ext cx="437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latin typeface="Symbol" panose="05050102010706020507" pitchFamily="18" charset="2"/>
              </a:rPr>
              <a:t>s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</a:t>
            </a:r>
            <a:endParaRPr 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ZoneTexte 178"/>
          <p:cNvSpPr txBox="1"/>
          <p:nvPr/>
        </p:nvSpPr>
        <p:spPr>
          <a:xfrm>
            <a:off x="5416649" y="635645"/>
            <a:ext cx="437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latin typeface="Symbol" panose="05050102010706020507" pitchFamily="18" charset="2"/>
              </a:rPr>
              <a:t>s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</a:t>
            </a:r>
            <a:endParaRPr 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0" name="ZoneTexte 179"/>
          <p:cNvSpPr txBox="1"/>
          <p:nvPr/>
        </p:nvSpPr>
        <p:spPr>
          <a:xfrm>
            <a:off x="3184401" y="635645"/>
            <a:ext cx="5886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latin typeface="Symbol" panose="05050102010706020507" pitchFamily="18" charset="2"/>
              </a:rPr>
              <a:t>s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cross</a:t>
            </a:r>
            <a:endParaRPr 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1" name="Connecteur droit 180"/>
          <p:cNvCxnSpPr/>
          <p:nvPr/>
        </p:nvCxnSpPr>
        <p:spPr>
          <a:xfrm>
            <a:off x="623764" y="248166"/>
            <a:ext cx="107704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Connecteur droit 181"/>
          <p:cNvCxnSpPr/>
          <p:nvPr/>
        </p:nvCxnSpPr>
        <p:spPr>
          <a:xfrm>
            <a:off x="1700808" y="248166"/>
            <a:ext cx="0" cy="3600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Connecteur droit 182"/>
          <p:cNvCxnSpPr/>
          <p:nvPr/>
        </p:nvCxnSpPr>
        <p:spPr>
          <a:xfrm>
            <a:off x="1860476" y="248166"/>
            <a:ext cx="0" cy="3600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Connecteur droit 183"/>
          <p:cNvCxnSpPr/>
          <p:nvPr/>
        </p:nvCxnSpPr>
        <p:spPr>
          <a:xfrm>
            <a:off x="1860476" y="248166"/>
            <a:ext cx="40602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5" name="Connecteur droit 184"/>
          <p:cNvCxnSpPr/>
          <p:nvPr/>
        </p:nvCxnSpPr>
        <p:spPr>
          <a:xfrm>
            <a:off x="1700808" y="608206"/>
            <a:ext cx="15966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6" name="Connecteur droit 185"/>
          <p:cNvCxnSpPr/>
          <p:nvPr/>
        </p:nvCxnSpPr>
        <p:spPr>
          <a:xfrm>
            <a:off x="1744241" y="248166"/>
            <a:ext cx="0" cy="360040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Connecteur droit 186"/>
          <p:cNvCxnSpPr/>
          <p:nvPr/>
        </p:nvCxnSpPr>
        <p:spPr>
          <a:xfrm>
            <a:off x="5344641" y="248166"/>
            <a:ext cx="0" cy="3600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8" name="ZoneTexte 187"/>
          <p:cNvSpPr txBox="1"/>
          <p:nvPr/>
        </p:nvSpPr>
        <p:spPr>
          <a:xfrm>
            <a:off x="765498" y="176158"/>
            <a:ext cx="43794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16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</a:t>
            </a:r>
            <a:endParaRPr lang="en-US" sz="16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9" name="ZoneTexte 188"/>
          <p:cNvSpPr txBox="1"/>
          <p:nvPr/>
        </p:nvSpPr>
        <p:spPr>
          <a:xfrm>
            <a:off x="5416649" y="176158"/>
            <a:ext cx="43794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16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</a:t>
            </a:r>
            <a:endParaRPr lang="en-US" sz="16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0" name="ZoneTexte 189"/>
          <p:cNvSpPr txBox="1"/>
          <p:nvPr/>
        </p:nvSpPr>
        <p:spPr>
          <a:xfrm>
            <a:off x="3184401" y="176158"/>
            <a:ext cx="588623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1600" baseline="-25000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</a:t>
            </a:r>
            <a:endParaRPr lang="en-US" sz="16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1" name="ZoneTexte 190"/>
          <p:cNvSpPr txBox="1"/>
          <p:nvPr/>
        </p:nvSpPr>
        <p:spPr>
          <a:xfrm>
            <a:off x="1521596" y="-108520"/>
            <a:ext cx="518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 smtClean="0">
                <a:latin typeface="Symbol" panose="05050102010706020507" pitchFamily="18" charset="2"/>
              </a:rPr>
              <a:t>t</a:t>
            </a:r>
            <a:r>
              <a:rPr lang="fr-FR" sz="16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dark</a:t>
            </a:r>
            <a:endParaRPr 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4913</TotalTime>
  <Words>7</Words>
  <Application>Microsoft Office PowerPoint</Application>
  <PresentationFormat>Personnalisé</PresentationFormat>
  <Paragraphs>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299</cp:revision>
  <cp:lastPrinted>2015-04-17T12:27:19Z</cp:lastPrinted>
  <dcterms:created xsi:type="dcterms:W3CDTF">2013-09-27T09:14:25Z</dcterms:created>
  <dcterms:modified xsi:type="dcterms:W3CDTF">2017-07-12T10:27:17Z</dcterms:modified>
</cp:coreProperties>
</file>