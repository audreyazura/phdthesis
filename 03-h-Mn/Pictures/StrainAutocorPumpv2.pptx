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561263" cy="7524750"/>
  <p:notesSz cx="6858000" cy="9144000"/>
  <p:defaultTextStyle>
    <a:defPPr>
      <a:defRPr lang="fr-FR"/>
    </a:defPPr>
    <a:lvl1pPr marL="0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71674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43349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115023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86698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858372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230047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601721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973396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668" y="-96"/>
      </p:cViewPr>
      <p:guideLst>
        <p:guide orient="horz" pos="2371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100" y="2337556"/>
            <a:ext cx="6427073" cy="161294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194" y="4264028"/>
            <a:ext cx="5292885" cy="19229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71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43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150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86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58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300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01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73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30/10/2017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826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30/10/2017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5031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296" y="4835351"/>
            <a:ext cx="6427073" cy="1494500"/>
          </a:xfrm>
        </p:spPr>
        <p:txBody>
          <a:bodyPr anchor="t"/>
          <a:lstStyle>
            <a:lvl1pPr algn="l">
              <a:defRPr sz="33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7296" y="3189317"/>
            <a:ext cx="6427073" cy="1646038"/>
          </a:xfrm>
        </p:spPr>
        <p:txBody>
          <a:bodyPr anchor="b"/>
          <a:lstStyle>
            <a:lvl1pPr marL="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1pPr>
            <a:lvl2pPr marL="3716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74334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502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8669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85837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23004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601721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97339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30/10/2017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3470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98001" y="1383024"/>
            <a:ext cx="2616249" cy="3910433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040258" y="1383024"/>
            <a:ext cx="2616250" cy="3910433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30/10/2017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280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64" y="301347"/>
            <a:ext cx="6805136" cy="1254126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063" y="1684363"/>
            <a:ext cx="3340871" cy="701964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71674" indent="0">
              <a:buNone/>
              <a:defRPr sz="1700" b="1"/>
            </a:lvl2pPr>
            <a:lvl3pPr marL="743349" indent="0">
              <a:buNone/>
              <a:defRPr sz="1400" b="1"/>
            </a:lvl3pPr>
            <a:lvl4pPr marL="1115023" indent="0">
              <a:buNone/>
              <a:defRPr sz="1300" b="1"/>
            </a:lvl4pPr>
            <a:lvl5pPr marL="1486698" indent="0">
              <a:buNone/>
              <a:defRPr sz="1300" b="1"/>
            </a:lvl5pPr>
            <a:lvl6pPr marL="1858372" indent="0">
              <a:buNone/>
              <a:defRPr sz="1300" b="1"/>
            </a:lvl6pPr>
            <a:lvl7pPr marL="2230047" indent="0">
              <a:buNone/>
              <a:defRPr sz="1300" b="1"/>
            </a:lvl7pPr>
            <a:lvl8pPr marL="2601721" indent="0">
              <a:buNone/>
              <a:defRPr sz="1300" b="1"/>
            </a:lvl8pPr>
            <a:lvl9pPr marL="2973396" indent="0">
              <a:buNone/>
              <a:defRPr sz="13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063" y="2386326"/>
            <a:ext cx="3340871" cy="4335441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019" y="1684363"/>
            <a:ext cx="3342184" cy="701964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71674" indent="0">
              <a:buNone/>
              <a:defRPr sz="1700" b="1"/>
            </a:lvl2pPr>
            <a:lvl3pPr marL="743349" indent="0">
              <a:buNone/>
              <a:defRPr sz="1400" b="1"/>
            </a:lvl3pPr>
            <a:lvl4pPr marL="1115023" indent="0">
              <a:buNone/>
              <a:defRPr sz="1300" b="1"/>
            </a:lvl4pPr>
            <a:lvl5pPr marL="1486698" indent="0">
              <a:buNone/>
              <a:defRPr sz="1300" b="1"/>
            </a:lvl5pPr>
            <a:lvl6pPr marL="1858372" indent="0">
              <a:buNone/>
              <a:defRPr sz="1300" b="1"/>
            </a:lvl6pPr>
            <a:lvl7pPr marL="2230047" indent="0">
              <a:buNone/>
              <a:defRPr sz="1300" b="1"/>
            </a:lvl7pPr>
            <a:lvl8pPr marL="2601721" indent="0">
              <a:buNone/>
              <a:defRPr sz="1300" b="1"/>
            </a:lvl8pPr>
            <a:lvl9pPr marL="2973396" indent="0">
              <a:buNone/>
              <a:defRPr sz="13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019" y="2386326"/>
            <a:ext cx="3342184" cy="4335441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30/10/2017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9510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30/10/2017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129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30/10/2017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9251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77" y="299603"/>
            <a:ext cx="2487603" cy="1275025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248" y="299599"/>
            <a:ext cx="4226956" cy="6422165"/>
          </a:xfrm>
        </p:spPr>
        <p:txBody>
          <a:bodyPr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077" y="1574628"/>
            <a:ext cx="2487603" cy="5147138"/>
          </a:xfrm>
        </p:spPr>
        <p:txBody>
          <a:bodyPr/>
          <a:lstStyle>
            <a:lvl1pPr marL="0" indent="0">
              <a:buNone/>
              <a:defRPr sz="1100"/>
            </a:lvl1pPr>
            <a:lvl2pPr marL="371674" indent="0">
              <a:buNone/>
              <a:defRPr sz="900"/>
            </a:lvl2pPr>
            <a:lvl3pPr marL="743349" indent="0">
              <a:buNone/>
              <a:defRPr sz="800"/>
            </a:lvl3pPr>
            <a:lvl4pPr marL="1115023" indent="0">
              <a:buNone/>
              <a:defRPr sz="700"/>
            </a:lvl4pPr>
            <a:lvl5pPr marL="1486698" indent="0">
              <a:buNone/>
              <a:defRPr sz="700"/>
            </a:lvl5pPr>
            <a:lvl6pPr marL="1858372" indent="0">
              <a:buNone/>
              <a:defRPr sz="700"/>
            </a:lvl6pPr>
            <a:lvl7pPr marL="2230047" indent="0">
              <a:buNone/>
              <a:defRPr sz="700"/>
            </a:lvl7pPr>
            <a:lvl8pPr marL="2601721" indent="0">
              <a:buNone/>
              <a:defRPr sz="700"/>
            </a:lvl8pPr>
            <a:lvl9pPr marL="2973396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30/10/2017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908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064" y="5267329"/>
            <a:ext cx="4536758" cy="621839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482064" y="672356"/>
            <a:ext cx="4536758" cy="4514850"/>
          </a:xfrm>
        </p:spPr>
        <p:txBody>
          <a:bodyPr/>
          <a:lstStyle>
            <a:lvl1pPr marL="0" indent="0">
              <a:buNone/>
              <a:defRPr sz="2600"/>
            </a:lvl1pPr>
            <a:lvl2pPr marL="371674" indent="0">
              <a:buNone/>
              <a:defRPr sz="2300"/>
            </a:lvl2pPr>
            <a:lvl3pPr marL="743349" indent="0">
              <a:buNone/>
              <a:defRPr sz="2000"/>
            </a:lvl3pPr>
            <a:lvl4pPr marL="1115023" indent="0">
              <a:buNone/>
              <a:defRPr sz="1700"/>
            </a:lvl4pPr>
            <a:lvl5pPr marL="1486698" indent="0">
              <a:buNone/>
              <a:defRPr sz="1700"/>
            </a:lvl5pPr>
            <a:lvl6pPr marL="1858372" indent="0">
              <a:buNone/>
              <a:defRPr sz="1700"/>
            </a:lvl6pPr>
            <a:lvl7pPr marL="2230047" indent="0">
              <a:buNone/>
              <a:defRPr sz="1700"/>
            </a:lvl7pPr>
            <a:lvl8pPr marL="2601721" indent="0">
              <a:buNone/>
              <a:defRPr sz="1700"/>
            </a:lvl8pPr>
            <a:lvl9pPr marL="2973396" indent="0">
              <a:buNone/>
              <a:defRPr sz="17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064" y="5889166"/>
            <a:ext cx="4536758" cy="883116"/>
          </a:xfrm>
        </p:spPr>
        <p:txBody>
          <a:bodyPr/>
          <a:lstStyle>
            <a:lvl1pPr marL="0" indent="0">
              <a:buNone/>
              <a:defRPr sz="1100"/>
            </a:lvl1pPr>
            <a:lvl2pPr marL="371674" indent="0">
              <a:buNone/>
              <a:defRPr sz="900"/>
            </a:lvl2pPr>
            <a:lvl3pPr marL="743349" indent="0">
              <a:buNone/>
              <a:defRPr sz="800"/>
            </a:lvl3pPr>
            <a:lvl4pPr marL="1115023" indent="0">
              <a:buNone/>
              <a:defRPr sz="700"/>
            </a:lvl4pPr>
            <a:lvl5pPr marL="1486698" indent="0">
              <a:buNone/>
              <a:defRPr sz="700"/>
            </a:lvl5pPr>
            <a:lvl6pPr marL="1858372" indent="0">
              <a:buNone/>
              <a:defRPr sz="700"/>
            </a:lvl6pPr>
            <a:lvl7pPr marL="2230047" indent="0">
              <a:buNone/>
              <a:defRPr sz="700"/>
            </a:lvl7pPr>
            <a:lvl8pPr marL="2601721" indent="0">
              <a:buNone/>
              <a:defRPr sz="700"/>
            </a:lvl8pPr>
            <a:lvl9pPr marL="2973396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30/10/2017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333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30/10/2017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3956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317547" y="236894"/>
            <a:ext cx="1338973" cy="505656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98001" y="236894"/>
            <a:ext cx="3893525" cy="505656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30/10/2017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4738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8064" y="301347"/>
            <a:ext cx="6805136" cy="1254126"/>
          </a:xfrm>
          <a:prstGeom prst="rect">
            <a:avLst/>
          </a:prstGeom>
        </p:spPr>
        <p:txBody>
          <a:bodyPr vert="horz" lIns="74335" tIns="37168" rIns="74335" bIns="37168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064" y="1755783"/>
            <a:ext cx="6805136" cy="4965987"/>
          </a:xfrm>
          <a:prstGeom prst="rect">
            <a:avLst/>
          </a:prstGeom>
        </p:spPr>
        <p:txBody>
          <a:bodyPr vert="horz" lIns="74335" tIns="37168" rIns="74335" bIns="37168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8076" y="6974333"/>
            <a:ext cx="1764295" cy="400623"/>
          </a:xfrm>
          <a:prstGeom prst="rect">
            <a:avLst/>
          </a:prstGeom>
        </p:spPr>
        <p:txBody>
          <a:bodyPr vert="horz" lIns="74335" tIns="37168" rIns="74335" bIns="37168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9FF92-1362-455E-ACBC-70B42DC48170}" type="datetimeFigureOut">
              <a:rPr lang="fr-FR" smtClean="0"/>
              <a:t>30/10/2017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434" y="6974333"/>
            <a:ext cx="2394400" cy="400623"/>
          </a:xfrm>
          <a:prstGeom prst="rect">
            <a:avLst/>
          </a:prstGeom>
        </p:spPr>
        <p:txBody>
          <a:bodyPr vert="horz" lIns="74335" tIns="37168" rIns="74335" bIns="37168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18917" y="6974333"/>
            <a:ext cx="1764295" cy="400623"/>
          </a:xfrm>
          <a:prstGeom prst="rect">
            <a:avLst/>
          </a:prstGeom>
        </p:spPr>
        <p:txBody>
          <a:bodyPr vert="horz" lIns="74335" tIns="37168" rIns="74335" bIns="37168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04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43349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8756" indent="-278756" algn="l" defTabSz="74334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03971" indent="-232296" algn="l" defTabSz="743349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929187" indent="-185838" algn="l" defTabSz="74334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00861" indent="-185838" algn="l" defTabSz="743349" rtl="0" eaLnBrk="1" latinLnBrk="0" hangingPunct="1">
        <a:spcBef>
          <a:spcPct val="200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72536" indent="-185838" algn="l" defTabSz="743349" rtl="0" eaLnBrk="1" latinLnBrk="0" hangingPunct="1">
        <a:spcBef>
          <a:spcPct val="20000"/>
        </a:spcBef>
        <a:buFont typeface="Arial" panose="020B0604020202020204" pitchFamily="34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044210" indent="-185838" algn="l" defTabSz="743349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415884" indent="-185838" algn="l" defTabSz="743349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787559" indent="-185838" algn="l" defTabSz="743349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159233" indent="-185838" algn="l" defTabSz="743349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71674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3349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15023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86698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58372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30047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601721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73396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8000" y="-180000"/>
            <a:ext cx="8193088" cy="781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972319" y="3474343"/>
            <a:ext cx="28803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 droit 3"/>
          <p:cNvCxnSpPr/>
          <p:nvPr/>
        </p:nvCxnSpPr>
        <p:spPr>
          <a:xfrm flipH="1">
            <a:off x="580566" y="3978399"/>
            <a:ext cx="391753" cy="144016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>
            <a:off x="1260351" y="3978399"/>
            <a:ext cx="1080120" cy="144016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76775" y="3474343"/>
            <a:ext cx="28803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14"/>
          <p:cNvCxnSpPr/>
          <p:nvPr/>
        </p:nvCxnSpPr>
        <p:spPr>
          <a:xfrm flipH="1">
            <a:off x="3178800" y="3978399"/>
            <a:ext cx="1897975" cy="144016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 flipH="1">
            <a:off x="4932759" y="3978399"/>
            <a:ext cx="432050" cy="144016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 flipH="1">
            <a:off x="5781600" y="4122416"/>
            <a:ext cx="626403" cy="129614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08000" y="3618359"/>
            <a:ext cx="28803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32"/>
          <p:cNvCxnSpPr/>
          <p:nvPr/>
        </p:nvCxnSpPr>
        <p:spPr>
          <a:xfrm>
            <a:off x="6696033" y="4122416"/>
            <a:ext cx="829014" cy="129614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5583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6</cp:revision>
  <dcterms:created xsi:type="dcterms:W3CDTF">2017-07-12T13:39:44Z</dcterms:created>
  <dcterms:modified xsi:type="dcterms:W3CDTF">2017-10-30T15:30:02Z</dcterms:modified>
</cp:coreProperties>
</file>