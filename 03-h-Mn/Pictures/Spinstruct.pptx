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241213" cy="4248150"/>
  <p:notesSz cx="6858000" cy="9144000"/>
  <p:defaultTextStyle>
    <a:defPPr>
      <a:defRPr lang="fr-FR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60" y="-708"/>
      </p:cViewPr>
      <p:guideLst>
        <p:guide orient="horz" pos="1338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F6FB5-136D-4CF9-BD29-BEE1BA05A92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511300" y="685800"/>
            <a:ext cx="9880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1217E-C2D3-45F9-B5A3-34DAC284A4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12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511300" y="685800"/>
            <a:ext cx="98806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1217E-C2D3-45F9-B5A3-34DAC284A46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24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8092" y="1319680"/>
            <a:ext cx="10405031" cy="91059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36182" y="2407285"/>
            <a:ext cx="8568850" cy="10856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2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5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7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70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12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55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97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40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99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5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6973" y="2729831"/>
            <a:ext cx="10405031" cy="843729"/>
          </a:xfrm>
        </p:spPr>
        <p:txBody>
          <a:bodyPr anchor="t"/>
          <a:lstStyle>
            <a:lvl1pPr algn="l">
              <a:defRPr sz="3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6973" y="1800548"/>
            <a:ext cx="10405031" cy="929283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4257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851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27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7702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128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655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09798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54055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01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12061" y="991235"/>
            <a:ext cx="5406536" cy="280358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22616" y="991235"/>
            <a:ext cx="5406536" cy="280358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14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12061" y="950918"/>
            <a:ext cx="5408662" cy="396296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42570" indent="0">
              <a:buNone/>
              <a:defRPr sz="1900" b="1"/>
            </a:lvl2pPr>
            <a:lvl3pPr marL="885139" indent="0">
              <a:buNone/>
              <a:defRPr sz="1700" b="1"/>
            </a:lvl3pPr>
            <a:lvl4pPr marL="1327709" indent="0">
              <a:buNone/>
              <a:defRPr sz="1500" b="1"/>
            </a:lvl4pPr>
            <a:lvl5pPr marL="1770278" indent="0">
              <a:buNone/>
              <a:defRPr sz="1500" b="1"/>
            </a:lvl5pPr>
            <a:lvl6pPr marL="2212848" indent="0">
              <a:buNone/>
              <a:defRPr sz="1500" b="1"/>
            </a:lvl6pPr>
            <a:lvl7pPr marL="2655418" indent="0">
              <a:buNone/>
              <a:defRPr sz="1500" b="1"/>
            </a:lvl7pPr>
            <a:lvl8pPr marL="3097987" indent="0">
              <a:buNone/>
              <a:defRPr sz="1500" b="1"/>
            </a:lvl8pPr>
            <a:lvl9pPr marL="3540557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2061" y="1347216"/>
            <a:ext cx="5408662" cy="2447603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218368" y="950918"/>
            <a:ext cx="5410786" cy="396296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42570" indent="0">
              <a:buNone/>
              <a:defRPr sz="1900" b="1"/>
            </a:lvl2pPr>
            <a:lvl3pPr marL="885139" indent="0">
              <a:buNone/>
              <a:defRPr sz="1700" b="1"/>
            </a:lvl3pPr>
            <a:lvl4pPr marL="1327709" indent="0">
              <a:buNone/>
              <a:defRPr sz="1500" b="1"/>
            </a:lvl4pPr>
            <a:lvl5pPr marL="1770278" indent="0">
              <a:buNone/>
              <a:defRPr sz="1500" b="1"/>
            </a:lvl5pPr>
            <a:lvl6pPr marL="2212848" indent="0">
              <a:buNone/>
              <a:defRPr sz="1500" b="1"/>
            </a:lvl6pPr>
            <a:lvl7pPr marL="2655418" indent="0">
              <a:buNone/>
              <a:defRPr sz="1500" b="1"/>
            </a:lvl7pPr>
            <a:lvl8pPr marL="3097987" indent="0">
              <a:buNone/>
              <a:defRPr sz="1500" b="1"/>
            </a:lvl8pPr>
            <a:lvl9pPr marL="3540557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218368" y="1347216"/>
            <a:ext cx="5410786" cy="2447603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31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91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063" y="169140"/>
            <a:ext cx="4027274" cy="719826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85974" y="169140"/>
            <a:ext cx="6843178" cy="3625678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12063" y="888964"/>
            <a:ext cx="4027274" cy="2905853"/>
          </a:xfrm>
        </p:spPr>
        <p:txBody>
          <a:bodyPr/>
          <a:lstStyle>
            <a:lvl1pPr marL="0" indent="0">
              <a:buNone/>
              <a:defRPr sz="1400"/>
            </a:lvl1pPr>
            <a:lvl2pPr marL="442570" indent="0">
              <a:buNone/>
              <a:defRPr sz="1200"/>
            </a:lvl2pPr>
            <a:lvl3pPr marL="885139" indent="0">
              <a:buNone/>
              <a:defRPr sz="1000"/>
            </a:lvl3pPr>
            <a:lvl4pPr marL="1327709" indent="0">
              <a:buNone/>
              <a:defRPr sz="900"/>
            </a:lvl4pPr>
            <a:lvl5pPr marL="1770278" indent="0">
              <a:buNone/>
              <a:defRPr sz="900"/>
            </a:lvl5pPr>
            <a:lvl6pPr marL="2212848" indent="0">
              <a:buNone/>
              <a:defRPr sz="900"/>
            </a:lvl6pPr>
            <a:lvl7pPr marL="2655418" indent="0">
              <a:buNone/>
              <a:defRPr sz="900"/>
            </a:lvl7pPr>
            <a:lvl8pPr marL="3097987" indent="0">
              <a:buNone/>
              <a:defRPr sz="900"/>
            </a:lvl8pPr>
            <a:lvl9pPr marL="3540557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62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9364" y="2973706"/>
            <a:ext cx="7344728" cy="351062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99364" y="379581"/>
            <a:ext cx="7344728" cy="2548890"/>
          </a:xfrm>
        </p:spPr>
        <p:txBody>
          <a:bodyPr/>
          <a:lstStyle>
            <a:lvl1pPr marL="0" indent="0">
              <a:buNone/>
              <a:defRPr sz="3100"/>
            </a:lvl1pPr>
            <a:lvl2pPr marL="442570" indent="0">
              <a:buNone/>
              <a:defRPr sz="2700"/>
            </a:lvl2pPr>
            <a:lvl3pPr marL="885139" indent="0">
              <a:buNone/>
              <a:defRPr sz="2300"/>
            </a:lvl3pPr>
            <a:lvl4pPr marL="1327709" indent="0">
              <a:buNone/>
              <a:defRPr sz="1900"/>
            </a:lvl4pPr>
            <a:lvl5pPr marL="1770278" indent="0">
              <a:buNone/>
              <a:defRPr sz="1900"/>
            </a:lvl5pPr>
            <a:lvl6pPr marL="2212848" indent="0">
              <a:buNone/>
              <a:defRPr sz="1900"/>
            </a:lvl6pPr>
            <a:lvl7pPr marL="2655418" indent="0">
              <a:buNone/>
              <a:defRPr sz="1900"/>
            </a:lvl7pPr>
            <a:lvl8pPr marL="3097987" indent="0">
              <a:buNone/>
              <a:defRPr sz="1900"/>
            </a:lvl8pPr>
            <a:lvl9pPr marL="3540557" indent="0">
              <a:buNone/>
              <a:defRPr sz="19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99364" y="3324768"/>
            <a:ext cx="7344728" cy="498568"/>
          </a:xfrm>
        </p:spPr>
        <p:txBody>
          <a:bodyPr/>
          <a:lstStyle>
            <a:lvl1pPr marL="0" indent="0">
              <a:buNone/>
              <a:defRPr sz="1400"/>
            </a:lvl1pPr>
            <a:lvl2pPr marL="442570" indent="0">
              <a:buNone/>
              <a:defRPr sz="1200"/>
            </a:lvl2pPr>
            <a:lvl3pPr marL="885139" indent="0">
              <a:buNone/>
              <a:defRPr sz="1000"/>
            </a:lvl3pPr>
            <a:lvl4pPr marL="1327709" indent="0">
              <a:buNone/>
              <a:defRPr sz="900"/>
            </a:lvl4pPr>
            <a:lvl5pPr marL="1770278" indent="0">
              <a:buNone/>
              <a:defRPr sz="900"/>
            </a:lvl5pPr>
            <a:lvl6pPr marL="2212848" indent="0">
              <a:buNone/>
              <a:defRPr sz="900"/>
            </a:lvl6pPr>
            <a:lvl7pPr marL="2655418" indent="0">
              <a:buNone/>
              <a:defRPr sz="900"/>
            </a:lvl7pPr>
            <a:lvl8pPr marL="3097987" indent="0">
              <a:buNone/>
              <a:defRPr sz="900"/>
            </a:lvl8pPr>
            <a:lvl9pPr marL="3540557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61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265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74880" y="170123"/>
            <a:ext cx="2754273" cy="362469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12062" y="170123"/>
            <a:ext cx="8058799" cy="362469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90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12061" y="170123"/>
            <a:ext cx="11017092" cy="708025"/>
          </a:xfrm>
          <a:prstGeom prst="rect">
            <a:avLst/>
          </a:prstGeom>
        </p:spPr>
        <p:txBody>
          <a:bodyPr vert="horz" lIns="88514" tIns="44257" rIns="88514" bIns="44257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12061" y="991235"/>
            <a:ext cx="11017092" cy="2803583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061" y="3937406"/>
            <a:ext cx="2856284" cy="226175"/>
          </a:xfrm>
          <a:prstGeom prst="rect">
            <a:avLst/>
          </a:prstGeom>
        </p:spPr>
        <p:txBody>
          <a:bodyPr vert="horz" lIns="88514" tIns="44257" rIns="88514" bIns="4425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DAA2F-14BA-4317-9AFA-84C92A21E2BC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82415" y="3937406"/>
            <a:ext cx="3876384" cy="226175"/>
          </a:xfrm>
          <a:prstGeom prst="rect">
            <a:avLst/>
          </a:prstGeom>
        </p:spPr>
        <p:txBody>
          <a:bodyPr vert="horz" lIns="88514" tIns="44257" rIns="88514" bIns="4425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72869" y="3937406"/>
            <a:ext cx="2856284" cy="226175"/>
          </a:xfrm>
          <a:prstGeom prst="rect">
            <a:avLst/>
          </a:prstGeom>
        </p:spPr>
        <p:txBody>
          <a:bodyPr vert="horz" lIns="88514" tIns="44257" rIns="88514" bIns="4425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69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5139" rtl="0" eaLnBrk="1" latinLnBrk="0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1927" indent="-331927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19176" indent="-276606" algn="l" defTabSz="885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48994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563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34133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6702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19272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61842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42570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85139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27709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70278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12848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55418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97987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40557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Picture 1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6" r="5080"/>
          <a:stretch/>
        </p:blipFill>
        <p:spPr bwMode="auto">
          <a:xfrm>
            <a:off x="4125600" y="2067918"/>
            <a:ext cx="4380452" cy="2157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4" name="ZoneTexte 293"/>
          <p:cNvSpPr txBox="1"/>
          <p:nvPr/>
        </p:nvSpPr>
        <p:spPr>
          <a:xfrm>
            <a:off x="100142" y="13275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Line 17"/>
          <p:cNvSpPr>
            <a:spLocks noChangeShapeType="1"/>
          </p:cNvSpPr>
          <p:nvPr/>
        </p:nvSpPr>
        <p:spPr bwMode="auto">
          <a:xfrm>
            <a:off x="1239896" y="502091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6" name="Line 17"/>
          <p:cNvSpPr>
            <a:spLocks noChangeShapeType="1"/>
          </p:cNvSpPr>
          <p:nvPr/>
        </p:nvSpPr>
        <p:spPr bwMode="auto">
          <a:xfrm>
            <a:off x="1679537" y="405946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" name="Line 17"/>
          <p:cNvSpPr>
            <a:spLocks noChangeShapeType="1"/>
          </p:cNvSpPr>
          <p:nvPr/>
        </p:nvSpPr>
        <p:spPr bwMode="auto">
          <a:xfrm>
            <a:off x="2116206" y="502091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" name="Line 17"/>
          <p:cNvSpPr>
            <a:spLocks noChangeShapeType="1"/>
          </p:cNvSpPr>
          <p:nvPr/>
        </p:nvSpPr>
        <p:spPr bwMode="auto">
          <a:xfrm>
            <a:off x="2087763" y="1078155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9" name="Line 17"/>
          <p:cNvSpPr>
            <a:spLocks noChangeShapeType="1"/>
          </p:cNvSpPr>
          <p:nvPr/>
        </p:nvSpPr>
        <p:spPr bwMode="auto">
          <a:xfrm>
            <a:off x="2363331" y="1222171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0" name="Line 17"/>
          <p:cNvSpPr>
            <a:spLocks noChangeShapeType="1"/>
          </p:cNvSpPr>
          <p:nvPr/>
        </p:nvSpPr>
        <p:spPr bwMode="auto">
          <a:xfrm>
            <a:off x="1229531" y="1078155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1" name="Line 17"/>
          <p:cNvSpPr>
            <a:spLocks noChangeShapeType="1"/>
          </p:cNvSpPr>
          <p:nvPr/>
        </p:nvSpPr>
        <p:spPr bwMode="auto">
          <a:xfrm>
            <a:off x="1000256" y="1222171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2" name="Rectangle 301"/>
          <p:cNvSpPr/>
          <p:nvPr/>
        </p:nvSpPr>
        <p:spPr>
          <a:xfrm>
            <a:off x="1848217" y="-1965"/>
            <a:ext cx="217128" cy="2308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dirty="0"/>
          </a:p>
        </p:txBody>
      </p:sp>
      <p:sp>
        <p:nvSpPr>
          <p:cNvPr id="303" name="Rectangle 302"/>
          <p:cNvSpPr/>
          <p:nvPr/>
        </p:nvSpPr>
        <p:spPr>
          <a:xfrm>
            <a:off x="2693361" y="977741"/>
            <a:ext cx="591710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M=3</a:t>
            </a:r>
            <a:endParaRPr lang="en-US" sz="1400" dirty="0"/>
          </a:p>
        </p:txBody>
      </p:sp>
      <p:cxnSp>
        <p:nvCxnSpPr>
          <p:cNvPr id="304" name="Connecteur droit avec flèche 303"/>
          <p:cNvCxnSpPr>
            <a:stCxn id="314" idx="0"/>
          </p:cNvCxnSpPr>
          <p:nvPr/>
        </p:nvCxnSpPr>
        <p:spPr>
          <a:xfrm flipV="1">
            <a:off x="1761903" y="113471"/>
            <a:ext cx="16156" cy="37255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eur droit avec flèche 304"/>
          <p:cNvCxnSpPr/>
          <p:nvPr/>
        </p:nvCxnSpPr>
        <p:spPr>
          <a:xfrm flipV="1">
            <a:off x="372985" y="3685134"/>
            <a:ext cx="3238663" cy="33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eur droit 305"/>
          <p:cNvCxnSpPr/>
          <p:nvPr/>
        </p:nvCxnSpPr>
        <p:spPr>
          <a:xfrm flipH="1">
            <a:off x="2005847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eur droit 306"/>
          <p:cNvCxnSpPr/>
          <p:nvPr/>
        </p:nvCxnSpPr>
        <p:spPr>
          <a:xfrm flipH="1">
            <a:off x="2248571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/>
          <p:cNvCxnSpPr/>
          <p:nvPr/>
        </p:nvCxnSpPr>
        <p:spPr>
          <a:xfrm flipH="1">
            <a:off x="2475751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eur droit 308"/>
          <p:cNvCxnSpPr/>
          <p:nvPr/>
        </p:nvCxnSpPr>
        <p:spPr>
          <a:xfrm flipH="1">
            <a:off x="2702930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309"/>
          <p:cNvCxnSpPr/>
          <p:nvPr/>
        </p:nvCxnSpPr>
        <p:spPr>
          <a:xfrm flipH="1">
            <a:off x="1529174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eur droit 310"/>
          <p:cNvCxnSpPr/>
          <p:nvPr/>
        </p:nvCxnSpPr>
        <p:spPr>
          <a:xfrm flipH="1">
            <a:off x="1301995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eur droit 311"/>
          <p:cNvCxnSpPr/>
          <p:nvPr/>
        </p:nvCxnSpPr>
        <p:spPr>
          <a:xfrm flipH="1">
            <a:off x="1074815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eur droit 312"/>
          <p:cNvCxnSpPr/>
          <p:nvPr/>
        </p:nvCxnSpPr>
        <p:spPr>
          <a:xfrm flipH="1">
            <a:off x="847636" y="3623051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Rectangle 313"/>
          <p:cNvSpPr/>
          <p:nvPr/>
        </p:nvSpPr>
        <p:spPr>
          <a:xfrm>
            <a:off x="1610346" y="3839006"/>
            <a:ext cx="30311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dirty="0"/>
          </a:p>
        </p:txBody>
      </p:sp>
      <p:sp>
        <p:nvSpPr>
          <p:cNvPr id="315" name="Rectangle 314"/>
          <p:cNvSpPr/>
          <p:nvPr/>
        </p:nvSpPr>
        <p:spPr>
          <a:xfrm>
            <a:off x="1800854" y="3839006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en-US" sz="1400" dirty="0"/>
          </a:p>
        </p:txBody>
      </p:sp>
      <p:sp>
        <p:nvSpPr>
          <p:cNvPr id="316" name="Rectangle 315"/>
          <p:cNvSpPr/>
          <p:nvPr/>
        </p:nvSpPr>
        <p:spPr>
          <a:xfrm>
            <a:off x="2018611" y="3839006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en-US" sz="1400" dirty="0"/>
          </a:p>
        </p:txBody>
      </p:sp>
      <p:sp>
        <p:nvSpPr>
          <p:cNvPr id="317" name="Rectangle 316"/>
          <p:cNvSpPr/>
          <p:nvPr/>
        </p:nvSpPr>
        <p:spPr>
          <a:xfrm>
            <a:off x="2261336" y="3839006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en-US" sz="1400" dirty="0"/>
          </a:p>
        </p:txBody>
      </p:sp>
      <p:sp>
        <p:nvSpPr>
          <p:cNvPr id="318" name="Rectangle 317"/>
          <p:cNvSpPr/>
          <p:nvPr/>
        </p:nvSpPr>
        <p:spPr>
          <a:xfrm>
            <a:off x="2499505" y="3839006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en-US" sz="1400" dirty="0"/>
          </a:p>
        </p:txBody>
      </p:sp>
      <p:sp>
        <p:nvSpPr>
          <p:cNvPr id="319" name="Rectangle 318"/>
          <p:cNvSpPr/>
          <p:nvPr/>
        </p:nvSpPr>
        <p:spPr>
          <a:xfrm>
            <a:off x="1307034" y="3839006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/>
          </a:p>
        </p:txBody>
      </p:sp>
      <p:sp>
        <p:nvSpPr>
          <p:cNvPr id="320" name="Rectangle 319"/>
          <p:cNvSpPr/>
          <p:nvPr/>
        </p:nvSpPr>
        <p:spPr>
          <a:xfrm>
            <a:off x="1079855" y="3839006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/>
          </a:p>
        </p:txBody>
      </p:sp>
      <p:sp>
        <p:nvSpPr>
          <p:cNvPr id="321" name="Rectangle 320"/>
          <p:cNvSpPr/>
          <p:nvPr/>
        </p:nvSpPr>
        <p:spPr>
          <a:xfrm>
            <a:off x="852676" y="3839006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/>
          </a:p>
        </p:txBody>
      </p:sp>
      <p:sp>
        <p:nvSpPr>
          <p:cNvPr id="322" name="Rectangle 321"/>
          <p:cNvSpPr/>
          <p:nvPr/>
        </p:nvSpPr>
        <p:spPr>
          <a:xfrm>
            <a:off x="625497" y="3839006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/>
          </a:p>
        </p:txBody>
      </p:sp>
      <p:sp>
        <p:nvSpPr>
          <p:cNvPr id="323" name="Rectangle 322"/>
          <p:cNvSpPr/>
          <p:nvPr/>
        </p:nvSpPr>
        <p:spPr>
          <a:xfrm>
            <a:off x="3335603" y="3717032"/>
            <a:ext cx="300293" cy="2308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baseline="-25000" dirty="0"/>
          </a:p>
        </p:txBody>
      </p:sp>
      <p:sp>
        <p:nvSpPr>
          <p:cNvPr id="324" name="ZoneTexte 323"/>
          <p:cNvSpPr txBox="1"/>
          <p:nvPr/>
        </p:nvSpPr>
        <p:spPr>
          <a:xfrm>
            <a:off x="2882781" y="1972759"/>
            <a:ext cx="53855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=+5/2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ZoneTexte 324"/>
          <p:cNvSpPr txBox="1"/>
          <p:nvPr/>
        </p:nvSpPr>
        <p:spPr>
          <a:xfrm>
            <a:off x="625497" y="3282221"/>
            <a:ext cx="50933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=-5/2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6" name="Rectangle 325"/>
          <p:cNvSpPr/>
          <p:nvPr/>
        </p:nvSpPr>
        <p:spPr>
          <a:xfrm>
            <a:off x="2693361" y="238199"/>
            <a:ext cx="591710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M=2</a:t>
            </a:r>
            <a:endParaRPr lang="en-US" sz="1400" dirty="0"/>
          </a:p>
        </p:txBody>
      </p:sp>
      <p:sp>
        <p:nvSpPr>
          <p:cNvPr id="327" name="Rectangle 326"/>
          <p:cNvSpPr/>
          <p:nvPr/>
        </p:nvSpPr>
        <p:spPr>
          <a:xfrm>
            <a:off x="3241016" y="2996952"/>
            <a:ext cx="449766" cy="2308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sp>
        <p:nvSpPr>
          <p:cNvPr id="328" name="Line 17"/>
          <p:cNvSpPr>
            <a:spLocks noChangeShapeType="1"/>
          </p:cNvSpPr>
          <p:nvPr/>
        </p:nvSpPr>
        <p:spPr bwMode="auto">
          <a:xfrm>
            <a:off x="2587086" y="2182644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29" name="Line 17"/>
          <p:cNvSpPr>
            <a:spLocks noChangeShapeType="1"/>
          </p:cNvSpPr>
          <p:nvPr/>
        </p:nvSpPr>
        <p:spPr bwMode="auto">
          <a:xfrm>
            <a:off x="1432924" y="2903524"/>
            <a:ext cx="642506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30" name="Line 17"/>
          <p:cNvSpPr>
            <a:spLocks noChangeShapeType="1"/>
          </p:cNvSpPr>
          <p:nvPr/>
        </p:nvSpPr>
        <p:spPr bwMode="auto">
          <a:xfrm>
            <a:off x="1682883" y="3230213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31" name="Line 17"/>
          <p:cNvSpPr>
            <a:spLocks noChangeShapeType="1"/>
          </p:cNvSpPr>
          <p:nvPr/>
        </p:nvSpPr>
        <p:spPr bwMode="auto">
          <a:xfrm>
            <a:off x="771910" y="2182644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2" name="Line 17"/>
          <p:cNvSpPr>
            <a:spLocks noChangeShapeType="1"/>
          </p:cNvSpPr>
          <p:nvPr/>
        </p:nvSpPr>
        <p:spPr bwMode="auto">
          <a:xfrm>
            <a:off x="994576" y="2444535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3" name="Line 17"/>
          <p:cNvSpPr>
            <a:spLocks noChangeShapeType="1"/>
          </p:cNvSpPr>
          <p:nvPr/>
        </p:nvSpPr>
        <p:spPr bwMode="auto">
          <a:xfrm>
            <a:off x="1224011" y="2706428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4" name="Line 17"/>
          <p:cNvSpPr>
            <a:spLocks noChangeShapeType="1"/>
          </p:cNvSpPr>
          <p:nvPr/>
        </p:nvSpPr>
        <p:spPr bwMode="auto">
          <a:xfrm>
            <a:off x="1678369" y="3230213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5" name="Line 17"/>
          <p:cNvSpPr>
            <a:spLocks noChangeShapeType="1"/>
          </p:cNvSpPr>
          <p:nvPr/>
        </p:nvSpPr>
        <p:spPr bwMode="auto">
          <a:xfrm>
            <a:off x="1905548" y="3492105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6" name="ZoneTexte 335"/>
          <p:cNvSpPr txBox="1"/>
          <p:nvPr/>
        </p:nvSpPr>
        <p:spPr>
          <a:xfrm>
            <a:off x="-10769" y="1992075"/>
            <a:ext cx="50933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=-5/2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ZoneTexte 336"/>
          <p:cNvSpPr txBox="1"/>
          <p:nvPr/>
        </p:nvSpPr>
        <p:spPr>
          <a:xfrm>
            <a:off x="2136629" y="3284337"/>
            <a:ext cx="53855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=+5/2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Line 17"/>
          <p:cNvSpPr>
            <a:spLocks noChangeShapeType="1"/>
          </p:cNvSpPr>
          <p:nvPr/>
        </p:nvSpPr>
        <p:spPr bwMode="auto">
          <a:xfrm>
            <a:off x="2373842" y="2444535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39" name="Line 17"/>
          <p:cNvSpPr>
            <a:spLocks noChangeShapeType="1"/>
          </p:cNvSpPr>
          <p:nvPr/>
        </p:nvSpPr>
        <p:spPr bwMode="auto">
          <a:xfrm>
            <a:off x="2146663" y="2706428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40" name="Line 17"/>
          <p:cNvSpPr>
            <a:spLocks noChangeShapeType="1"/>
          </p:cNvSpPr>
          <p:nvPr/>
        </p:nvSpPr>
        <p:spPr bwMode="auto">
          <a:xfrm>
            <a:off x="1783379" y="3230213"/>
            <a:ext cx="100498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41" name="Line 17"/>
          <p:cNvSpPr>
            <a:spLocks noChangeShapeType="1"/>
          </p:cNvSpPr>
          <p:nvPr/>
        </p:nvSpPr>
        <p:spPr bwMode="auto">
          <a:xfrm>
            <a:off x="1465127" y="3492105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42" name="ZoneTexte 341"/>
          <p:cNvSpPr txBox="1"/>
          <p:nvPr/>
        </p:nvSpPr>
        <p:spPr>
          <a:xfrm>
            <a:off x="2117209" y="1582211"/>
            <a:ext cx="281188" cy="251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3" name="ZoneTexte 342"/>
          <p:cNvSpPr txBox="1"/>
          <p:nvPr/>
        </p:nvSpPr>
        <p:spPr>
          <a:xfrm>
            <a:off x="967544" y="1582211"/>
            <a:ext cx="661345" cy="402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Connecteur droit avec flèche 343"/>
          <p:cNvCxnSpPr/>
          <p:nvPr/>
        </p:nvCxnSpPr>
        <p:spPr>
          <a:xfrm>
            <a:off x="1998149" y="993368"/>
            <a:ext cx="319890" cy="1681389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Line 17"/>
          <p:cNvSpPr>
            <a:spLocks noChangeShapeType="1"/>
          </p:cNvSpPr>
          <p:nvPr/>
        </p:nvSpPr>
        <p:spPr bwMode="auto">
          <a:xfrm>
            <a:off x="1444089" y="2902848"/>
            <a:ext cx="657858" cy="677"/>
          </a:xfrm>
          <a:prstGeom prst="line">
            <a:avLst/>
          </a:prstGeom>
          <a:noFill/>
          <a:ln w="28575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6" name="Line 17"/>
          <p:cNvSpPr>
            <a:spLocks noChangeShapeType="1"/>
          </p:cNvSpPr>
          <p:nvPr/>
        </p:nvSpPr>
        <p:spPr bwMode="auto">
          <a:xfrm>
            <a:off x="1433765" y="3033794"/>
            <a:ext cx="642506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47" name="Line 17"/>
          <p:cNvSpPr>
            <a:spLocks noChangeShapeType="1"/>
          </p:cNvSpPr>
          <p:nvPr/>
        </p:nvSpPr>
        <p:spPr bwMode="auto">
          <a:xfrm>
            <a:off x="1444931" y="3033117"/>
            <a:ext cx="657858" cy="677"/>
          </a:xfrm>
          <a:prstGeom prst="line">
            <a:avLst/>
          </a:prstGeom>
          <a:noFill/>
          <a:ln w="28575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" name="Line 17"/>
          <p:cNvSpPr>
            <a:spLocks noChangeShapeType="1"/>
          </p:cNvSpPr>
          <p:nvPr/>
        </p:nvSpPr>
        <p:spPr bwMode="auto">
          <a:xfrm>
            <a:off x="1683888" y="929731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" name="Forme libre 348"/>
          <p:cNvSpPr/>
          <p:nvPr/>
        </p:nvSpPr>
        <p:spPr>
          <a:xfrm>
            <a:off x="1530357" y="681361"/>
            <a:ext cx="466190" cy="259047"/>
          </a:xfrm>
          <a:custGeom>
            <a:avLst/>
            <a:gdLst>
              <a:gd name="connsiteX0" fmla="*/ 0 w 952500"/>
              <a:gd name="connsiteY0" fmla="*/ 361955 h 361955"/>
              <a:gd name="connsiteX1" fmla="*/ 495300 w 952500"/>
              <a:gd name="connsiteY1" fmla="*/ 5 h 361955"/>
              <a:gd name="connsiteX2" fmla="*/ 952500 w 952500"/>
              <a:gd name="connsiteY2" fmla="*/ 352430 h 361955"/>
              <a:gd name="connsiteX3" fmla="*/ 952500 w 952500"/>
              <a:gd name="connsiteY3" fmla="*/ 352430 h 36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361955">
                <a:moveTo>
                  <a:pt x="0" y="361955"/>
                </a:moveTo>
                <a:cubicBezTo>
                  <a:pt x="168275" y="181773"/>
                  <a:pt x="336550" y="1592"/>
                  <a:pt x="495300" y="5"/>
                </a:cubicBezTo>
                <a:cubicBezTo>
                  <a:pt x="654050" y="-1582"/>
                  <a:pt x="952500" y="352430"/>
                  <a:pt x="952500" y="352430"/>
                </a:cubicBezTo>
                <a:lnTo>
                  <a:pt x="952500" y="352430"/>
                </a:lnTo>
              </a:path>
            </a:pathLst>
          </a:custGeom>
          <a:noFill/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0" name="Connecteur droit avec flèche 349"/>
          <p:cNvCxnSpPr>
            <a:endCxn id="333" idx="0"/>
          </p:cNvCxnSpPr>
          <p:nvPr/>
        </p:nvCxnSpPr>
        <p:spPr>
          <a:xfrm flipH="1">
            <a:off x="1224011" y="1002893"/>
            <a:ext cx="324883" cy="1703535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Rectangle 350"/>
          <p:cNvSpPr/>
          <p:nvPr/>
        </p:nvSpPr>
        <p:spPr>
          <a:xfrm>
            <a:off x="3184814" y="608699"/>
            <a:ext cx="843126" cy="369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sp>
        <p:nvSpPr>
          <p:cNvPr id="352" name="Line 17"/>
          <p:cNvSpPr>
            <a:spLocks noChangeShapeType="1"/>
          </p:cNvSpPr>
          <p:nvPr/>
        </p:nvSpPr>
        <p:spPr bwMode="auto">
          <a:xfrm>
            <a:off x="1896885" y="430083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3" name="Line 17"/>
          <p:cNvSpPr>
            <a:spLocks noChangeShapeType="1"/>
          </p:cNvSpPr>
          <p:nvPr/>
        </p:nvSpPr>
        <p:spPr bwMode="auto">
          <a:xfrm>
            <a:off x="1897131" y="1006147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4" name="Line 17"/>
          <p:cNvSpPr>
            <a:spLocks noChangeShapeType="1"/>
          </p:cNvSpPr>
          <p:nvPr/>
        </p:nvSpPr>
        <p:spPr bwMode="auto">
          <a:xfrm>
            <a:off x="1448479" y="430083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5" name="Line 17"/>
          <p:cNvSpPr>
            <a:spLocks noChangeShapeType="1"/>
          </p:cNvSpPr>
          <p:nvPr/>
        </p:nvSpPr>
        <p:spPr bwMode="auto">
          <a:xfrm>
            <a:off x="1464768" y="992314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6" name="Text Box 56"/>
          <p:cNvSpPr txBox="1">
            <a:spLocks noChangeArrowheads="1"/>
          </p:cNvSpPr>
          <p:nvPr/>
        </p:nvSpPr>
        <p:spPr bwMode="auto">
          <a:xfrm>
            <a:off x="-27295" y="663665"/>
            <a:ext cx="1203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/>
            <a:r>
              <a:rPr lang="en-US" b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E </a:t>
            </a:r>
            <a:r>
              <a:rPr lang="en-US" b="1" dirty="0">
                <a:solidFill>
                  <a:srgbClr val="009900"/>
                </a:solidFill>
                <a:latin typeface="Monotype Corsiva" panose="03010101010201010101" pitchFamily="66" charset="0"/>
              </a:rPr>
              <a:t>(</a:t>
            </a:r>
            <a:r>
              <a:rPr lang="en-US" b="1" i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S</a:t>
            </a:r>
            <a:r>
              <a:rPr lang="en-US" b="1" i="1" baseline="-25000" dirty="0">
                <a:solidFill>
                  <a:srgbClr val="009900"/>
                </a:solidFill>
                <a:latin typeface="Monotype Corsiva" panose="03010101010201010101" pitchFamily="66" charset="0"/>
              </a:rPr>
              <a:t>y</a:t>
            </a:r>
            <a:r>
              <a:rPr lang="en-US" b="1" baseline="30000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2</a:t>
            </a:r>
            <a:r>
              <a:rPr lang="en-US" b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 </a:t>
            </a:r>
            <a:r>
              <a:rPr lang="en-US" b="1" dirty="0">
                <a:solidFill>
                  <a:srgbClr val="009900"/>
                </a:solidFill>
                <a:latin typeface="Monotype Corsiva" panose="03010101010201010101" pitchFamily="66" charset="0"/>
              </a:rPr>
              <a:t>- </a:t>
            </a:r>
            <a:r>
              <a:rPr lang="en-US" b="1" i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S</a:t>
            </a:r>
            <a:r>
              <a:rPr lang="en-US" b="1" i="1" baseline="-25000" dirty="0">
                <a:solidFill>
                  <a:srgbClr val="009900"/>
                </a:solidFill>
                <a:latin typeface="Monotype Corsiva" panose="03010101010201010101" pitchFamily="66" charset="0"/>
              </a:rPr>
              <a:t>x</a:t>
            </a:r>
            <a:r>
              <a:rPr lang="en-US" b="1" baseline="30000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2</a:t>
            </a:r>
            <a:r>
              <a:rPr lang="en-US" b="1" dirty="0">
                <a:solidFill>
                  <a:srgbClr val="009900"/>
                </a:solidFill>
                <a:latin typeface="Monotype Corsiva" panose="030101010102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7" name="ZoneTexte 356"/>
              <p:cNvSpPr txBox="1"/>
              <p:nvPr/>
            </p:nvSpPr>
            <p:spPr>
              <a:xfrm>
                <a:off x="2843808" y="2534193"/>
                <a:ext cx="5282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fr-FR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7" name="ZoneTexte 3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2534193"/>
                <a:ext cx="52822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51163" t="-110000" r="-77907" b="-16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ZoneTexte 357"/>
              <p:cNvSpPr txBox="1"/>
              <p:nvPr/>
            </p:nvSpPr>
            <p:spPr>
              <a:xfrm>
                <a:off x="227354" y="2555612"/>
                <a:ext cx="5282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fr-FR" i="1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fr-FR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  <m:t>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dirty="0">
                  <a:solidFill>
                    <a:srgbClr val="0066FF"/>
                  </a:solidFill>
                </a:endParaRPr>
              </a:p>
            </p:txBody>
          </p:sp>
        </mc:Choice>
        <mc:Fallback>
          <p:sp>
            <p:nvSpPr>
              <p:cNvPr id="358" name="ZoneTexte 3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54" y="2555612"/>
                <a:ext cx="52822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9425" t="-108197" r="-77011" b="-1606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9" name="Picture 8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9" b="14868"/>
          <a:stretch/>
        </p:blipFill>
        <p:spPr bwMode="auto">
          <a:xfrm>
            <a:off x="8481318" y="112662"/>
            <a:ext cx="4011562" cy="1965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0" name="Picture 9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" r="5573" b="14868"/>
          <a:stretch/>
        </p:blipFill>
        <p:spPr bwMode="auto">
          <a:xfrm>
            <a:off x="4219688" y="112664"/>
            <a:ext cx="4283386" cy="196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1" name="Picture 1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9" t="6621"/>
          <a:stretch/>
        </p:blipFill>
        <p:spPr bwMode="auto">
          <a:xfrm>
            <a:off x="8503074" y="2062450"/>
            <a:ext cx="3989806" cy="215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2" name="ZoneTexte 361"/>
          <p:cNvSpPr txBox="1"/>
          <p:nvPr/>
        </p:nvSpPr>
        <p:spPr>
          <a:xfrm>
            <a:off x="4788024" y="260648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ZoneTexte 362"/>
          <p:cNvSpPr txBox="1"/>
          <p:nvPr/>
        </p:nvSpPr>
        <p:spPr>
          <a:xfrm>
            <a:off x="8532440" y="26064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4" name="ZoneTexte 363"/>
          <p:cNvSpPr txBox="1"/>
          <p:nvPr/>
        </p:nvSpPr>
        <p:spPr>
          <a:xfrm>
            <a:off x="4788024" y="476672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B=0T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5" name="ZoneTexte 364"/>
          <p:cNvSpPr txBox="1"/>
          <p:nvPr/>
        </p:nvSpPr>
        <p:spPr>
          <a:xfrm>
            <a:off x="4788024" y="2060848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B=0.42T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6" name="ZoneTexte 365"/>
          <p:cNvSpPr txBox="1"/>
          <p:nvPr/>
        </p:nvSpPr>
        <p:spPr>
          <a:xfrm>
            <a:off x="4046022" y="1166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804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63</Words>
  <Application>Microsoft Office PowerPoint</Application>
  <PresentationFormat>Personnalisé</PresentationFormat>
  <Paragraphs>31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11</cp:revision>
  <dcterms:created xsi:type="dcterms:W3CDTF">2017-07-11T12:17:16Z</dcterms:created>
  <dcterms:modified xsi:type="dcterms:W3CDTF">2017-07-11T14:14:37Z</dcterms:modified>
</cp:coreProperties>
</file>