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3" r:id="rId2"/>
  </p:sldIdLst>
  <p:sldSz cx="6858000" cy="7921625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829" autoAdjust="0"/>
  </p:normalViewPr>
  <p:slideViewPr>
    <p:cSldViewPr>
      <p:cViewPr>
        <p:scale>
          <a:sx n="110" d="100"/>
          <a:sy n="110" d="100"/>
        </p:scale>
        <p:origin x="-1218" y="-96"/>
      </p:cViewPr>
      <p:guideLst>
        <p:guide orient="horz" pos="2496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5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296" y="5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r">
              <a:defRPr sz="1200"/>
            </a:lvl1pPr>
          </a:lstStyle>
          <a:p>
            <a:fld id="{A732596A-CC33-44AB-A517-CD91BCF05E15}" type="datetimeFigureOut">
              <a:rPr lang="en-US" smtClean="0"/>
              <a:t>7/12/2017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787525" y="744538"/>
            <a:ext cx="32226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182" tIns="44091" rIns="88182" bIns="44091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467" y="4714653"/>
            <a:ext cx="5438748" cy="4466756"/>
          </a:xfrm>
          <a:prstGeom prst="rect">
            <a:avLst/>
          </a:prstGeom>
        </p:spPr>
        <p:txBody>
          <a:bodyPr vert="horz" lIns="88182" tIns="44091" rIns="88182" bIns="44091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2" y="9429310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296" y="9429310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r">
              <a:defRPr sz="1200"/>
            </a:lvl1pPr>
          </a:lstStyle>
          <a:p>
            <a:fld id="{062323BE-C712-422A-9927-239FDB89279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101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460840"/>
            <a:ext cx="5829300" cy="1698014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4488921"/>
            <a:ext cx="4800600" cy="202441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7/12/2017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07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7/12/2017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03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090378"/>
            <a:ext cx="5829300" cy="157332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357524"/>
            <a:ext cx="5829300" cy="1732854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7/12/2017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022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42900" y="1848381"/>
            <a:ext cx="3028950" cy="522790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86150" y="1848381"/>
            <a:ext cx="3028950" cy="522790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7/12/2017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63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1773198"/>
            <a:ext cx="3030141" cy="73898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512183"/>
            <a:ext cx="3030141" cy="45641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72" y="1773198"/>
            <a:ext cx="3031331" cy="73898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72" y="2512183"/>
            <a:ext cx="3031331" cy="45641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7/12/2017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172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7/12/2017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100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7/12/2017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055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3" y="315399"/>
            <a:ext cx="2256235" cy="134227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90" y="315399"/>
            <a:ext cx="3833813" cy="67608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3" y="1657675"/>
            <a:ext cx="2256235" cy="54186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7/12/2017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48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5545139"/>
            <a:ext cx="4114800" cy="65463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707811"/>
            <a:ext cx="4114800" cy="47529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6199773"/>
            <a:ext cx="4114800" cy="9296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7/12/2017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604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7/12/2017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5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972050" y="317235"/>
            <a:ext cx="1543050" cy="6759053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42900" y="317235"/>
            <a:ext cx="4514850" cy="6759053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7/12/2017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030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17233"/>
            <a:ext cx="6172200" cy="13202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1848381"/>
            <a:ext cx="6172200" cy="52279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7342175"/>
            <a:ext cx="1600200" cy="4217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2CF840-51FB-49D9-ADDC-0C52DA34DC77}" type="datetimeFigureOut">
              <a:rPr lang="en-US" smtClean="0"/>
              <a:t>7/12/2017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7342175"/>
            <a:ext cx="2171700" cy="4217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7342175"/>
            <a:ext cx="1600200" cy="4217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99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image" Target="../media/image8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image" Target="../media/image6.png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png"/><Relationship Id="rId4" Type="http://schemas.openxmlformats.org/officeDocument/2006/relationships/image" Target="../media/image1.wmf"/><Relationship Id="rId9" Type="http://schemas.openxmlformats.org/officeDocument/2006/relationships/image" Target="../media/image4.png"/><Relationship Id="rId1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Obje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0348261"/>
              </p:ext>
            </p:extLst>
          </p:nvPr>
        </p:nvGraphicFramePr>
        <p:xfrm>
          <a:off x="5424835" y="-31055"/>
          <a:ext cx="452437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" name="Équation" r:id="rId3" imgW="406080" imgH="253800" progId="Equation.3">
                  <p:embed/>
                </p:oleObj>
              </mc:Choice>
              <mc:Fallback>
                <p:oleObj name="Équation" r:id="rId3" imgW="4060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4835" y="-31055"/>
                        <a:ext cx="452437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5012331"/>
              </p:ext>
            </p:extLst>
          </p:nvPr>
        </p:nvGraphicFramePr>
        <p:xfrm>
          <a:off x="3268833" y="-36512"/>
          <a:ext cx="452437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" name="Équation" r:id="rId5" imgW="406080" imgH="253800" progId="Equation.3">
                  <p:embed/>
                </p:oleObj>
              </mc:Choice>
              <mc:Fallback>
                <p:oleObj name="Équation" r:id="rId5" imgW="4060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8833" y="-36512"/>
                        <a:ext cx="452437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5136759"/>
              </p:ext>
            </p:extLst>
          </p:nvPr>
        </p:nvGraphicFramePr>
        <p:xfrm>
          <a:off x="1126935" y="-31055"/>
          <a:ext cx="438150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" name="Équation" r:id="rId7" imgW="393480" imgH="253800" progId="Equation.3">
                  <p:embed/>
                </p:oleObj>
              </mc:Choice>
              <mc:Fallback>
                <p:oleObj name="Équation" r:id="rId7" imgW="3934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6935" y="-31055"/>
                        <a:ext cx="438150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" name="Picture 183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27" t="3174" r="8351" b="1535"/>
          <a:stretch/>
        </p:blipFill>
        <p:spPr bwMode="auto">
          <a:xfrm>
            <a:off x="2467926" y="189782"/>
            <a:ext cx="2185210" cy="4022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Picture 187"/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81" t="3006" r="6987" b="2275"/>
          <a:stretch/>
        </p:blipFill>
        <p:spPr bwMode="auto">
          <a:xfrm>
            <a:off x="4653136" y="189782"/>
            <a:ext cx="2208362" cy="3985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" name="Picture 188"/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8" t="2346" r="8409" b="1282"/>
          <a:stretch/>
        </p:blipFill>
        <p:spPr bwMode="auto">
          <a:xfrm>
            <a:off x="44624" y="162328"/>
            <a:ext cx="2432650" cy="4049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" name="ZoneTexte 40"/>
          <p:cNvSpPr txBox="1"/>
          <p:nvPr/>
        </p:nvSpPr>
        <p:spPr>
          <a:xfrm>
            <a:off x="-27384" y="27665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2" name="Picture 177"/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4" t="1982" r="7790" b="2130"/>
          <a:stretch/>
        </p:blipFill>
        <p:spPr bwMode="auto">
          <a:xfrm>
            <a:off x="211933" y="3800902"/>
            <a:ext cx="2273967" cy="4011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" name="Picture 178"/>
          <p:cNvPicPr>
            <a:picLocks noChangeAspect="1" noChangeArrowheads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43" t="1990" r="7700" b="1556"/>
          <a:stretch/>
        </p:blipFill>
        <p:spPr bwMode="auto">
          <a:xfrm>
            <a:off x="2598115" y="3809526"/>
            <a:ext cx="2063647" cy="4066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" name="Picture 179"/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02" t="1889" r="9233" b="1907"/>
          <a:stretch/>
        </p:blipFill>
        <p:spPr bwMode="auto">
          <a:xfrm>
            <a:off x="4725783" y="3809527"/>
            <a:ext cx="2087593" cy="4066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ZoneTexte 44"/>
          <p:cNvSpPr txBox="1"/>
          <p:nvPr/>
        </p:nvSpPr>
        <p:spPr>
          <a:xfrm>
            <a:off x="-27384" y="392392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196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5025</TotalTime>
  <Words>6</Words>
  <Application>Microsoft Office PowerPoint</Application>
  <PresentationFormat>Personnalisé</PresentationFormat>
  <Paragraphs>2</Paragraphs>
  <Slides>1</Slides>
  <Notes>0</Notes>
  <HiddenSlides>0</HiddenSlides>
  <MMClips>0</MMClips>
  <ScaleCrop>false</ScaleCrop>
  <HeadingPairs>
    <vt:vector size="6" baseType="variant"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3" baseType="lpstr">
      <vt:lpstr>Thème Office</vt:lpstr>
      <vt:lpstr>Équation</vt:lpstr>
      <vt:lpstr>Présentation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lucien.besombes</dc:creator>
  <cp:lastModifiedBy>Alban Lafuente</cp:lastModifiedBy>
  <cp:revision>313</cp:revision>
  <cp:lastPrinted>2015-05-29T11:24:12Z</cp:lastPrinted>
  <dcterms:created xsi:type="dcterms:W3CDTF">2013-09-27T09:14:25Z</dcterms:created>
  <dcterms:modified xsi:type="dcterms:W3CDTF">2017-07-12T15:02:37Z</dcterms:modified>
</cp:coreProperties>
</file>