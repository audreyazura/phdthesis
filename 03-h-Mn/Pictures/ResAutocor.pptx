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848600" cy="3960813"/>
  <p:notesSz cx="6858000" cy="9144000"/>
  <p:defaultTextStyle>
    <a:defPPr>
      <a:defRPr lang="fr-FR"/>
    </a:defPPr>
    <a:lvl1pPr marL="0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98277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596555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894832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193109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491386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789664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087941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386218" algn="l" defTabSz="5965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41" d="100"/>
          <a:sy n="141" d="100"/>
        </p:scale>
        <p:origin x="-72" y="-168"/>
      </p:cViewPr>
      <p:guideLst>
        <p:guide orient="horz" pos="1248"/>
        <p:guide pos="247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8645" y="1230419"/>
            <a:ext cx="6671311" cy="84900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77291" y="2244461"/>
            <a:ext cx="5494020" cy="101220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982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96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948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1931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491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789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0879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386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4509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5277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9985" y="2545193"/>
            <a:ext cx="6671311" cy="786661"/>
          </a:xfrm>
        </p:spPr>
        <p:txBody>
          <a:bodyPr anchor="t"/>
          <a:lstStyle>
            <a:lvl1pPr algn="l">
              <a:defRPr sz="26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19985" y="1678762"/>
            <a:ext cx="6671311" cy="866428"/>
          </a:xfrm>
        </p:spPr>
        <p:txBody>
          <a:bodyPr anchor="b"/>
          <a:lstStyle>
            <a:lvl1pPr marL="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1pPr>
            <a:lvl2pPr marL="29827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596555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3pPr>
            <a:lvl4pPr marL="894832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193109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491386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789664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2087941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386218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02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92432" y="924193"/>
            <a:ext cx="3466464" cy="2613953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989708" y="924193"/>
            <a:ext cx="3466464" cy="2613953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0763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92432" y="886599"/>
            <a:ext cx="3467828" cy="369492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298277" indent="0">
              <a:buNone/>
              <a:defRPr sz="1300" b="1"/>
            </a:lvl2pPr>
            <a:lvl3pPr marL="596555" indent="0">
              <a:buNone/>
              <a:defRPr sz="1200" b="1"/>
            </a:lvl3pPr>
            <a:lvl4pPr marL="894832" indent="0">
              <a:buNone/>
              <a:defRPr sz="1000" b="1"/>
            </a:lvl4pPr>
            <a:lvl5pPr marL="1193109" indent="0">
              <a:buNone/>
              <a:defRPr sz="1000" b="1"/>
            </a:lvl5pPr>
            <a:lvl6pPr marL="1491386" indent="0">
              <a:buNone/>
              <a:defRPr sz="1000" b="1"/>
            </a:lvl6pPr>
            <a:lvl7pPr marL="1789664" indent="0">
              <a:buNone/>
              <a:defRPr sz="1000" b="1"/>
            </a:lvl7pPr>
            <a:lvl8pPr marL="2087941" indent="0">
              <a:buNone/>
              <a:defRPr sz="1000" b="1"/>
            </a:lvl8pPr>
            <a:lvl9pPr marL="2386218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92432" y="1256091"/>
            <a:ext cx="3467828" cy="2282052"/>
          </a:xfrm>
        </p:spPr>
        <p:txBody>
          <a:bodyPr/>
          <a:lstStyle>
            <a:lvl1pPr>
              <a:defRPr sz="1600"/>
            </a:lvl1pPr>
            <a:lvl2pPr>
              <a:defRPr sz="13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986980" y="886599"/>
            <a:ext cx="3469190" cy="369492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298277" indent="0">
              <a:buNone/>
              <a:defRPr sz="1300" b="1"/>
            </a:lvl2pPr>
            <a:lvl3pPr marL="596555" indent="0">
              <a:buNone/>
              <a:defRPr sz="1200" b="1"/>
            </a:lvl3pPr>
            <a:lvl4pPr marL="894832" indent="0">
              <a:buNone/>
              <a:defRPr sz="1000" b="1"/>
            </a:lvl4pPr>
            <a:lvl5pPr marL="1193109" indent="0">
              <a:buNone/>
              <a:defRPr sz="1000" b="1"/>
            </a:lvl5pPr>
            <a:lvl6pPr marL="1491386" indent="0">
              <a:buNone/>
              <a:defRPr sz="1000" b="1"/>
            </a:lvl6pPr>
            <a:lvl7pPr marL="1789664" indent="0">
              <a:buNone/>
              <a:defRPr sz="1000" b="1"/>
            </a:lvl7pPr>
            <a:lvl8pPr marL="2087941" indent="0">
              <a:buNone/>
              <a:defRPr sz="1000" b="1"/>
            </a:lvl8pPr>
            <a:lvl9pPr marL="2386218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986980" y="1256091"/>
            <a:ext cx="3469190" cy="2282052"/>
          </a:xfrm>
        </p:spPr>
        <p:txBody>
          <a:bodyPr/>
          <a:lstStyle>
            <a:lvl1pPr>
              <a:defRPr sz="1600"/>
            </a:lvl1pPr>
            <a:lvl2pPr>
              <a:defRPr sz="13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6068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342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4399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92431" y="157699"/>
            <a:ext cx="2582136" cy="671138"/>
          </a:xfrm>
        </p:spPr>
        <p:txBody>
          <a:bodyPr anchor="b"/>
          <a:lstStyle>
            <a:lvl1pPr algn="l">
              <a:defRPr sz="1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068584" y="157699"/>
            <a:ext cx="4387585" cy="3380444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92431" y="828837"/>
            <a:ext cx="2582136" cy="2709306"/>
          </a:xfrm>
        </p:spPr>
        <p:txBody>
          <a:bodyPr/>
          <a:lstStyle>
            <a:lvl1pPr marL="0" indent="0">
              <a:buNone/>
              <a:defRPr sz="900"/>
            </a:lvl1pPr>
            <a:lvl2pPr marL="298277" indent="0">
              <a:buNone/>
              <a:defRPr sz="800"/>
            </a:lvl2pPr>
            <a:lvl3pPr marL="596555" indent="0">
              <a:buNone/>
              <a:defRPr sz="700"/>
            </a:lvl3pPr>
            <a:lvl4pPr marL="894832" indent="0">
              <a:buNone/>
              <a:defRPr sz="600"/>
            </a:lvl4pPr>
            <a:lvl5pPr marL="1193109" indent="0">
              <a:buNone/>
              <a:defRPr sz="600"/>
            </a:lvl5pPr>
            <a:lvl6pPr marL="1491386" indent="0">
              <a:buNone/>
              <a:defRPr sz="600"/>
            </a:lvl6pPr>
            <a:lvl7pPr marL="1789664" indent="0">
              <a:buNone/>
              <a:defRPr sz="600"/>
            </a:lvl7pPr>
            <a:lvl8pPr marL="2087941" indent="0">
              <a:buNone/>
              <a:defRPr sz="600"/>
            </a:lvl8pPr>
            <a:lvl9pPr marL="2386218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4865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538382" y="2772572"/>
            <a:ext cx="4709160" cy="327317"/>
          </a:xfrm>
        </p:spPr>
        <p:txBody>
          <a:bodyPr anchor="b"/>
          <a:lstStyle>
            <a:lvl1pPr algn="l">
              <a:defRPr sz="1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538382" y="353906"/>
            <a:ext cx="4709160" cy="2376488"/>
          </a:xfrm>
        </p:spPr>
        <p:txBody>
          <a:bodyPr/>
          <a:lstStyle>
            <a:lvl1pPr marL="0" indent="0">
              <a:buNone/>
              <a:defRPr sz="2100"/>
            </a:lvl1pPr>
            <a:lvl2pPr marL="298277" indent="0">
              <a:buNone/>
              <a:defRPr sz="1800"/>
            </a:lvl2pPr>
            <a:lvl3pPr marL="596555" indent="0">
              <a:buNone/>
              <a:defRPr sz="1600"/>
            </a:lvl3pPr>
            <a:lvl4pPr marL="894832" indent="0">
              <a:buNone/>
              <a:defRPr sz="1300"/>
            </a:lvl4pPr>
            <a:lvl5pPr marL="1193109" indent="0">
              <a:buNone/>
              <a:defRPr sz="1300"/>
            </a:lvl5pPr>
            <a:lvl6pPr marL="1491386" indent="0">
              <a:buNone/>
              <a:defRPr sz="1300"/>
            </a:lvl6pPr>
            <a:lvl7pPr marL="1789664" indent="0">
              <a:buNone/>
              <a:defRPr sz="1300"/>
            </a:lvl7pPr>
            <a:lvl8pPr marL="2087941" indent="0">
              <a:buNone/>
              <a:defRPr sz="1300"/>
            </a:lvl8pPr>
            <a:lvl9pPr marL="2386218" indent="0">
              <a:buNone/>
              <a:defRPr sz="13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538382" y="3099890"/>
            <a:ext cx="4709160" cy="464845"/>
          </a:xfrm>
        </p:spPr>
        <p:txBody>
          <a:bodyPr/>
          <a:lstStyle>
            <a:lvl1pPr marL="0" indent="0">
              <a:buNone/>
              <a:defRPr sz="900"/>
            </a:lvl1pPr>
            <a:lvl2pPr marL="298277" indent="0">
              <a:buNone/>
              <a:defRPr sz="800"/>
            </a:lvl2pPr>
            <a:lvl3pPr marL="596555" indent="0">
              <a:buNone/>
              <a:defRPr sz="700"/>
            </a:lvl3pPr>
            <a:lvl4pPr marL="894832" indent="0">
              <a:buNone/>
              <a:defRPr sz="600"/>
            </a:lvl4pPr>
            <a:lvl5pPr marL="1193109" indent="0">
              <a:buNone/>
              <a:defRPr sz="600"/>
            </a:lvl5pPr>
            <a:lvl6pPr marL="1491386" indent="0">
              <a:buNone/>
              <a:defRPr sz="600"/>
            </a:lvl6pPr>
            <a:lvl7pPr marL="1789664" indent="0">
              <a:buNone/>
              <a:defRPr sz="600"/>
            </a:lvl7pPr>
            <a:lvl8pPr marL="2087941" indent="0">
              <a:buNone/>
              <a:defRPr sz="600"/>
            </a:lvl8pPr>
            <a:lvl9pPr marL="2386218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424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1393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5690237" y="158619"/>
            <a:ext cx="1765934" cy="337952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92432" y="158619"/>
            <a:ext cx="5166994" cy="337952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0263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92432" y="158616"/>
            <a:ext cx="7063740" cy="660136"/>
          </a:xfrm>
          <a:prstGeom prst="rect">
            <a:avLst/>
          </a:prstGeom>
        </p:spPr>
        <p:txBody>
          <a:bodyPr vert="horz" lIns="59655" tIns="29828" rIns="59655" bIns="29828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92432" y="924193"/>
            <a:ext cx="7063740" cy="2613953"/>
          </a:xfrm>
          <a:prstGeom prst="rect">
            <a:avLst/>
          </a:prstGeom>
        </p:spPr>
        <p:txBody>
          <a:bodyPr vert="horz" lIns="59655" tIns="29828" rIns="59655" bIns="29828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92432" y="3671090"/>
            <a:ext cx="1831340" cy="210877"/>
          </a:xfrm>
          <a:prstGeom prst="rect">
            <a:avLst/>
          </a:prstGeom>
        </p:spPr>
        <p:txBody>
          <a:bodyPr vert="horz" lIns="59655" tIns="29828" rIns="59655" bIns="29828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F154B-2AAC-4042-BE4F-B0B49B1AD11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681607" y="3671090"/>
            <a:ext cx="2485389" cy="210877"/>
          </a:xfrm>
          <a:prstGeom prst="rect">
            <a:avLst/>
          </a:prstGeom>
        </p:spPr>
        <p:txBody>
          <a:bodyPr vert="horz" lIns="59655" tIns="29828" rIns="59655" bIns="29828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624831" y="3671090"/>
            <a:ext cx="1831340" cy="210877"/>
          </a:xfrm>
          <a:prstGeom prst="rect">
            <a:avLst/>
          </a:prstGeom>
        </p:spPr>
        <p:txBody>
          <a:bodyPr vert="horz" lIns="59655" tIns="29828" rIns="59655" bIns="29828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9B297-2418-4185-809C-F7274101F4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8913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96555" rtl="0" eaLnBrk="1" latinLnBrk="0" hangingPunct="1">
        <a:spcBef>
          <a:spcPct val="0"/>
        </a:spcBef>
        <a:buNone/>
        <a:defRPr sz="2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3708" indent="-223708" algn="l" defTabSz="596555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84701" indent="-186423" algn="l" defTabSz="596555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45693" indent="-149139" algn="l" defTabSz="596555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43970" indent="-149139" algn="l" defTabSz="596555" rtl="0" eaLnBrk="1" latinLnBrk="0" hangingPunct="1">
        <a:spcBef>
          <a:spcPct val="20000"/>
        </a:spcBef>
        <a:buFont typeface="Arial" panose="020B0604020202020204" pitchFamily="34" charset="0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342248" indent="-149139" algn="l" defTabSz="596555" rtl="0" eaLnBrk="1" latinLnBrk="0" hangingPunct="1">
        <a:spcBef>
          <a:spcPct val="20000"/>
        </a:spcBef>
        <a:buFont typeface="Arial" panose="020B0604020202020204" pitchFamily="34" charset="0"/>
        <a:buChar char="»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640525" indent="-149139" algn="l" defTabSz="596555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938802" indent="-149139" algn="l" defTabSz="596555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2237080" indent="-149139" algn="l" defTabSz="596555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2535357" indent="-149139" algn="l" defTabSz="596555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98277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96555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4832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93109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91386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89664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087941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386218" algn="l" defTabSz="59655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016" y="-99393"/>
            <a:ext cx="3355975" cy="4154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58"/>
          <a:stretch/>
        </p:blipFill>
        <p:spPr bwMode="auto">
          <a:xfrm>
            <a:off x="2267744" y="-99392"/>
            <a:ext cx="3051969" cy="4154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" name="Picture 6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06"/>
          <a:stretch/>
        </p:blipFill>
        <p:spPr bwMode="auto">
          <a:xfrm>
            <a:off x="-180000" y="-100800"/>
            <a:ext cx="3047025" cy="4154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ZoneTexte 32"/>
          <p:cNvSpPr txBox="1"/>
          <p:nvPr/>
        </p:nvSpPr>
        <p:spPr>
          <a:xfrm>
            <a:off x="395536" y="44624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ZoneTexte 33"/>
          <p:cNvSpPr txBox="1"/>
          <p:nvPr/>
        </p:nvSpPr>
        <p:spPr>
          <a:xfrm>
            <a:off x="2843808" y="4462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ZoneTexte 34"/>
          <p:cNvSpPr txBox="1"/>
          <p:nvPr/>
        </p:nvSpPr>
        <p:spPr>
          <a:xfrm>
            <a:off x="5292080" y="44624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15489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</cp:revision>
  <dcterms:created xsi:type="dcterms:W3CDTF">2017-07-11T17:27:44Z</dcterms:created>
  <dcterms:modified xsi:type="dcterms:W3CDTF">2017-07-11T17:35:28Z</dcterms:modified>
</cp:coreProperties>
</file>