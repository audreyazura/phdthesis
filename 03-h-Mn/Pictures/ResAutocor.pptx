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848600" cy="3960813"/>
  <p:notesSz cx="6858000" cy="9144000"/>
  <p:defaultTextStyle>
    <a:defPPr>
      <a:defRPr lang="fr-FR"/>
    </a:defPPr>
    <a:lvl1pPr marL="0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98277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96555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94832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193109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91386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789664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087941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386218" algn="l" defTabSz="5965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-102" y="-180"/>
      </p:cViewPr>
      <p:guideLst>
        <p:guide orient="horz" pos="1248"/>
        <p:guide pos="24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8645" y="1230419"/>
            <a:ext cx="6671311" cy="84900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77291" y="2244461"/>
            <a:ext cx="5494020" cy="101220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8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96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948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93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91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89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87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86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50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27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9985" y="2545193"/>
            <a:ext cx="6671311" cy="786661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19985" y="1678762"/>
            <a:ext cx="6671311" cy="866428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2982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9655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9483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931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9138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78966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0879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38621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02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92432" y="924193"/>
            <a:ext cx="3466464" cy="261395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89708" y="924193"/>
            <a:ext cx="3466464" cy="261395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76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432" y="886599"/>
            <a:ext cx="3467828" cy="36949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98277" indent="0">
              <a:buNone/>
              <a:defRPr sz="1300" b="1"/>
            </a:lvl2pPr>
            <a:lvl3pPr marL="596555" indent="0">
              <a:buNone/>
              <a:defRPr sz="1200" b="1"/>
            </a:lvl3pPr>
            <a:lvl4pPr marL="894832" indent="0">
              <a:buNone/>
              <a:defRPr sz="1000" b="1"/>
            </a:lvl4pPr>
            <a:lvl5pPr marL="1193109" indent="0">
              <a:buNone/>
              <a:defRPr sz="1000" b="1"/>
            </a:lvl5pPr>
            <a:lvl6pPr marL="1491386" indent="0">
              <a:buNone/>
              <a:defRPr sz="1000" b="1"/>
            </a:lvl6pPr>
            <a:lvl7pPr marL="1789664" indent="0">
              <a:buNone/>
              <a:defRPr sz="1000" b="1"/>
            </a:lvl7pPr>
            <a:lvl8pPr marL="2087941" indent="0">
              <a:buNone/>
              <a:defRPr sz="1000" b="1"/>
            </a:lvl8pPr>
            <a:lvl9pPr marL="2386218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2432" y="1256091"/>
            <a:ext cx="3467828" cy="228205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986980" y="886599"/>
            <a:ext cx="3469190" cy="36949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98277" indent="0">
              <a:buNone/>
              <a:defRPr sz="1300" b="1"/>
            </a:lvl2pPr>
            <a:lvl3pPr marL="596555" indent="0">
              <a:buNone/>
              <a:defRPr sz="1200" b="1"/>
            </a:lvl3pPr>
            <a:lvl4pPr marL="894832" indent="0">
              <a:buNone/>
              <a:defRPr sz="1000" b="1"/>
            </a:lvl4pPr>
            <a:lvl5pPr marL="1193109" indent="0">
              <a:buNone/>
              <a:defRPr sz="1000" b="1"/>
            </a:lvl5pPr>
            <a:lvl6pPr marL="1491386" indent="0">
              <a:buNone/>
              <a:defRPr sz="1000" b="1"/>
            </a:lvl6pPr>
            <a:lvl7pPr marL="1789664" indent="0">
              <a:buNone/>
              <a:defRPr sz="1000" b="1"/>
            </a:lvl7pPr>
            <a:lvl8pPr marL="2087941" indent="0">
              <a:buNone/>
              <a:defRPr sz="1000" b="1"/>
            </a:lvl8pPr>
            <a:lvl9pPr marL="2386218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986980" y="1256091"/>
            <a:ext cx="3469190" cy="228205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06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34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39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2431" y="157699"/>
            <a:ext cx="2582136" cy="671138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68584" y="157699"/>
            <a:ext cx="4387585" cy="338044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92431" y="828837"/>
            <a:ext cx="2582136" cy="2709306"/>
          </a:xfrm>
        </p:spPr>
        <p:txBody>
          <a:bodyPr/>
          <a:lstStyle>
            <a:lvl1pPr marL="0" indent="0">
              <a:buNone/>
              <a:defRPr sz="900"/>
            </a:lvl1pPr>
            <a:lvl2pPr marL="298277" indent="0">
              <a:buNone/>
              <a:defRPr sz="800"/>
            </a:lvl2pPr>
            <a:lvl3pPr marL="596555" indent="0">
              <a:buNone/>
              <a:defRPr sz="700"/>
            </a:lvl3pPr>
            <a:lvl4pPr marL="894832" indent="0">
              <a:buNone/>
              <a:defRPr sz="600"/>
            </a:lvl4pPr>
            <a:lvl5pPr marL="1193109" indent="0">
              <a:buNone/>
              <a:defRPr sz="600"/>
            </a:lvl5pPr>
            <a:lvl6pPr marL="1491386" indent="0">
              <a:buNone/>
              <a:defRPr sz="600"/>
            </a:lvl6pPr>
            <a:lvl7pPr marL="1789664" indent="0">
              <a:buNone/>
              <a:defRPr sz="600"/>
            </a:lvl7pPr>
            <a:lvl8pPr marL="2087941" indent="0">
              <a:buNone/>
              <a:defRPr sz="600"/>
            </a:lvl8pPr>
            <a:lvl9pPr marL="2386218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86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38382" y="2772572"/>
            <a:ext cx="4709160" cy="327317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38382" y="353906"/>
            <a:ext cx="4709160" cy="2376488"/>
          </a:xfrm>
        </p:spPr>
        <p:txBody>
          <a:bodyPr/>
          <a:lstStyle>
            <a:lvl1pPr marL="0" indent="0">
              <a:buNone/>
              <a:defRPr sz="2100"/>
            </a:lvl1pPr>
            <a:lvl2pPr marL="298277" indent="0">
              <a:buNone/>
              <a:defRPr sz="1800"/>
            </a:lvl2pPr>
            <a:lvl3pPr marL="596555" indent="0">
              <a:buNone/>
              <a:defRPr sz="1600"/>
            </a:lvl3pPr>
            <a:lvl4pPr marL="894832" indent="0">
              <a:buNone/>
              <a:defRPr sz="1300"/>
            </a:lvl4pPr>
            <a:lvl5pPr marL="1193109" indent="0">
              <a:buNone/>
              <a:defRPr sz="1300"/>
            </a:lvl5pPr>
            <a:lvl6pPr marL="1491386" indent="0">
              <a:buNone/>
              <a:defRPr sz="1300"/>
            </a:lvl6pPr>
            <a:lvl7pPr marL="1789664" indent="0">
              <a:buNone/>
              <a:defRPr sz="1300"/>
            </a:lvl7pPr>
            <a:lvl8pPr marL="2087941" indent="0">
              <a:buNone/>
              <a:defRPr sz="1300"/>
            </a:lvl8pPr>
            <a:lvl9pPr marL="2386218" indent="0">
              <a:buNone/>
              <a:defRPr sz="1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38382" y="3099890"/>
            <a:ext cx="4709160" cy="464845"/>
          </a:xfrm>
        </p:spPr>
        <p:txBody>
          <a:bodyPr/>
          <a:lstStyle>
            <a:lvl1pPr marL="0" indent="0">
              <a:buNone/>
              <a:defRPr sz="900"/>
            </a:lvl1pPr>
            <a:lvl2pPr marL="298277" indent="0">
              <a:buNone/>
              <a:defRPr sz="800"/>
            </a:lvl2pPr>
            <a:lvl3pPr marL="596555" indent="0">
              <a:buNone/>
              <a:defRPr sz="700"/>
            </a:lvl3pPr>
            <a:lvl4pPr marL="894832" indent="0">
              <a:buNone/>
              <a:defRPr sz="600"/>
            </a:lvl4pPr>
            <a:lvl5pPr marL="1193109" indent="0">
              <a:buNone/>
              <a:defRPr sz="600"/>
            </a:lvl5pPr>
            <a:lvl6pPr marL="1491386" indent="0">
              <a:buNone/>
              <a:defRPr sz="600"/>
            </a:lvl6pPr>
            <a:lvl7pPr marL="1789664" indent="0">
              <a:buNone/>
              <a:defRPr sz="600"/>
            </a:lvl7pPr>
            <a:lvl8pPr marL="2087941" indent="0">
              <a:buNone/>
              <a:defRPr sz="600"/>
            </a:lvl8pPr>
            <a:lvl9pPr marL="2386218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42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39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690237" y="158619"/>
            <a:ext cx="1765934" cy="337952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2432" y="158619"/>
            <a:ext cx="5166994" cy="337952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26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2432" y="158616"/>
            <a:ext cx="7063740" cy="660136"/>
          </a:xfrm>
          <a:prstGeom prst="rect">
            <a:avLst/>
          </a:prstGeom>
        </p:spPr>
        <p:txBody>
          <a:bodyPr vert="horz" lIns="59655" tIns="29828" rIns="59655" bIns="2982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432" y="924193"/>
            <a:ext cx="7063740" cy="2613953"/>
          </a:xfrm>
          <a:prstGeom prst="rect">
            <a:avLst/>
          </a:prstGeom>
        </p:spPr>
        <p:txBody>
          <a:bodyPr vert="horz" lIns="59655" tIns="29828" rIns="59655" bIns="2982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92432" y="3671090"/>
            <a:ext cx="1831340" cy="210877"/>
          </a:xfrm>
          <a:prstGeom prst="rect">
            <a:avLst/>
          </a:prstGeom>
        </p:spPr>
        <p:txBody>
          <a:bodyPr vert="horz" lIns="59655" tIns="29828" rIns="59655" bIns="29828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F154B-2AAC-4042-BE4F-B0B49B1AD11C}" type="datetimeFigureOut">
              <a:rPr lang="fr-FR" smtClean="0"/>
              <a:t>16/10/2017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681607" y="3671090"/>
            <a:ext cx="2485389" cy="210877"/>
          </a:xfrm>
          <a:prstGeom prst="rect">
            <a:avLst/>
          </a:prstGeom>
        </p:spPr>
        <p:txBody>
          <a:bodyPr vert="horz" lIns="59655" tIns="29828" rIns="59655" bIns="29828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624831" y="3671090"/>
            <a:ext cx="1831340" cy="210877"/>
          </a:xfrm>
          <a:prstGeom prst="rect">
            <a:avLst/>
          </a:prstGeom>
        </p:spPr>
        <p:txBody>
          <a:bodyPr vert="horz" lIns="59655" tIns="29828" rIns="59655" bIns="29828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9B297-2418-4185-809C-F7274101F4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9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96555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708" indent="-223708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84701" indent="-186423" algn="l" defTabSz="59655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5693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70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42248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40525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38802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37080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35357" indent="-149139" algn="l" defTabSz="59655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98277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96555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4832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109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91386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89664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87941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86218" algn="l" defTabSz="59655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-99393"/>
            <a:ext cx="3355975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8"/>
          <a:stretch/>
        </p:blipFill>
        <p:spPr bwMode="auto">
          <a:xfrm>
            <a:off x="2267744" y="-99392"/>
            <a:ext cx="3051969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06"/>
          <a:stretch/>
        </p:blipFill>
        <p:spPr bwMode="auto">
          <a:xfrm>
            <a:off x="-180000" y="-100800"/>
            <a:ext cx="3047025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ZoneTexte 32"/>
          <p:cNvSpPr txBox="1"/>
          <p:nvPr/>
        </p:nvSpPr>
        <p:spPr>
          <a:xfrm>
            <a:off x="496781" y="44624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 +1&gt;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2945053" y="44624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+2&gt;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5393325" y="44624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+2&gt;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48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2017-07-11T17:27:44Z</dcterms:created>
  <dcterms:modified xsi:type="dcterms:W3CDTF">2017-10-16T16:54:53Z</dcterms:modified>
</cp:coreProperties>
</file>