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858000" cy="8029575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440" y="654"/>
      </p:cViewPr>
      <p:guideLst>
        <p:guide orient="horz" pos="2529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811338" y="744538"/>
            <a:ext cx="317500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494375"/>
            <a:ext cx="5829300" cy="172115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4550093"/>
            <a:ext cx="4800600" cy="20520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159746"/>
            <a:ext cx="5829300" cy="159476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403277"/>
            <a:ext cx="5829300" cy="175646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1873568"/>
            <a:ext cx="3028950" cy="529914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1873568"/>
            <a:ext cx="3028950" cy="529914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1797362"/>
            <a:ext cx="3030141" cy="74905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546415"/>
            <a:ext cx="3030141" cy="46263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73" y="1797362"/>
            <a:ext cx="3031331" cy="74905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73" y="2546415"/>
            <a:ext cx="3031331" cy="46263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4" y="319698"/>
            <a:ext cx="2256235" cy="136056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91" y="319697"/>
            <a:ext cx="3833813" cy="685302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4" y="1680264"/>
            <a:ext cx="2256235" cy="549245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5620704"/>
            <a:ext cx="4114800" cy="66355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717458"/>
            <a:ext cx="4114800" cy="48177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6284259"/>
            <a:ext cx="4114800" cy="9423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21558"/>
            <a:ext cx="1543050" cy="685116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21558"/>
            <a:ext cx="4514850" cy="685116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21556"/>
            <a:ext cx="6172200" cy="133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1873568"/>
            <a:ext cx="6172200" cy="5299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7442228"/>
            <a:ext cx="1600200" cy="427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7442228"/>
            <a:ext cx="2171700" cy="427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7442228"/>
            <a:ext cx="1600200" cy="427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120" y="-44658"/>
            <a:ext cx="3267272" cy="8078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0" name="ZoneTexte 79"/>
          <p:cNvSpPr txBox="1"/>
          <p:nvPr/>
        </p:nvSpPr>
        <p:spPr>
          <a:xfrm>
            <a:off x="4437112" y="23408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(b)</a:t>
            </a:r>
            <a:endParaRPr lang="en-US" dirty="0"/>
          </a:p>
        </p:txBody>
      </p:sp>
      <p:pic>
        <p:nvPicPr>
          <p:cNvPr id="81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1"/>
          <a:stretch/>
        </p:blipFill>
        <p:spPr bwMode="auto">
          <a:xfrm>
            <a:off x="1018059" y="-51081"/>
            <a:ext cx="3059013" cy="80776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2" name="ZoneTexte 81"/>
          <p:cNvSpPr txBox="1"/>
          <p:nvPr/>
        </p:nvSpPr>
        <p:spPr>
          <a:xfrm>
            <a:off x="1772816" y="212567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(a)</a:t>
            </a:r>
            <a:endParaRPr lang="en-US" dirty="0"/>
          </a:p>
        </p:txBody>
      </p:sp>
      <p:sp>
        <p:nvSpPr>
          <p:cNvPr id="83" name="Text Box 14"/>
          <p:cNvSpPr txBox="1">
            <a:spLocks noChangeArrowheads="1"/>
          </p:cNvSpPr>
          <p:nvPr/>
        </p:nvSpPr>
        <p:spPr bwMode="auto">
          <a:xfrm>
            <a:off x="2868445" y="7712461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smtClean="0">
                <a:latin typeface="Times New Roman" pitchFamily="18" charset="0"/>
              </a:rPr>
              <a:t>B</a:t>
            </a:r>
            <a:r>
              <a:rPr lang="en-US" sz="1400" b="1" baseline="-25000" dirty="0" smtClean="0">
                <a:latin typeface="Times New Roman" pitchFamily="18" charset="0"/>
              </a:rPr>
              <a:t>┴</a:t>
            </a:r>
            <a:r>
              <a:rPr lang="en-US" sz="1400" b="1" dirty="0" smtClean="0">
                <a:latin typeface="Times New Roman" pitchFamily="18" charset="0"/>
              </a:rPr>
              <a:t>(T)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84" name="Text Box 14"/>
          <p:cNvSpPr txBox="1">
            <a:spLocks noChangeArrowheads="1"/>
          </p:cNvSpPr>
          <p:nvPr/>
        </p:nvSpPr>
        <p:spPr bwMode="auto">
          <a:xfrm>
            <a:off x="5224346" y="7702401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smtClean="0">
                <a:latin typeface="Times New Roman" pitchFamily="18" charset="0"/>
              </a:rPr>
              <a:t>B</a:t>
            </a:r>
            <a:r>
              <a:rPr lang="en-US" sz="1400" b="1" baseline="-25000" dirty="0" smtClean="0">
                <a:latin typeface="Times New Roman" pitchFamily="18" charset="0"/>
              </a:rPr>
              <a:t>┴</a:t>
            </a:r>
            <a:r>
              <a:rPr lang="en-US" sz="1400" b="1" dirty="0" smtClean="0">
                <a:latin typeface="Times New Roman" pitchFamily="18" charset="0"/>
              </a:rPr>
              <a:t>(T)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85" name="Text Box 14"/>
          <p:cNvSpPr txBox="1">
            <a:spLocks noChangeArrowheads="1"/>
          </p:cNvSpPr>
          <p:nvPr/>
        </p:nvSpPr>
        <p:spPr bwMode="auto">
          <a:xfrm>
            <a:off x="1788325" y="7712461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B</a:t>
            </a:r>
            <a:r>
              <a:rPr lang="en-US" sz="1400" b="1" baseline="-25000" dirty="0" err="1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(T)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858162" y="8426518"/>
            <a:ext cx="72008" cy="1604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 Box 14"/>
          <p:cNvSpPr txBox="1">
            <a:spLocks noChangeArrowheads="1"/>
          </p:cNvSpPr>
          <p:nvPr/>
        </p:nvSpPr>
        <p:spPr bwMode="auto">
          <a:xfrm>
            <a:off x="-83883" y="1678549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smtClean="0">
                <a:latin typeface="Times New Roman" pitchFamily="18" charset="0"/>
              </a:rPr>
              <a:t>M=2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88" name="Text Box 14"/>
          <p:cNvSpPr txBox="1">
            <a:spLocks noChangeArrowheads="1"/>
          </p:cNvSpPr>
          <p:nvPr/>
        </p:nvSpPr>
        <p:spPr bwMode="auto">
          <a:xfrm>
            <a:off x="564189" y="655677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=0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89" name="Text Box 14"/>
          <p:cNvSpPr txBox="1">
            <a:spLocks noChangeArrowheads="1"/>
          </p:cNvSpPr>
          <p:nvPr/>
        </p:nvSpPr>
        <p:spPr bwMode="auto">
          <a:xfrm>
            <a:off x="564189" y="1073861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=±1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90" name="Text Box 14"/>
          <p:cNvSpPr txBox="1">
            <a:spLocks noChangeArrowheads="1"/>
          </p:cNvSpPr>
          <p:nvPr/>
        </p:nvSpPr>
        <p:spPr bwMode="auto">
          <a:xfrm>
            <a:off x="548680" y="2331606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=±</a:t>
            </a:r>
            <a:r>
              <a:rPr lang="en-US" sz="1400" b="1" dirty="0">
                <a:latin typeface="Times New Roman" pitchFamily="18" charset="0"/>
              </a:rPr>
              <a:t>2</a:t>
            </a:r>
          </a:p>
        </p:txBody>
      </p:sp>
      <p:sp>
        <p:nvSpPr>
          <p:cNvPr id="91" name="Accolade ouvrante 90"/>
          <p:cNvSpPr/>
          <p:nvPr/>
        </p:nvSpPr>
        <p:spPr>
          <a:xfrm>
            <a:off x="467569" y="530852"/>
            <a:ext cx="186820" cy="266429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 Box 14"/>
          <p:cNvSpPr txBox="1">
            <a:spLocks noChangeArrowheads="1"/>
          </p:cNvSpPr>
          <p:nvPr/>
        </p:nvSpPr>
        <p:spPr bwMode="auto">
          <a:xfrm>
            <a:off x="-99392" y="5427950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smtClean="0">
                <a:latin typeface="Times New Roman" pitchFamily="18" charset="0"/>
              </a:rPr>
              <a:t>M=3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93" name="Text Box 14"/>
          <p:cNvSpPr txBox="1">
            <a:spLocks noChangeArrowheads="1"/>
          </p:cNvSpPr>
          <p:nvPr/>
        </p:nvSpPr>
        <p:spPr bwMode="auto">
          <a:xfrm>
            <a:off x="548680" y="4184623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=0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94" name="Text Box 14"/>
          <p:cNvSpPr txBox="1">
            <a:spLocks noChangeArrowheads="1"/>
          </p:cNvSpPr>
          <p:nvPr/>
        </p:nvSpPr>
        <p:spPr bwMode="auto">
          <a:xfrm>
            <a:off x="548680" y="4602807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=±1</a:t>
            </a:r>
            <a:endParaRPr lang="en-US" sz="1400" b="1" dirty="0">
              <a:latin typeface="Times New Roman" pitchFamily="18" charset="0"/>
            </a:endParaRPr>
          </a:p>
        </p:txBody>
      </p:sp>
      <p:sp>
        <p:nvSpPr>
          <p:cNvPr id="95" name="Text Box 14"/>
          <p:cNvSpPr txBox="1">
            <a:spLocks noChangeArrowheads="1"/>
          </p:cNvSpPr>
          <p:nvPr/>
        </p:nvSpPr>
        <p:spPr bwMode="auto">
          <a:xfrm>
            <a:off x="541880" y="5211926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=±</a:t>
            </a:r>
            <a:r>
              <a:rPr lang="en-US" sz="1400" b="1" dirty="0">
                <a:latin typeface="Times New Roman" pitchFamily="18" charset="0"/>
              </a:rPr>
              <a:t>2</a:t>
            </a:r>
          </a:p>
        </p:txBody>
      </p:sp>
      <p:sp>
        <p:nvSpPr>
          <p:cNvPr id="96" name="Accolade ouvrante 95"/>
          <p:cNvSpPr/>
          <p:nvPr/>
        </p:nvSpPr>
        <p:spPr>
          <a:xfrm>
            <a:off x="452060" y="4131806"/>
            <a:ext cx="186820" cy="2952328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 Box 14"/>
          <p:cNvSpPr txBox="1">
            <a:spLocks noChangeArrowheads="1"/>
          </p:cNvSpPr>
          <p:nvPr/>
        </p:nvSpPr>
        <p:spPr bwMode="auto">
          <a:xfrm>
            <a:off x="548680" y="6292046"/>
            <a:ext cx="776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buClr>
                <a:schemeClr val="accent2"/>
              </a:buClr>
            </a:pPr>
            <a:r>
              <a:rPr lang="en-US" sz="1400" b="1" dirty="0" err="1" smtClean="0">
                <a:latin typeface="Times New Roman" pitchFamily="18" charset="0"/>
              </a:rPr>
              <a:t>M</a:t>
            </a:r>
            <a:r>
              <a:rPr lang="en-US" sz="1400" b="1" baseline="-25000" dirty="0" err="1" smtClean="0">
                <a:latin typeface="Times New Roman" pitchFamily="18" charset="0"/>
              </a:rPr>
              <a:t>z</a:t>
            </a:r>
            <a:r>
              <a:rPr lang="en-US" sz="1400" b="1" dirty="0" smtClean="0">
                <a:latin typeface="Times New Roman" pitchFamily="18" charset="0"/>
              </a:rPr>
              <a:t>=±</a:t>
            </a:r>
            <a:r>
              <a:rPr lang="en-US" sz="1400" b="1" dirty="0">
                <a:latin typeface="Times New Roman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4840</TotalTime>
  <Words>37</Words>
  <Application>Microsoft Office PowerPoint</Application>
  <PresentationFormat>Personnalisé</PresentationFormat>
  <Paragraphs>14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276</cp:revision>
  <cp:lastPrinted>2015-05-26T08:02:39Z</cp:lastPrinted>
  <dcterms:created xsi:type="dcterms:W3CDTF">2013-09-27T09:14:25Z</dcterms:created>
  <dcterms:modified xsi:type="dcterms:W3CDTF">2017-07-13T16:29:17Z</dcterms:modified>
</cp:coreProperties>
</file>