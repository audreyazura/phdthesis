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93" r:id="rId2"/>
  </p:sldIdLst>
  <p:sldSz cx="4068763" cy="8029575"/>
  <p:notesSz cx="6797675" cy="9926638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7829" autoAdjust="0"/>
  </p:normalViewPr>
  <p:slideViewPr>
    <p:cSldViewPr>
      <p:cViewPr>
        <p:scale>
          <a:sx n="100" d="100"/>
          <a:sy n="100" d="100"/>
        </p:scale>
        <p:origin x="-2538" y="480"/>
      </p:cViewPr>
      <p:guideLst>
        <p:guide orient="horz" pos="2529"/>
        <p:guide pos="128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2" y="5"/>
            <a:ext cx="2945862" cy="495793"/>
          </a:xfrm>
          <a:prstGeom prst="rect">
            <a:avLst/>
          </a:prstGeom>
        </p:spPr>
        <p:txBody>
          <a:bodyPr vert="horz" lIns="88182" tIns="44091" rIns="88182" bIns="44091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50296" y="5"/>
            <a:ext cx="2945862" cy="495793"/>
          </a:xfrm>
          <a:prstGeom prst="rect">
            <a:avLst/>
          </a:prstGeom>
        </p:spPr>
        <p:txBody>
          <a:bodyPr vert="horz" lIns="88182" tIns="44091" rIns="88182" bIns="44091" rtlCol="0"/>
          <a:lstStyle>
            <a:lvl1pPr algn="r">
              <a:defRPr sz="1200"/>
            </a:lvl1pPr>
          </a:lstStyle>
          <a:p>
            <a:fld id="{A732596A-CC33-44AB-A517-CD91BCF05E15}" type="datetimeFigureOut">
              <a:rPr lang="en-US" smtClean="0"/>
              <a:t>9/21/2017</a:t>
            </a:fld>
            <a:endParaRPr lang="en-US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2455863" y="744538"/>
            <a:ext cx="1885950" cy="3721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88182" tIns="44091" rIns="88182" bIns="44091" rtlCol="0" anchor="ctr"/>
          <a:lstStyle/>
          <a:p>
            <a:endParaRPr lang="en-US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79467" y="4714653"/>
            <a:ext cx="5438748" cy="4466756"/>
          </a:xfrm>
          <a:prstGeom prst="rect">
            <a:avLst/>
          </a:prstGeom>
        </p:spPr>
        <p:txBody>
          <a:bodyPr vert="horz" lIns="88182" tIns="44091" rIns="88182" bIns="44091" rtlCol="0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2" y="9429310"/>
            <a:ext cx="2945862" cy="495793"/>
          </a:xfrm>
          <a:prstGeom prst="rect">
            <a:avLst/>
          </a:prstGeom>
        </p:spPr>
        <p:txBody>
          <a:bodyPr vert="horz" lIns="88182" tIns="44091" rIns="88182" bIns="44091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50296" y="9429310"/>
            <a:ext cx="2945862" cy="495793"/>
          </a:xfrm>
          <a:prstGeom prst="rect">
            <a:avLst/>
          </a:prstGeom>
        </p:spPr>
        <p:txBody>
          <a:bodyPr vert="horz" lIns="88182" tIns="44091" rIns="88182" bIns="44091" rtlCol="0" anchor="b"/>
          <a:lstStyle>
            <a:lvl1pPr algn="r">
              <a:defRPr sz="1200"/>
            </a:lvl1pPr>
          </a:lstStyle>
          <a:p>
            <a:fld id="{062323BE-C712-422A-9927-239FDB892797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51010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2455863" y="744538"/>
            <a:ext cx="1885950" cy="3721100"/>
          </a:xfrm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62323BE-C712-422A-9927-239FDB892797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68649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305158" y="2494375"/>
            <a:ext cx="3458450" cy="1721154"/>
          </a:xfrm>
        </p:spPr>
        <p:txBody>
          <a:bodyPr/>
          <a:lstStyle/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610316" y="4550097"/>
            <a:ext cx="2848134" cy="2052003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Modifiez le style des sous-titres du masque</a:t>
            </a:r>
            <a:endParaRPr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2CF840-51FB-49D9-ADDC-0C52DA34DC77}" type="datetimeFigureOut">
              <a:rPr lang="en-US" smtClean="0"/>
              <a:t>9/21/2017</a:t>
            </a:fld>
            <a:endParaRPr lang="en-US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AE50B4-EE6F-4730-9E78-A10BD6122CB0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58070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2CF840-51FB-49D9-ADDC-0C52DA34DC77}" type="datetimeFigureOut">
              <a:rPr lang="en-US" smtClean="0"/>
              <a:t>9/21/2017</a:t>
            </a:fld>
            <a:endParaRPr lang="en-US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AE50B4-EE6F-4730-9E78-A10BD6122CB0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0035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321405" y="5159746"/>
            <a:ext cx="3458450" cy="1594764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321405" y="3403281"/>
            <a:ext cx="3458450" cy="1756469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2CF840-51FB-49D9-ADDC-0C52DA34DC77}" type="datetimeFigureOut">
              <a:rPr lang="en-US" smtClean="0"/>
              <a:t>9/21/2017</a:t>
            </a:fld>
            <a:endParaRPr lang="en-US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AE50B4-EE6F-4730-9E78-A10BD6122CB0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00229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203439" y="1873568"/>
            <a:ext cx="1797037" cy="529914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2068289" y="1873568"/>
            <a:ext cx="1797037" cy="529914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2CF840-51FB-49D9-ADDC-0C52DA34DC77}" type="datetimeFigureOut">
              <a:rPr lang="en-US" smtClean="0"/>
              <a:t>9/21/2017</a:t>
            </a:fld>
            <a:endParaRPr lang="en-US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AE50B4-EE6F-4730-9E78-A10BD6122CB0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56347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203440" y="1797366"/>
            <a:ext cx="1797743" cy="74905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203440" y="2546415"/>
            <a:ext cx="1797743" cy="46263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2066878" y="1797366"/>
            <a:ext cx="1798450" cy="74905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2066878" y="2546415"/>
            <a:ext cx="1798450" cy="46263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2CF840-51FB-49D9-ADDC-0C52DA34DC77}" type="datetimeFigureOut">
              <a:rPr lang="en-US" smtClean="0"/>
              <a:t>9/21/2017</a:t>
            </a:fld>
            <a:endParaRPr lang="en-US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AE50B4-EE6F-4730-9E78-A10BD6122CB0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51721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2CF840-51FB-49D9-ADDC-0C52DA34DC77}" type="datetimeFigureOut">
              <a:rPr lang="en-US" smtClean="0"/>
              <a:t>9/21/2017</a:t>
            </a:fld>
            <a:endParaRPr lang="en-US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AE50B4-EE6F-4730-9E78-A10BD6122CB0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11000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2CF840-51FB-49D9-ADDC-0C52DA34DC77}" type="datetimeFigureOut">
              <a:rPr lang="en-US" smtClean="0"/>
              <a:t>9/21/2017</a:t>
            </a:fld>
            <a:endParaRPr lang="en-US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AE50B4-EE6F-4730-9E78-A10BD6122CB0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40554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203442" y="319698"/>
            <a:ext cx="1338595" cy="1360566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590776" y="319701"/>
            <a:ext cx="2274552" cy="685302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203442" y="1680264"/>
            <a:ext cx="1338595" cy="549245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2CF840-51FB-49D9-ADDC-0C52DA34DC77}" type="datetimeFigureOut">
              <a:rPr lang="en-US" smtClean="0"/>
              <a:t>9/21/2017</a:t>
            </a:fld>
            <a:endParaRPr lang="en-US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AE50B4-EE6F-4730-9E78-A10BD6122CB0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83483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97506" y="5620708"/>
            <a:ext cx="2441258" cy="663555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797506" y="717462"/>
            <a:ext cx="2441258" cy="481774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797506" y="6284263"/>
            <a:ext cx="2441258" cy="94235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2CF840-51FB-49D9-ADDC-0C52DA34DC77}" type="datetimeFigureOut">
              <a:rPr lang="en-US" smtClean="0"/>
              <a:t>9/21/2017</a:t>
            </a:fld>
            <a:endParaRPr lang="en-US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AE50B4-EE6F-4730-9E78-A10BD6122CB0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16046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2CF840-51FB-49D9-ADDC-0C52DA34DC77}" type="datetimeFigureOut">
              <a:rPr lang="en-US" smtClean="0"/>
              <a:t>9/21/2017</a:t>
            </a:fld>
            <a:endParaRPr lang="en-US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AE50B4-EE6F-4730-9E78-A10BD6122CB0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0053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2949854" y="321558"/>
            <a:ext cx="915472" cy="6851160"/>
          </a:xfrm>
        </p:spPr>
        <p:txBody>
          <a:bodyPr vert="eaVert"/>
          <a:lstStyle/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203439" y="321558"/>
            <a:ext cx="2678602" cy="6851160"/>
          </a:xfrm>
        </p:spPr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2CF840-51FB-49D9-ADDC-0C52DA34DC77}" type="datetimeFigureOut">
              <a:rPr lang="en-US" smtClean="0"/>
              <a:t>9/21/2017</a:t>
            </a:fld>
            <a:endParaRPr lang="en-US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AE50B4-EE6F-4730-9E78-A10BD6122CB0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40306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203440" y="321560"/>
            <a:ext cx="3661887" cy="13382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203440" y="1873568"/>
            <a:ext cx="3661887" cy="529914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203440" y="7442232"/>
            <a:ext cx="949378" cy="4275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2CF840-51FB-49D9-ADDC-0C52DA34DC77}" type="datetimeFigureOut">
              <a:rPr lang="en-US" smtClean="0"/>
              <a:t>9/21/2017</a:t>
            </a:fld>
            <a:endParaRPr lang="en-US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1390162" y="7442232"/>
            <a:ext cx="1288442" cy="4275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2915949" y="7442232"/>
            <a:ext cx="949378" cy="4275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4AE50B4-EE6F-4730-9E78-A10BD6122CB0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84990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" name="Picture 3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361"/>
          <a:stretch/>
        </p:blipFill>
        <p:spPr bwMode="auto">
          <a:xfrm>
            <a:off x="1018059" y="-51081"/>
            <a:ext cx="3059013" cy="80776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4" name="Text Box 14"/>
          <p:cNvSpPr txBox="1">
            <a:spLocks noChangeArrowheads="1"/>
          </p:cNvSpPr>
          <p:nvPr/>
        </p:nvSpPr>
        <p:spPr bwMode="auto">
          <a:xfrm>
            <a:off x="2868445" y="7712461"/>
            <a:ext cx="776579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  <a:buClr>
                <a:schemeClr val="accent2"/>
              </a:buClr>
            </a:pPr>
            <a:r>
              <a:rPr lang="en-US" sz="1400" b="1" dirty="0" smtClean="0">
                <a:latin typeface="Times New Roman" pitchFamily="18" charset="0"/>
              </a:rPr>
              <a:t>B</a:t>
            </a:r>
            <a:r>
              <a:rPr lang="en-US" sz="1400" b="1" baseline="-25000" dirty="0" smtClean="0">
                <a:latin typeface="Times New Roman" pitchFamily="18" charset="0"/>
              </a:rPr>
              <a:t>┴</a:t>
            </a:r>
            <a:r>
              <a:rPr lang="en-US" sz="1400" b="1" dirty="0" smtClean="0">
                <a:latin typeface="Times New Roman" pitchFamily="18" charset="0"/>
              </a:rPr>
              <a:t>(T)</a:t>
            </a:r>
            <a:endParaRPr lang="en-US" sz="1400" b="1" dirty="0">
              <a:latin typeface="Times New Roman" pitchFamily="18" charset="0"/>
            </a:endParaRPr>
          </a:p>
        </p:txBody>
      </p:sp>
      <p:sp>
        <p:nvSpPr>
          <p:cNvPr id="65" name="Text Box 14"/>
          <p:cNvSpPr txBox="1">
            <a:spLocks noChangeArrowheads="1"/>
          </p:cNvSpPr>
          <p:nvPr/>
        </p:nvSpPr>
        <p:spPr bwMode="auto">
          <a:xfrm>
            <a:off x="1788325" y="7712461"/>
            <a:ext cx="776579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  <a:buClr>
                <a:schemeClr val="accent2"/>
              </a:buClr>
            </a:pPr>
            <a:r>
              <a:rPr lang="en-US" sz="1400" b="1" dirty="0" err="1" smtClean="0">
                <a:latin typeface="Times New Roman" pitchFamily="18" charset="0"/>
              </a:rPr>
              <a:t>B</a:t>
            </a:r>
            <a:r>
              <a:rPr lang="en-US" sz="1400" b="1" baseline="-25000" dirty="0" err="1">
                <a:latin typeface="Times New Roman" pitchFamily="18" charset="0"/>
              </a:rPr>
              <a:t>z</a:t>
            </a:r>
            <a:r>
              <a:rPr lang="en-US" sz="1400" b="1" dirty="0" smtClean="0">
                <a:latin typeface="Times New Roman" pitchFamily="18" charset="0"/>
              </a:rPr>
              <a:t>(T)</a:t>
            </a:r>
            <a:endParaRPr lang="en-US" sz="1400" b="1" dirty="0">
              <a:latin typeface="Times New Roman" pitchFamily="18" charset="0"/>
            </a:endParaRPr>
          </a:p>
        </p:txBody>
      </p:sp>
      <p:sp>
        <p:nvSpPr>
          <p:cNvPr id="66" name="Text Box 14"/>
          <p:cNvSpPr txBox="1">
            <a:spLocks noChangeArrowheads="1"/>
          </p:cNvSpPr>
          <p:nvPr/>
        </p:nvSpPr>
        <p:spPr bwMode="auto">
          <a:xfrm>
            <a:off x="-38342" y="1678549"/>
            <a:ext cx="776579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  <a:buClr>
                <a:schemeClr val="accent2"/>
              </a:buClr>
            </a:pPr>
            <a:r>
              <a:rPr lang="en-US" sz="1400" b="1" dirty="0" smtClean="0">
                <a:latin typeface="Times New Roman" pitchFamily="18" charset="0"/>
              </a:rPr>
              <a:t>M=2</a:t>
            </a:r>
            <a:endParaRPr lang="en-US" sz="1400" b="1" dirty="0">
              <a:latin typeface="Times New Roman" pitchFamily="18" charset="0"/>
            </a:endParaRPr>
          </a:p>
        </p:txBody>
      </p:sp>
      <p:sp>
        <p:nvSpPr>
          <p:cNvPr id="67" name="Text Box 14"/>
          <p:cNvSpPr txBox="1">
            <a:spLocks noChangeArrowheads="1"/>
          </p:cNvSpPr>
          <p:nvPr/>
        </p:nvSpPr>
        <p:spPr bwMode="auto">
          <a:xfrm>
            <a:off x="564189" y="655677"/>
            <a:ext cx="776579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  <a:buClr>
                <a:schemeClr val="accent2"/>
              </a:buClr>
            </a:pPr>
            <a:r>
              <a:rPr lang="en-US" sz="1400" b="1" dirty="0" err="1" smtClean="0">
                <a:latin typeface="Times New Roman" pitchFamily="18" charset="0"/>
              </a:rPr>
              <a:t>M</a:t>
            </a:r>
            <a:r>
              <a:rPr lang="en-US" sz="1400" b="1" baseline="-25000" dirty="0" err="1" smtClean="0">
                <a:latin typeface="Times New Roman" pitchFamily="18" charset="0"/>
              </a:rPr>
              <a:t>z</a:t>
            </a:r>
            <a:r>
              <a:rPr lang="en-US" sz="1400" b="1" dirty="0" smtClean="0">
                <a:latin typeface="Times New Roman" pitchFamily="18" charset="0"/>
              </a:rPr>
              <a:t>=0</a:t>
            </a:r>
            <a:endParaRPr lang="en-US" sz="1400" b="1" dirty="0">
              <a:latin typeface="Times New Roman" pitchFamily="18" charset="0"/>
            </a:endParaRPr>
          </a:p>
        </p:txBody>
      </p:sp>
      <p:sp>
        <p:nvSpPr>
          <p:cNvPr id="68" name="Text Box 14"/>
          <p:cNvSpPr txBox="1">
            <a:spLocks noChangeArrowheads="1"/>
          </p:cNvSpPr>
          <p:nvPr/>
        </p:nvSpPr>
        <p:spPr bwMode="auto">
          <a:xfrm>
            <a:off x="564189" y="1073861"/>
            <a:ext cx="776579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  <a:buClr>
                <a:schemeClr val="accent2"/>
              </a:buClr>
            </a:pPr>
            <a:r>
              <a:rPr lang="en-US" sz="1400" b="1" dirty="0" err="1" smtClean="0">
                <a:latin typeface="Times New Roman" pitchFamily="18" charset="0"/>
              </a:rPr>
              <a:t>M</a:t>
            </a:r>
            <a:r>
              <a:rPr lang="en-US" sz="1400" b="1" baseline="-25000" dirty="0" err="1" smtClean="0">
                <a:latin typeface="Times New Roman" pitchFamily="18" charset="0"/>
              </a:rPr>
              <a:t>z</a:t>
            </a:r>
            <a:r>
              <a:rPr lang="en-US" sz="1400" b="1" dirty="0" smtClean="0">
                <a:latin typeface="Times New Roman" pitchFamily="18" charset="0"/>
              </a:rPr>
              <a:t>=±1</a:t>
            </a:r>
            <a:endParaRPr lang="en-US" sz="1400" b="1" dirty="0">
              <a:latin typeface="Times New Roman" pitchFamily="18" charset="0"/>
            </a:endParaRPr>
          </a:p>
        </p:txBody>
      </p:sp>
      <p:sp>
        <p:nvSpPr>
          <p:cNvPr id="69" name="Text Box 14"/>
          <p:cNvSpPr txBox="1">
            <a:spLocks noChangeArrowheads="1"/>
          </p:cNvSpPr>
          <p:nvPr/>
        </p:nvSpPr>
        <p:spPr bwMode="auto">
          <a:xfrm>
            <a:off x="548680" y="2331606"/>
            <a:ext cx="776579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  <a:buClr>
                <a:schemeClr val="accent2"/>
              </a:buClr>
            </a:pPr>
            <a:r>
              <a:rPr lang="en-US" sz="1400" b="1" dirty="0" err="1" smtClean="0">
                <a:latin typeface="Times New Roman" pitchFamily="18" charset="0"/>
              </a:rPr>
              <a:t>M</a:t>
            </a:r>
            <a:r>
              <a:rPr lang="en-US" sz="1400" b="1" baseline="-25000" dirty="0" err="1" smtClean="0">
                <a:latin typeface="Times New Roman" pitchFamily="18" charset="0"/>
              </a:rPr>
              <a:t>z</a:t>
            </a:r>
            <a:r>
              <a:rPr lang="en-US" sz="1400" b="1" dirty="0" smtClean="0">
                <a:latin typeface="Times New Roman" pitchFamily="18" charset="0"/>
              </a:rPr>
              <a:t>=±</a:t>
            </a:r>
            <a:r>
              <a:rPr lang="en-US" sz="1400" b="1" dirty="0">
                <a:latin typeface="Times New Roman" pitchFamily="18" charset="0"/>
              </a:rPr>
              <a:t>2</a:t>
            </a:r>
          </a:p>
        </p:txBody>
      </p:sp>
      <p:sp>
        <p:nvSpPr>
          <p:cNvPr id="70" name="Accolade ouvrante 69"/>
          <p:cNvSpPr/>
          <p:nvPr/>
        </p:nvSpPr>
        <p:spPr>
          <a:xfrm>
            <a:off x="467569" y="530852"/>
            <a:ext cx="186820" cy="2664296"/>
          </a:xfrm>
          <a:prstGeom prst="leftBrac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Text Box 14"/>
          <p:cNvSpPr txBox="1">
            <a:spLocks noChangeArrowheads="1"/>
          </p:cNvSpPr>
          <p:nvPr/>
        </p:nvSpPr>
        <p:spPr bwMode="auto">
          <a:xfrm>
            <a:off x="-53851" y="5427950"/>
            <a:ext cx="776579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  <a:buClr>
                <a:schemeClr val="accent2"/>
              </a:buClr>
            </a:pPr>
            <a:r>
              <a:rPr lang="en-US" sz="1400" b="1" dirty="0" smtClean="0">
                <a:latin typeface="Times New Roman" pitchFamily="18" charset="0"/>
              </a:rPr>
              <a:t>M=3</a:t>
            </a:r>
            <a:endParaRPr lang="en-US" sz="1400" b="1" dirty="0">
              <a:latin typeface="Times New Roman" pitchFamily="18" charset="0"/>
            </a:endParaRPr>
          </a:p>
        </p:txBody>
      </p:sp>
      <p:sp>
        <p:nvSpPr>
          <p:cNvPr id="72" name="Text Box 14"/>
          <p:cNvSpPr txBox="1">
            <a:spLocks noChangeArrowheads="1"/>
          </p:cNvSpPr>
          <p:nvPr/>
        </p:nvSpPr>
        <p:spPr bwMode="auto">
          <a:xfrm>
            <a:off x="548680" y="4184623"/>
            <a:ext cx="776579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  <a:buClr>
                <a:schemeClr val="accent2"/>
              </a:buClr>
            </a:pPr>
            <a:r>
              <a:rPr lang="en-US" sz="1400" b="1" dirty="0" err="1" smtClean="0">
                <a:latin typeface="Times New Roman" pitchFamily="18" charset="0"/>
              </a:rPr>
              <a:t>M</a:t>
            </a:r>
            <a:r>
              <a:rPr lang="en-US" sz="1400" b="1" baseline="-25000" dirty="0" err="1" smtClean="0">
                <a:latin typeface="Times New Roman" pitchFamily="18" charset="0"/>
              </a:rPr>
              <a:t>z</a:t>
            </a:r>
            <a:r>
              <a:rPr lang="en-US" sz="1400" b="1" dirty="0" smtClean="0">
                <a:latin typeface="Times New Roman" pitchFamily="18" charset="0"/>
              </a:rPr>
              <a:t>=0</a:t>
            </a:r>
            <a:endParaRPr lang="en-US" sz="1400" b="1" dirty="0">
              <a:latin typeface="Times New Roman" pitchFamily="18" charset="0"/>
            </a:endParaRPr>
          </a:p>
        </p:txBody>
      </p:sp>
      <p:sp>
        <p:nvSpPr>
          <p:cNvPr id="73" name="Text Box 14"/>
          <p:cNvSpPr txBox="1">
            <a:spLocks noChangeArrowheads="1"/>
          </p:cNvSpPr>
          <p:nvPr/>
        </p:nvSpPr>
        <p:spPr bwMode="auto">
          <a:xfrm>
            <a:off x="548680" y="4602807"/>
            <a:ext cx="776579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  <a:buClr>
                <a:schemeClr val="accent2"/>
              </a:buClr>
            </a:pPr>
            <a:r>
              <a:rPr lang="en-US" sz="1400" b="1" dirty="0" err="1" smtClean="0">
                <a:latin typeface="Times New Roman" pitchFamily="18" charset="0"/>
              </a:rPr>
              <a:t>M</a:t>
            </a:r>
            <a:r>
              <a:rPr lang="en-US" sz="1400" b="1" baseline="-25000" dirty="0" err="1" smtClean="0">
                <a:latin typeface="Times New Roman" pitchFamily="18" charset="0"/>
              </a:rPr>
              <a:t>z</a:t>
            </a:r>
            <a:r>
              <a:rPr lang="en-US" sz="1400" b="1" dirty="0" smtClean="0">
                <a:latin typeface="Times New Roman" pitchFamily="18" charset="0"/>
              </a:rPr>
              <a:t>=±1</a:t>
            </a:r>
            <a:endParaRPr lang="en-US" sz="1400" b="1" dirty="0">
              <a:latin typeface="Times New Roman" pitchFamily="18" charset="0"/>
            </a:endParaRPr>
          </a:p>
        </p:txBody>
      </p:sp>
      <p:sp>
        <p:nvSpPr>
          <p:cNvPr id="74" name="Text Box 14"/>
          <p:cNvSpPr txBox="1">
            <a:spLocks noChangeArrowheads="1"/>
          </p:cNvSpPr>
          <p:nvPr/>
        </p:nvSpPr>
        <p:spPr bwMode="auto">
          <a:xfrm>
            <a:off x="541880" y="5211926"/>
            <a:ext cx="776579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  <a:buClr>
                <a:schemeClr val="accent2"/>
              </a:buClr>
            </a:pPr>
            <a:r>
              <a:rPr lang="en-US" sz="1400" b="1" dirty="0" err="1" smtClean="0">
                <a:latin typeface="Times New Roman" pitchFamily="18" charset="0"/>
              </a:rPr>
              <a:t>M</a:t>
            </a:r>
            <a:r>
              <a:rPr lang="en-US" sz="1400" b="1" baseline="-25000" dirty="0" err="1" smtClean="0">
                <a:latin typeface="Times New Roman" pitchFamily="18" charset="0"/>
              </a:rPr>
              <a:t>z</a:t>
            </a:r>
            <a:r>
              <a:rPr lang="en-US" sz="1400" b="1" dirty="0" smtClean="0">
                <a:latin typeface="Times New Roman" pitchFamily="18" charset="0"/>
              </a:rPr>
              <a:t>=±</a:t>
            </a:r>
            <a:r>
              <a:rPr lang="en-US" sz="1400" b="1" dirty="0">
                <a:latin typeface="Times New Roman" pitchFamily="18" charset="0"/>
              </a:rPr>
              <a:t>2</a:t>
            </a:r>
          </a:p>
        </p:txBody>
      </p:sp>
      <p:sp>
        <p:nvSpPr>
          <p:cNvPr id="75" name="Accolade ouvrante 74"/>
          <p:cNvSpPr/>
          <p:nvPr/>
        </p:nvSpPr>
        <p:spPr>
          <a:xfrm>
            <a:off x="452060" y="4131806"/>
            <a:ext cx="186820" cy="2952328"/>
          </a:xfrm>
          <a:prstGeom prst="leftBrac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6" name="Text Box 14"/>
          <p:cNvSpPr txBox="1">
            <a:spLocks noChangeArrowheads="1"/>
          </p:cNvSpPr>
          <p:nvPr/>
        </p:nvSpPr>
        <p:spPr bwMode="auto">
          <a:xfrm>
            <a:off x="548680" y="6292046"/>
            <a:ext cx="776579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  <a:buClr>
                <a:schemeClr val="accent2"/>
              </a:buClr>
            </a:pPr>
            <a:r>
              <a:rPr lang="en-US" sz="1400" b="1" dirty="0" err="1" smtClean="0">
                <a:latin typeface="Times New Roman" pitchFamily="18" charset="0"/>
              </a:rPr>
              <a:t>M</a:t>
            </a:r>
            <a:r>
              <a:rPr lang="en-US" sz="1400" b="1" baseline="-25000" dirty="0" err="1" smtClean="0">
                <a:latin typeface="Times New Roman" pitchFamily="18" charset="0"/>
              </a:rPr>
              <a:t>z</a:t>
            </a:r>
            <a:r>
              <a:rPr lang="en-US" sz="1400" b="1" dirty="0" smtClean="0">
                <a:latin typeface="Times New Roman" pitchFamily="18" charset="0"/>
              </a:rPr>
              <a:t>=±</a:t>
            </a:r>
            <a:r>
              <a:rPr lang="en-US" sz="1400" b="1" dirty="0">
                <a:latin typeface="Times New Roman" pitchFamily="18" charset="0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7281964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4840</TotalTime>
  <Words>27</Words>
  <Application>Microsoft Office PowerPoint</Application>
  <PresentationFormat>Personnalisé</PresentationFormat>
  <Paragraphs>12</Paragraphs>
  <Slides>1</Slides>
  <Notes>1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2" baseType="lpstr">
      <vt:lpstr>Thème Office</vt:lpstr>
      <vt:lpstr>Présentation PowerPoint</vt:lpstr>
    </vt:vector>
  </TitlesOfParts>
  <Company>Hewlett-Packard Company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lucien.besombes</dc:creator>
  <cp:lastModifiedBy>Alban Lafuente</cp:lastModifiedBy>
  <cp:revision>278</cp:revision>
  <cp:lastPrinted>2015-05-26T08:02:39Z</cp:lastPrinted>
  <dcterms:created xsi:type="dcterms:W3CDTF">2013-09-27T09:14:25Z</dcterms:created>
  <dcterms:modified xsi:type="dcterms:W3CDTF">2017-09-21T18:51:37Z</dcterms:modified>
</cp:coreProperties>
</file>