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40538" cy="5111750"/>
  <p:notesSz cx="6858000" cy="9144000"/>
  <p:defaultTextStyle>
    <a:defPPr>
      <a:defRPr lang="fr-FR"/>
    </a:defPPr>
    <a:lvl1pPr marL="0" algn="l" defTabSz="658306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329153" algn="l" defTabSz="658306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658306" algn="l" defTabSz="658306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987459" algn="l" defTabSz="658306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316613" algn="l" defTabSz="658306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1645766" algn="l" defTabSz="658306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1974919" algn="l" defTabSz="658306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2304072" algn="l" defTabSz="658306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2633225" algn="l" defTabSz="658306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7" d="100"/>
          <a:sy n="117" d="100"/>
        </p:scale>
        <p:origin x="-1086" y="-132"/>
      </p:cViewPr>
      <p:guideLst>
        <p:guide orient="horz" pos="1611"/>
        <p:guide pos="21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3044" y="1587957"/>
            <a:ext cx="5814457" cy="1095714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6084" y="2896658"/>
            <a:ext cx="4788377" cy="130633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291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583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874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166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645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974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3040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633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ACA46-FDE7-47C8-A70A-6E4F24447FCA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7B618-7D71-41C3-A8A2-B96F87BD4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2799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ACA46-FDE7-47C8-A70A-6E4F24447FCA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7B618-7D71-41C3-A8A2-B96F87BD4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0644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0358" y="3284773"/>
            <a:ext cx="5814457" cy="1015250"/>
          </a:xfrm>
        </p:spPr>
        <p:txBody>
          <a:bodyPr anchor="t"/>
          <a:lstStyle>
            <a:lvl1pPr algn="l">
              <a:defRPr sz="29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0358" y="2166580"/>
            <a:ext cx="5814457" cy="1118194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29153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2pPr>
            <a:lvl3pPr marL="65830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987459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4pPr>
            <a:lvl5pPr marL="1316613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5pPr>
            <a:lvl6pPr marL="1645766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6pPr>
            <a:lvl7pPr marL="1974919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7pPr>
            <a:lvl8pPr marL="2304072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8pPr>
            <a:lvl9pPr marL="2633225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ACA46-FDE7-47C8-A70A-6E4F24447FCA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7B618-7D71-41C3-A8A2-B96F87BD4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7493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69588" y="939522"/>
            <a:ext cx="2366873" cy="2656454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750467" y="939522"/>
            <a:ext cx="2366874" cy="2656454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5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ACA46-FDE7-47C8-A70A-6E4F24447FCA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7B618-7D71-41C3-A8A2-B96F87BD4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4364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027" y="204707"/>
            <a:ext cx="6156484" cy="851958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027" y="1144228"/>
            <a:ext cx="3022426" cy="476860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9153" indent="0">
              <a:buNone/>
              <a:defRPr sz="1500" b="1"/>
            </a:lvl2pPr>
            <a:lvl3pPr marL="658306" indent="0">
              <a:buNone/>
              <a:defRPr sz="1300" b="1"/>
            </a:lvl3pPr>
            <a:lvl4pPr marL="987459" indent="0">
              <a:buNone/>
              <a:defRPr sz="1200" b="1"/>
            </a:lvl4pPr>
            <a:lvl5pPr marL="1316613" indent="0">
              <a:buNone/>
              <a:defRPr sz="1200" b="1"/>
            </a:lvl5pPr>
            <a:lvl6pPr marL="1645766" indent="0">
              <a:buNone/>
              <a:defRPr sz="1200" b="1"/>
            </a:lvl6pPr>
            <a:lvl7pPr marL="1974919" indent="0">
              <a:buNone/>
              <a:defRPr sz="1200" b="1"/>
            </a:lvl7pPr>
            <a:lvl8pPr marL="2304072" indent="0">
              <a:buNone/>
              <a:defRPr sz="1200" b="1"/>
            </a:lvl8pPr>
            <a:lvl9pPr marL="2633225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027" y="1621088"/>
            <a:ext cx="3022426" cy="2945173"/>
          </a:xfrm>
        </p:spPr>
        <p:txBody>
          <a:bodyPr/>
          <a:lstStyle>
            <a:lvl1pPr>
              <a:defRPr sz="1700"/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74901" y="1144228"/>
            <a:ext cx="3023613" cy="476860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9153" indent="0">
              <a:buNone/>
              <a:defRPr sz="1500" b="1"/>
            </a:lvl2pPr>
            <a:lvl3pPr marL="658306" indent="0">
              <a:buNone/>
              <a:defRPr sz="1300" b="1"/>
            </a:lvl3pPr>
            <a:lvl4pPr marL="987459" indent="0">
              <a:buNone/>
              <a:defRPr sz="1200" b="1"/>
            </a:lvl4pPr>
            <a:lvl5pPr marL="1316613" indent="0">
              <a:buNone/>
              <a:defRPr sz="1200" b="1"/>
            </a:lvl5pPr>
            <a:lvl6pPr marL="1645766" indent="0">
              <a:buNone/>
              <a:defRPr sz="1200" b="1"/>
            </a:lvl6pPr>
            <a:lvl7pPr marL="1974919" indent="0">
              <a:buNone/>
              <a:defRPr sz="1200" b="1"/>
            </a:lvl7pPr>
            <a:lvl8pPr marL="2304072" indent="0">
              <a:buNone/>
              <a:defRPr sz="1200" b="1"/>
            </a:lvl8pPr>
            <a:lvl9pPr marL="2633225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74901" y="1621088"/>
            <a:ext cx="3023613" cy="2945173"/>
          </a:xfrm>
        </p:spPr>
        <p:txBody>
          <a:bodyPr/>
          <a:lstStyle>
            <a:lvl1pPr>
              <a:defRPr sz="1700"/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ACA46-FDE7-47C8-A70A-6E4F24447FCA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7B618-7D71-41C3-A8A2-B96F87BD4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4082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ACA46-FDE7-47C8-A70A-6E4F24447FCA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7B618-7D71-41C3-A8A2-B96F87BD4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7983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ACA46-FDE7-47C8-A70A-6E4F24447FCA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7B618-7D71-41C3-A8A2-B96F87BD4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888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031" y="203525"/>
            <a:ext cx="2250489" cy="86615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74464" y="203525"/>
            <a:ext cx="3824051" cy="4362735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7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031" y="1069682"/>
            <a:ext cx="2250489" cy="3496580"/>
          </a:xfrm>
        </p:spPr>
        <p:txBody>
          <a:bodyPr/>
          <a:lstStyle>
            <a:lvl1pPr marL="0" indent="0">
              <a:buNone/>
              <a:defRPr sz="1000"/>
            </a:lvl1pPr>
            <a:lvl2pPr marL="329153" indent="0">
              <a:buNone/>
              <a:defRPr sz="800"/>
            </a:lvl2pPr>
            <a:lvl3pPr marL="658306" indent="0">
              <a:buNone/>
              <a:defRPr sz="700"/>
            </a:lvl3pPr>
            <a:lvl4pPr marL="987459" indent="0">
              <a:buNone/>
              <a:defRPr sz="600"/>
            </a:lvl4pPr>
            <a:lvl5pPr marL="1316613" indent="0">
              <a:buNone/>
              <a:defRPr sz="600"/>
            </a:lvl5pPr>
            <a:lvl6pPr marL="1645766" indent="0">
              <a:buNone/>
              <a:defRPr sz="600"/>
            </a:lvl6pPr>
            <a:lvl7pPr marL="1974919" indent="0">
              <a:buNone/>
              <a:defRPr sz="600"/>
            </a:lvl7pPr>
            <a:lvl8pPr marL="2304072" indent="0">
              <a:buNone/>
              <a:defRPr sz="600"/>
            </a:lvl8pPr>
            <a:lvl9pPr marL="2633225" indent="0">
              <a:buNone/>
              <a:defRPr sz="6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ACA46-FDE7-47C8-A70A-6E4F24447FCA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7B618-7D71-41C3-A8A2-B96F87BD4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3494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0796" y="3578225"/>
            <a:ext cx="4104323" cy="422429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0796" y="456745"/>
            <a:ext cx="4104323" cy="3067050"/>
          </a:xfrm>
        </p:spPr>
        <p:txBody>
          <a:bodyPr/>
          <a:lstStyle>
            <a:lvl1pPr marL="0" indent="0">
              <a:buNone/>
              <a:defRPr sz="2300"/>
            </a:lvl1pPr>
            <a:lvl2pPr marL="329153" indent="0">
              <a:buNone/>
              <a:defRPr sz="2000"/>
            </a:lvl2pPr>
            <a:lvl3pPr marL="658306" indent="0">
              <a:buNone/>
              <a:defRPr sz="1700"/>
            </a:lvl3pPr>
            <a:lvl4pPr marL="987459" indent="0">
              <a:buNone/>
              <a:defRPr sz="1500"/>
            </a:lvl4pPr>
            <a:lvl5pPr marL="1316613" indent="0">
              <a:buNone/>
              <a:defRPr sz="1500"/>
            </a:lvl5pPr>
            <a:lvl6pPr marL="1645766" indent="0">
              <a:buNone/>
              <a:defRPr sz="1500"/>
            </a:lvl6pPr>
            <a:lvl7pPr marL="1974919" indent="0">
              <a:buNone/>
              <a:defRPr sz="1500"/>
            </a:lvl7pPr>
            <a:lvl8pPr marL="2304072" indent="0">
              <a:buNone/>
              <a:defRPr sz="1500"/>
            </a:lvl8pPr>
            <a:lvl9pPr marL="2633225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0796" y="4000657"/>
            <a:ext cx="4104323" cy="599921"/>
          </a:xfrm>
        </p:spPr>
        <p:txBody>
          <a:bodyPr/>
          <a:lstStyle>
            <a:lvl1pPr marL="0" indent="0">
              <a:buNone/>
              <a:defRPr sz="1000"/>
            </a:lvl1pPr>
            <a:lvl2pPr marL="329153" indent="0">
              <a:buNone/>
              <a:defRPr sz="800"/>
            </a:lvl2pPr>
            <a:lvl3pPr marL="658306" indent="0">
              <a:buNone/>
              <a:defRPr sz="700"/>
            </a:lvl3pPr>
            <a:lvl4pPr marL="987459" indent="0">
              <a:buNone/>
              <a:defRPr sz="600"/>
            </a:lvl4pPr>
            <a:lvl5pPr marL="1316613" indent="0">
              <a:buNone/>
              <a:defRPr sz="600"/>
            </a:lvl5pPr>
            <a:lvl6pPr marL="1645766" indent="0">
              <a:buNone/>
              <a:defRPr sz="600"/>
            </a:lvl6pPr>
            <a:lvl7pPr marL="1974919" indent="0">
              <a:buNone/>
              <a:defRPr sz="600"/>
            </a:lvl7pPr>
            <a:lvl8pPr marL="2304072" indent="0">
              <a:buNone/>
              <a:defRPr sz="600"/>
            </a:lvl8pPr>
            <a:lvl9pPr marL="2633225" indent="0">
              <a:buNone/>
              <a:defRPr sz="6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ACA46-FDE7-47C8-A70A-6E4F24447FCA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7B618-7D71-41C3-A8A2-B96F87BD4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1656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ACA46-FDE7-47C8-A70A-6E4F24447FCA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7B618-7D71-41C3-A8A2-B96F87BD4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7767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905998" y="160927"/>
            <a:ext cx="1211345" cy="3435049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69584" y="160927"/>
            <a:ext cx="3522402" cy="3435049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ACA46-FDE7-47C8-A70A-6E4F24447FCA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57B618-7D71-41C3-A8A2-B96F87BD4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1334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027" y="204707"/>
            <a:ext cx="6156484" cy="851958"/>
          </a:xfrm>
          <a:prstGeom prst="rect">
            <a:avLst/>
          </a:prstGeom>
        </p:spPr>
        <p:txBody>
          <a:bodyPr vert="horz" lIns="65831" tIns="32916" rIns="65831" bIns="32916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027" y="1192743"/>
            <a:ext cx="6156484" cy="3373519"/>
          </a:xfrm>
          <a:prstGeom prst="rect">
            <a:avLst/>
          </a:prstGeom>
        </p:spPr>
        <p:txBody>
          <a:bodyPr vert="horz" lIns="65831" tIns="32916" rIns="65831" bIns="32916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027" y="4737837"/>
            <a:ext cx="1596126" cy="272153"/>
          </a:xfrm>
          <a:prstGeom prst="rect">
            <a:avLst/>
          </a:prstGeom>
        </p:spPr>
        <p:txBody>
          <a:bodyPr vert="horz" lIns="65831" tIns="32916" rIns="65831" bIns="32916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7ACA46-FDE7-47C8-A70A-6E4F24447FCA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37185" y="4737837"/>
            <a:ext cx="2166170" cy="272153"/>
          </a:xfrm>
          <a:prstGeom prst="rect">
            <a:avLst/>
          </a:prstGeom>
        </p:spPr>
        <p:txBody>
          <a:bodyPr vert="horz" lIns="65831" tIns="32916" rIns="65831" bIns="32916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02385" y="4737837"/>
            <a:ext cx="1596126" cy="272153"/>
          </a:xfrm>
          <a:prstGeom prst="rect">
            <a:avLst/>
          </a:prstGeom>
        </p:spPr>
        <p:txBody>
          <a:bodyPr vert="horz" lIns="65831" tIns="32916" rIns="65831" bIns="32916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57B618-7D71-41C3-A8A2-B96F87BD4B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2625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58306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6865" indent="-246865" algn="l" defTabSz="658306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34874" indent="-205721" algn="l" defTabSz="658306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883" indent="-164577" algn="l" defTabSz="658306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152036" indent="-164577" algn="l" defTabSz="658306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190" indent="-164577" algn="l" defTabSz="658306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10343" indent="-164577" algn="l" defTabSz="658306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139496" indent="-164577" algn="l" defTabSz="658306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468649" indent="-164577" algn="l" defTabSz="658306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797802" indent="-164577" algn="l" defTabSz="658306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58306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9153" algn="l" defTabSz="658306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58306" algn="l" defTabSz="658306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87459" algn="l" defTabSz="658306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16613" algn="l" defTabSz="658306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766" algn="l" defTabSz="658306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74919" algn="l" defTabSz="658306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304072" algn="l" defTabSz="658306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633225" algn="l" defTabSz="658306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-171400"/>
            <a:ext cx="7202487" cy="534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313082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1</cp:revision>
  <dcterms:created xsi:type="dcterms:W3CDTF">2017-07-12T13:04:32Z</dcterms:created>
  <dcterms:modified xsi:type="dcterms:W3CDTF">2017-07-12T13:08:39Z</dcterms:modified>
</cp:coreProperties>
</file>