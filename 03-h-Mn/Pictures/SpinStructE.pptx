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05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941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976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05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731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81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879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670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564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744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393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5EF-4A01-45A7-A583-43ECF94838BA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400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565EF-4A01-45A7-A583-43ECF94838BA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CD9CD-9A3E-480E-AF85-1D5B562720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207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/>
          <p:nvPr/>
        </p:nvGrpSpPr>
        <p:grpSpPr>
          <a:xfrm>
            <a:off x="1277026" y="-27384"/>
            <a:ext cx="4038709" cy="4201883"/>
            <a:chOff x="-10769" y="-27384"/>
            <a:chExt cx="4038709" cy="4201883"/>
          </a:xfrm>
        </p:grpSpPr>
        <p:sp>
          <p:nvSpPr>
            <p:cNvPr id="5" name="ZoneTexte 4"/>
            <p:cNvSpPr txBox="1"/>
            <p:nvPr/>
          </p:nvSpPr>
          <p:spPr>
            <a:xfrm>
              <a:off x="106755" y="-2738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Line 17"/>
            <p:cNvSpPr>
              <a:spLocks noChangeShapeType="1"/>
            </p:cNvSpPr>
            <p:nvPr/>
          </p:nvSpPr>
          <p:spPr bwMode="auto">
            <a:xfrm>
              <a:off x="1239896" y="50209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17"/>
            <p:cNvSpPr>
              <a:spLocks noChangeShapeType="1"/>
            </p:cNvSpPr>
            <p:nvPr/>
          </p:nvSpPr>
          <p:spPr bwMode="auto">
            <a:xfrm>
              <a:off x="1679537" y="405946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17"/>
            <p:cNvSpPr>
              <a:spLocks noChangeShapeType="1"/>
            </p:cNvSpPr>
            <p:nvPr/>
          </p:nvSpPr>
          <p:spPr bwMode="auto">
            <a:xfrm>
              <a:off x="2116206" y="50209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7"/>
            <p:cNvSpPr>
              <a:spLocks noChangeShapeType="1"/>
            </p:cNvSpPr>
            <p:nvPr/>
          </p:nvSpPr>
          <p:spPr bwMode="auto">
            <a:xfrm>
              <a:off x="2087763" y="1078155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7"/>
            <p:cNvSpPr>
              <a:spLocks noChangeShapeType="1"/>
            </p:cNvSpPr>
            <p:nvPr/>
          </p:nvSpPr>
          <p:spPr bwMode="auto">
            <a:xfrm>
              <a:off x="2363331" y="122217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7"/>
            <p:cNvSpPr>
              <a:spLocks noChangeShapeType="1"/>
            </p:cNvSpPr>
            <p:nvPr/>
          </p:nvSpPr>
          <p:spPr bwMode="auto">
            <a:xfrm>
              <a:off x="1229531" y="1078155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7"/>
            <p:cNvSpPr>
              <a:spLocks noChangeShapeType="1"/>
            </p:cNvSpPr>
            <p:nvPr/>
          </p:nvSpPr>
          <p:spPr bwMode="auto">
            <a:xfrm>
              <a:off x="1000256" y="122217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48217" y="-1965"/>
              <a:ext cx="217128" cy="23087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6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693361" y="977741"/>
              <a:ext cx="591710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M=3</a:t>
              </a:r>
              <a:endParaRPr lang="en-US" sz="1400" dirty="0"/>
            </a:p>
          </p:txBody>
        </p:sp>
        <p:cxnSp>
          <p:nvCxnSpPr>
            <p:cNvPr id="15" name="Connecteur droit avec flèche 14"/>
            <p:cNvCxnSpPr>
              <a:stCxn id="25" idx="0"/>
            </p:cNvCxnSpPr>
            <p:nvPr/>
          </p:nvCxnSpPr>
          <p:spPr>
            <a:xfrm flipV="1">
              <a:off x="1761903" y="113471"/>
              <a:ext cx="16156" cy="372553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/>
            <p:cNvCxnSpPr/>
            <p:nvPr/>
          </p:nvCxnSpPr>
          <p:spPr>
            <a:xfrm flipV="1">
              <a:off x="372985" y="3685134"/>
              <a:ext cx="3238663" cy="339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/>
            <p:cNvCxnSpPr/>
            <p:nvPr/>
          </p:nvCxnSpPr>
          <p:spPr>
            <a:xfrm flipH="1">
              <a:off x="2005847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 flipH="1">
              <a:off x="2248571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flipH="1">
              <a:off x="2475751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/>
            <p:cNvCxnSpPr/>
            <p:nvPr/>
          </p:nvCxnSpPr>
          <p:spPr>
            <a:xfrm flipH="1">
              <a:off x="2702930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 flipH="1">
              <a:off x="1529174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/>
            <p:cNvCxnSpPr/>
            <p:nvPr/>
          </p:nvCxnSpPr>
          <p:spPr>
            <a:xfrm flipH="1">
              <a:off x="1301995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/>
            <p:cNvCxnSpPr/>
            <p:nvPr/>
          </p:nvCxnSpPr>
          <p:spPr>
            <a:xfrm flipH="1">
              <a:off x="1074815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/>
            <p:cNvCxnSpPr/>
            <p:nvPr/>
          </p:nvCxnSpPr>
          <p:spPr>
            <a:xfrm flipH="1">
              <a:off x="847636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1610346" y="3839006"/>
              <a:ext cx="30311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400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854" y="3839006"/>
              <a:ext cx="414658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en-US" sz="1400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018611" y="3839006"/>
              <a:ext cx="414658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en-US" sz="1400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261336" y="3839006"/>
              <a:ext cx="414658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+3</a:t>
              </a:r>
              <a:endParaRPr lang="en-US" sz="1400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499505" y="3839006"/>
              <a:ext cx="414658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+4</a:t>
              </a:r>
              <a:endParaRPr lang="en-US" sz="1400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307034" y="3839006"/>
              <a:ext cx="36862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400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9855" y="3839006"/>
              <a:ext cx="36862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52676" y="3839006"/>
              <a:ext cx="36862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400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5497" y="3839006"/>
              <a:ext cx="36862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1400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335603" y="3717032"/>
              <a:ext cx="300293" cy="23087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fr-FR" sz="16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600" baseline="-25000" dirty="0"/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2882781" y="1972759"/>
              <a:ext cx="538550" cy="209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fr-FR" sz="1400" baseline="-250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=+5/2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ZoneTexte 35"/>
            <p:cNvSpPr txBox="1"/>
            <p:nvPr/>
          </p:nvSpPr>
          <p:spPr>
            <a:xfrm>
              <a:off x="625497" y="3282221"/>
              <a:ext cx="509330" cy="209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fr-FR" sz="1400" baseline="-250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=-5/2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693361" y="238199"/>
              <a:ext cx="591710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M=2</a:t>
              </a:r>
              <a:endParaRPr lang="en-US" sz="1400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41016" y="2996952"/>
              <a:ext cx="449766" cy="23087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fr-F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-Mn</a:t>
              </a:r>
              <a:endParaRPr lang="en-US" sz="1600" dirty="0"/>
            </a:p>
          </p:txBody>
        </p:sp>
        <p:sp>
          <p:nvSpPr>
            <p:cNvPr id="39" name="Line 17"/>
            <p:cNvSpPr>
              <a:spLocks noChangeShapeType="1"/>
            </p:cNvSpPr>
            <p:nvPr/>
          </p:nvSpPr>
          <p:spPr bwMode="auto">
            <a:xfrm>
              <a:off x="2587086" y="2182644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Line 17"/>
            <p:cNvSpPr>
              <a:spLocks noChangeShapeType="1"/>
            </p:cNvSpPr>
            <p:nvPr/>
          </p:nvSpPr>
          <p:spPr bwMode="auto">
            <a:xfrm>
              <a:off x="1432924" y="2903524"/>
              <a:ext cx="642506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Line 17"/>
            <p:cNvSpPr>
              <a:spLocks noChangeShapeType="1"/>
            </p:cNvSpPr>
            <p:nvPr/>
          </p:nvSpPr>
          <p:spPr bwMode="auto">
            <a:xfrm>
              <a:off x="1682883" y="3230213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Line 17"/>
            <p:cNvSpPr>
              <a:spLocks noChangeShapeType="1"/>
            </p:cNvSpPr>
            <p:nvPr/>
          </p:nvSpPr>
          <p:spPr bwMode="auto">
            <a:xfrm>
              <a:off x="771910" y="2182644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17"/>
            <p:cNvSpPr>
              <a:spLocks noChangeShapeType="1"/>
            </p:cNvSpPr>
            <p:nvPr/>
          </p:nvSpPr>
          <p:spPr bwMode="auto">
            <a:xfrm>
              <a:off x="994576" y="2444535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17"/>
            <p:cNvSpPr>
              <a:spLocks noChangeShapeType="1"/>
            </p:cNvSpPr>
            <p:nvPr/>
          </p:nvSpPr>
          <p:spPr bwMode="auto">
            <a:xfrm>
              <a:off x="1224011" y="2706428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17"/>
            <p:cNvSpPr>
              <a:spLocks noChangeShapeType="1"/>
            </p:cNvSpPr>
            <p:nvPr/>
          </p:nvSpPr>
          <p:spPr bwMode="auto">
            <a:xfrm>
              <a:off x="1678369" y="3230213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17"/>
            <p:cNvSpPr>
              <a:spLocks noChangeShapeType="1"/>
            </p:cNvSpPr>
            <p:nvPr/>
          </p:nvSpPr>
          <p:spPr bwMode="auto">
            <a:xfrm>
              <a:off x="1905548" y="3492105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ZoneTexte 46"/>
            <p:cNvSpPr txBox="1"/>
            <p:nvPr/>
          </p:nvSpPr>
          <p:spPr>
            <a:xfrm>
              <a:off x="-10769" y="1992075"/>
              <a:ext cx="509330" cy="209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fr-FR" sz="1400" baseline="-25000" dirty="0" err="1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=-5/2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ZoneTexte 47"/>
            <p:cNvSpPr txBox="1"/>
            <p:nvPr/>
          </p:nvSpPr>
          <p:spPr>
            <a:xfrm>
              <a:off x="2136629" y="3284337"/>
              <a:ext cx="538550" cy="209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fr-FR" sz="1400" baseline="-25000" dirty="0" err="1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=+5/2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Line 17"/>
            <p:cNvSpPr>
              <a:spLocks noChangeShapeType="1"/>
            </p:cNvSpPr>
            <p:nvPr/>
          </p:nvSpPr>
          <p:spPr bwMode="auto">
            <a:xfrm>
              <a:off x="2373842" y="2444535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Line 17"/>
            <p:cNvSpPr>
              <a:spLocks noChangeShapeType="1"/>
            </p:cNvSpPr>
            <p:nvPr/>
          </p:nvSpPr>
          <p:spPr bwMode="auto">
            <a:xfrm>
              <a:off x="2146663" y="2706428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Line 17"/>
            <p:cNvSpPr>
              <a:spLocks noChangeShapeType="1"/>
            </p:cNvSpPr>
            <p:nvPr/>
          </p:nvSpPr>
          <p:spPr bwMode="auto">
            <a:xfrm>
              <a:off x="1783379" y="3230213"/>
              <a:ext cx="100498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Line 17"/>
            <p:cNvSpPr>
              <a:spLocks noChangeShapeType="1"/>
            </p:cNvSpPr>
            <p:nvPr/>
          </p:nvSpPr>
          <p:spPr bwMode="auto">
            <a:xfrm>
              <a:off x="1465127" y="3492105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ZoneTexte 52"/>
            <p:cNvSpPr txBox="1"/>
            <p:nvPr/>
          </p:nvSpPr>
          <p:spPr>
            <a:xfrm>
              <a:off x="2117209" y="1582211"/>
              <a:ext cx="281188" cy="2518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ZoneTexte 53"/>
            <p:cNvSpPr txBox="1"/>
            <p:nvPr/>
          </p:nvSpPr>
          <p:spPr>
            <a:xfrm>
              <a:off x="967544" y="1582211"/>
              <a:ext cx="661345" cy="402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rgbClr val="0070C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5" name="Connecteur droit avec flèche 54"/>
            <p:cNvCxnSpPr/>
            <p:nvPr/>
          </p:nvCxnSpPr>
          <p:spPr>
            <a:xfrm>
              <a:off x="1998149" y="993368"/>
              <a:ext cx="319890" cy="1681389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Line 17"/>
            <p:cNvSpPr>
              <a:spLocks noChangeShapeType="1"/>
            </p:cNvSpPr>
            <p:nvPr/>
          </p:nvSpPr>
          <p:spPr bwMode="auto">
            <a:xfrm>
              <a:off x="1444089" y="2902848"/>
              <a:ext cx="657858" cy="677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17"/>
            <p:cNvSpPr>
              <a:spLocks noChangeShapeType="1"/>
            </p:cNvSpPr>
            <p:nvPr/>
          </p:nvSpPr>
          <p:spPr bwMode="auto">
            <a:xfrm>
              <a:off x="1433765" y="3033794"/>
              <a:ext cx="642506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Line 17"/>
            <p:cNvSpPr>
              <a:spLocks noChangeShapeType="1"/>
            </p:cNvSpPr>
            <p:nvPr/>
          </p:nvSpPr>
          <p:spPr bwMode="auto">
            <a:xfrm>
              <a:off x="1444931" y="3033117"/>
              <a:ext cx="657858" cy="677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17"/>
            <p:cNvSpPr>
              <a:spLocks noChangeShapeType="1"/>
            </p:cNvSpPr>
            <p:nvPr/>
          </p:nvSpPr>
          <p:spPr bwMode="auto">
            <a:xfrm>
              <a:off x="1683888" y="92973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orme libre 59"/>
            <p:cNvSpPr/>
            <p:nvPr/>
          </p:nvSpPr>
          <p:spPr>
            <a:xfrm>
              <a:off x="1530357" y="681361"/>
              <a:ext cx="466190" cy="259047"/>
            </a:xfrm>
            <a:custGeom>
              <a:avLst/>
              <a:gdLst>
                <a:gd name="connsiteX0" fmla="*/ 0 w 952500"/>
                <a:gd name="connsiteY0" fmla="*/ 361955 h 361955"/>
                <a:gd name="connsiteX1" fmla="*/ 495300 w 952500"/>
                <a:gd name="connsiteY1" fmla="*/ 5 h 361955"/>
                <a:gd name="connsiteX2" fmla="*/ 952500 w 952500"/>
                <a:gd name="connsiteY2" fmla="*/ 352430 h 361955"/>
                <a:gd name="connsiteX3" fmla="*/ 952500 w 952500"/>
                <a:gd name="connsiteY3" fmla="*/ 352430 h 36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0" h="361955">
                  <a:moveTo>
                    <a:pt x="0" y="361955"/>
                  </a:moveTo>
                  <a:cubicBezTo>
                    <a:pt x="168275" y="181773"/>
                    <a:pt x="336550" y="1592"/>
                    <a:pt x="495300" y="5"/>
                  </a:cubicBezTo>
                  <a:cubicBezTo>
                    <a:pt x="654050" y="-1582"/>
                    <a:pt x="952500" y="352430"/>
                    <a:pt x="952500" y="352430"/>
                  </a:cubicBezTo>
                  <a:lnTo>
                    <a:pt x="952500" y="352430"/>
                  </a:lnTo>
                </a:path>
              </a:pathLst>
            </a:custGeom>
            <a:noFill/>
            <a:ln w="19050">
              <a:solidFill>
                <a:srgbClr val="00B050"/>
              </a:solidFill>
              <a:headEnd type="arrow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Connecteur droit avec flèche 60"/>
            <p:cNvCxnSpPr>
              <a:endCxn id="44" idx="0"/>
            </p:cNvCxnSpPr>
            <p:nvPr/>
          </p:nvCxnSpPr>
          <p:spPr>
            <a:xfrm flipH="1">
              <a:off x="1224011" y="1002893"/>
              <a:ext cx="324883" cy="1703535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/>
            <p:cNvSpPr/>
            <p:nvPr/>
          </p:nvSpPr>
          <p:spPr>
            <a:xfrm>
              <a:off x="3184814" y="608699"/>
              <a:ext cx="843126" cy="3690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fr-FR" sz="16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-Mn</a:t>
              </a:r>
              <a:endParaRPr lang="en-US" sz="1600" dirty="0"/>
            </a:p>
          </p:txBody>
        </p:sp>
        <p:sp>
          <p:nvSpPr>
            <p:cNvPr id="63" name="Line 17"/>
            <p:cNvSpPr>
              <a:spLocks noChangeShapeType="1"/>
            </p:cNvSpPr>
            <p:nvPr/>
          </p:nvSpPr>
          <p:spPr bwMode="auto">
            <a:xfrm>
              <a:off x="1896885" y="430083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17"/>
            <p:cNvSpPr>
              <a:spLocks noChangeShapeType="1"/>
            </p:cNvSpPr>
            <p:nvPr/>
          </p:nvSpPr>
          <p:spPr bwMode="auto">
            <a:xfrm>
              <a:off x="1897131" y="1006147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17"/>
            <p:cNvSpPr>
              <a:spLocks noChangeShapeType="1"/>
            </p:cNvSpPr>
            <p:nvPr/>
          </p:nvSpPr>
          <p:spPr bwMode="auto">
            <a:xfrm>
              <a:off x="1448479" y="430083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1464768" y="992314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 Box 56"/>
            <p:cNvSpPr txBox="1">
              <a:spLocks noChangeArrowheads="1"/>
            </p:cNvSpPr>
            <p:nvPr/>
          </p:nvSpPr>
          <p:spPr bwMode="auto">
            <a:xfrm>
              <a:off x="64281" y="476672"/>
              <a:ext cx="12037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hangingPunct="0"/>
              <a:r>
                <a:rPr lang="en-US" b="1" dirty="0" smtClean="0">
                  <a:solidFill>
                    <a:srgbClr val="009900"/>
                  </a:solidFill>
                  <a:latin typeface="Monotype Corsiva" panose="03010101010201010101" pitchFamily="66" charset="0"/>
                </a:rPr>
                <a:t>E </a:t>
              </a:r>
              <a:r>
                <a:rPr lang="en-US" b="1" dirty="0">
                  <a:solidFill>
                    <a:srgbClr val="009900"/>
                  </a:solidFill>
                  <a:latin typeface="Monotype Corsiva" panose="03010101010201010101" pitchFamily="66" charset="0"/>
                </a:rPr>
                <a:t>(</a:t>
              </a:r>
              <a:r>
                <a:rPr lang="en-US" b="1" i="1" dirty="0" smtClean="0">
                  <a:solidFill>
                    <a:srgbClr val="009900"/>
                  </a:solidFill>
                  <a:latin typeface="Monotype Corsiva" panose="03010101010201010101" pitchFamily="66" charset="0"/>
                </a:rPr>
                <a:t>S</a:t>
              </a:r>
              <a:r>
                <a:rPr lang="en-US" b="1" i="1" baseline="-25000" dirty="0">
                  <a:solidFill>
                    <a:srgbClr val="009900"/>
                  </a:solidFill>
                  <a:latin typeface="Monotype Corsiva" panose="03010101010201010101" pitchFamily="66" charset="0"/>
                </a:rPr>
                <a:t>y</a:t>
              </a:r>
              <a:r>
                <a:rPr lang="en-US" b="1" baseline="30000" dirty="0" smtClean="0">
                  <a:solidFill>
                    <a:srgbClr val="009900"/>
                  </a:solidFill>
                  <a:latin typeface="Monotype Corsiva" panose="03010101010201010101" pitchFamily="66" charset="0"/>
                </a:rPr>
                <a:t>2</a:t>
              </a:r>
              <a:r>
                <a:rPr lang="en-US" b="1" dirty="0" smtClean="0">
                  <a:solidFill>
                    <a:srgbClr val="009900"/>
                  </a:solidFill>
                  <a:latin typeface="Monotype Corsiva" panose="03010101010201010101" pitchFamily="66" charset="0"/>
                </a:rPr>
                <a:t> </a:t>
              </a:r>
              <a:r>
                <a:rPr lang="en-US" b="1" dirty="0">
                  <a:solidFill>
                    <a:srgbClr val="009900"/>
                  </a:solidFill>
                  <a:latin typeface="Monotype Corsiva" panose="03010101010201010101" pitchFamily="66" charset="0"/>
                </a:rPr>
                <a:t>- </a:t>
              </a:r>
              <a:r>
                <a:rPr lang="en-US" b="1" i="1" dirty="0" smtClean="0">
                  <a:solidFill>
                    <a:srgbClr val="009900"/>
                  </a:solidFill>
                  <a:latin typeface="Monotype Corsiva" panose="03010101010201010101" pitchFamily="66" charset="0"/>
                </a:rPr>
                <a:t>S</a:t>
              </a:r>
              <a:r>
                <a:rPr lang="en-US" b="1" i="1" baseline="-25000" dirty="0">
                  <a:solidFill>
                    <a:srgbClr val="009900"/>
                  </a:solidFill>
                  <a:latin typeface="Monotype Corsiva" panose="03010101010201010101" pitchFamily="66" charset="0"/>
                </a:rPr>
                <a:t>x</a:t>
              </a:r>
              <a:r>
                <a:rPr lang="en-US" b="1" baseline="30000" dirty="0" smtClean="0">
                  <a:solidFill>
                    <a:srgbClr val="009900"/>
                  </a:solidFill>
                  <a:latin typeface="Monotype Corsiva" panose="03010101010201010101" pitchFamily="66" charset="0"/>
                </a:rPr>
                <a:t>2</a:t>
              </a:r>
              <a:r>
                <a:rPr lang="en-US" b="1" dirty="0">
                  <a:solidFill>
                    <a:srgbClr val="009900"/>
                  </a:solidFill>
                  <a:latin typeface="Monotype Corsiva" panose="030101010102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ZoneTexte 67"/>
                <p:cNvSpPr txBox="1"/>
                <p:nvPr/>
              </p:nvSpPr>
              <p:spPr>
                <a:xfrm>
                  <a:off x="2843808" y="2534193"/>
                  <a:ext cx="5282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"/>
                            <m:ctrlPr>
                              <a:rPr lang="fr-FR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fr-FR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fr-FR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⇑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84" name="ZoneTexte 5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3808" y="2534193"/>
                  <a:ext cx="528222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51163" t="-110000" r="-77907" b="-165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ZoneTexte 68"/>
                <p:cNvSpPr txBox="1"/>
                <p:nvPr/>
              </p:nvSpPr>
              <p:spPr>
                <a:xfrm>
                  <a:off x="227354" y="2555612"/>
                  <a:ext cx="5282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"/>
                            <m:ctrlPr>
                              <a:rPr lang="fr-FR" i="1" smtClean="0">
                                <a:solidFill>
                                  <a:srgbClr val="0066FF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fr-FR" i="1" smtClean="0">
                                    <a:solidFill>
                                      <a:srgbClr val="0066FF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solidFill>
                                      <a:srgbClr val="0066FF"/>
                                    </a:solidFill>
                                    <a:latin typeface="Cambria Math"/>
                                    <a:ea typeface="Cambria Math"/>
                                  </a:rPr>
                                  <m:t>⇓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fr-FR" dirty="0">
                    <a:solidFill>
                      <a:srgbClr val="0066FF"/>
                    </a:solidFill>
                  </a:endParaRPr>
                </a:p>
              </p:txBody>
            </p:sp>
          </mc:Choice>
          <mc:Fallback xmlns="">
            <p:sp>
              <p:nvSpPr>
                <p:cNvPr id="585" name="ZoneTexte 5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354" y="2555612"/>
                  <a:ext cx="528222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51163" t="-108197" r="-77907" b="-16065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0" name="Forme libre 69"/>
          <p:cNvSpPr/>
          <p:nvPr/>
        </p:nvSpPr>
        <p:spPr>
          <a:xfrm>
            <a:off x="2843808" y="257892"/>
            <a:ext cx="466190" cy="146772"/>
          </a:xfrm>
          <a:custGeom>
            <a:avLst/>
            <a:gdLst>
              <a:gd name="connsiteX0" fmla="*/ 0 w 952500"/>
              <a:gd name="connsiteY0" fmla="*/ 361955 h 361955"/>
              <a:gd name="connsiteX1" fmla="*/ 495300 w 952500"/>
              <a:gd name="connsiteY1" fmla="*/ 5 h 361955"/>
              <a:gd name="connsiteX2" fmla="*/ 952500 w 952500"/>
              <a:gd name="connsiteY2" fmla="*/ 352430 h 361955"/>
              <a:gd name="connsiteX3" fmla="*/ 952500 w 952500"/>
              <a:gd name="connsiteY3" fmla="*/ 352430 h 36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" h="361955">
                <a:moveTo>
                  <a:pt x="0" y="361955"/>
                </a:moveTo>
                <a:cubicBezTo>
                  <a:pt x="168275" y="181773"/>
                  <a:pt x="336550" y="1592"/>
                  <a:pt x="495300" y="5"/>
                </a:cubicBezTo>
                <a:cubicBezTo>
                  <a:pt x="654050" y="-1582"/>
                  <a:pt x="952500" y="352430"/>
                  <a:pt x="952500" y="352430"/>
                </a:cubicBezTo>
                <a:lnTo>
                  <a:pt x="952500" y="352430"/>
                </a:lnTo>
              </a:path>
            </a:pathLst>
          </a:custGeom>
          <a:noFill/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00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55</Words>
  <Application>Microsoft Office PowerPoint</Application>
  <PresentationFormat>Affichage à l'écran (4:3)</PresentationFormat>
  <Paragraphs>25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3</cp:revision>
  <dcterms:created xsi:type="dcterms:W3CDTF">2017-07-11T16:46:02Z</dcterms:created>
  <dcterms:modified xsi:type="dcterms:W3CDTF">2017-07-11T18:38:02Z</dcterms:modified>
</cp:coreProperties>
</file>