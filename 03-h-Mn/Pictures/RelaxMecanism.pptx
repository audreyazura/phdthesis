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952750" cy="3240088"/>
  <p:notesSz cx="6858000" cy="9144000"/>
  <p:defaultTextStyle>
    <a:defPPr>
      <a:defRPr lang="fr-FR"/>
    </a:defPPr>
    <a:lvl1pPr marL="0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178967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357933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536900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715865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894832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073798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252765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431731" algn="l" defTabSz="357933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85" d="100"/>
          <a:sy n="185" d="100"/>
        </p:scale>
        <p:origin x="-2160" y="-78"/>
      </p:cViewPr>
      <p:guideLst>
        <p:guide orient="horz" pos="1021"/>
        <p:guide pos="9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1458" y="1006529"/>
            <a:ext cx="2509838" cy="69451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42915" y="1836052"/>
            <a:ext cx="2066925" cy="8280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8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7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6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15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948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73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52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317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124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53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3248" y="2082060"/>
            <a:ext cx="2509838" cy="643517"/>
          </a:xfrm>
        </p:spPr>
        <p:txBody>
          <a:bodyPr anchor="t"/>
          <a:lstStyle>
            <a:lvl1pPr algn="l">
              <a:defRPr sz="15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3248" y="1373290"/>
            <a:ext cx="2509838" cy="708768"/>
          </a:xfrm>
        </p:spPr>
        <p:txBody>
          <a:bodyPr anchor="b"/>
          <a:lstStyle>
            <a:lvl1pPr marL="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1pPr>
            <a:lvl2pPr marL="178967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357933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690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4pPr>
            <a:lvl5pPr marL="715865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5pPr>
            <a:lvl6pPr marL="894832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6pPr>
            <a:lvl7pPr marL="1073798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7pPr>
            <a:lvl8pPr marL="1252765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8pPr>
            <a:lvl9pPr marL="1431731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31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7927" y="396761"/>
            <a:ext cx="498790" cy="1122782"/>
          </a:xfrm>
        </p:spPr>
        <p:txBody>
          <a:bodyPr/>
          <a:lstStyle>
            <a:lvl1pPr>
              <a:defRPr sz="1100"/>
            </a:lvl1pPr>
            <a:lvl2pPr>
              <a:defRPr sz="10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5928" y="396761"/>
            <a:ext cx="498790" cy="1122782"/>
          </a:xfrm>
        </p:spPr>
        <p:txBody>
          <a:bodyPr/>
          <a:lstStyle>
            <a:lvl1pPr>
              <a:defRPr sz="1100"/>
            </a:lvl1pPr>
            <a:lvl2pPr>
              <a:defRPr sz="10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00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7639" y="129755"/>
            <a:ext cx="2657476" cy="54001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47638" y="725270"/>
            <a:ext cx="1304644" cy="302258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78967" indent="0">
              <a:buNone/>
              <a:defRPr sz="700" b="1"/>
            </a:lvl2pPr>
            <a:lvl3pPr marL="357933" indent="0">
              <a:buNone/>
              <a:defRPr sz="600" b="1"/>
            </a:lvl3pPr>
            <a:lvl4pPr marL="536900" indent="0">
              <a:buNone/>
              <a:defRPr sz="600" b="1"/>
            </a:lvl4pPr>
            <a:lvl5pPr marL="715865" indent="0">
              <a:buNone/>
              <a:defRPr sz="600" b="1"/>
            </a:lvl5pPr>
            <a:lvl6pPr marL="894832" indent="0">
              <a:buNone/>
              <a:defRPr sz="600" b="1"/>
            </a:lvl6pPr>
            <a:lvl7pPr marL="1073798" indent="0">
              <a:buNone/>
              <a:defRPr sz="600" b="1"/>
            </a:lvl7pPr>
            <a:lvl8pPr marL="1252765" indent="0">
              <a:buNone/>
              <a:defRPr sz="600" b="1"/>
            </a:lvl8pPr>
            <a:lvl9pPr marL="1431731" indent="0">
              <a:buNone/>
              <a:defRPr sz="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47638" y="1027528"/>
            <a:ext cx="1304644" cy="1866801"/>
          </a:xfrm>
        </p:spPr>
        <p:txBody>
          <a:bodyPr/>
          <a:lstStyle>
            <a:lvl1pPr>
              <a:defRPr sz="1000"/>
            </a:lvl1pPr>
            <a:lvl2pPr>
              <a:defRPr sz="7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499960" y="725270"/>
            <a:ext cx="1305157" cy="302258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78967" indent="0">
              <a:buNone/>
              <a:defRPr sz="700" b="1"/>
            </a:lvl2pPr>
            <a:lvl3pPr marL="357933" indent="0">
              <a:buNone/>
              <a:defRPr sz="600" b="1"/>
            </a:lvl3pPr>
            <a:lvl4pPr marL="536900" indent="0">
              <a:buNone/>
              <a:defRPr sz="600" b="1"/>
            </a:lvl4pPr>
            <a:lvl5pPr marL="715865" indent="0">
              <a:buNone/>
              <a:defRPr sz="600" b="1"/>
            </a:lvl5pPr>
            <a:lvl6pPr marL="894832" indent="0">
              <a:buNone/>
              <a:defRPr sz="600" b="1"/>
            </a:lvl6pPr>
            <a:lvl7pPr marL="1073798" indent="0">
              <a:buNone/>
              <a:defRPr sz="600" b="1"/>
            </a:lvl7pPr>
            <a:lvl8pPr marL="1252765" indent="0">
              <a:buNone/>
              <a:defRPr sz="600" b="1"/>
            </a:lvl8pPr>
            <a:lvl9pPr marL="1431731" indent="0">
              <a:buNone/>
              <a:defRPr sz="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499960" y="1027528"/>
            <a:ext cx="1305157" cy="1866801"/>
          </a:xfrm>
        </p:spPr>
        <p:txBody>
          <a:bodyPr/>
          <a:lstStyle>
            <a:lvl1pPr>
              <a:defRPr sz="1000"/>
            </a:lvl1pPr>
            <a:lvl2pPr>
              <a:defRPr sz="7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526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88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770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7639" y="129006"/>
            <a:ext cx="971434" cy="549014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4444" y="129005"/>
            <a:ext cx="1650670" cy="2765324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7639" y="678021"/>
            <a:ext cx="971434" cy="2216310"/>
          </a:xfrm>
        </p:spPr>
        <p:txBody>
          <a:bodyPr/>
          <a:lstStyle>
            <a:lvl1pPr marL="0" indent="0">
              <a:buNone/>
              <a:defRPr sz="500"/>
            </a:lvl1pPr>
            <a:lvl2pPr marL="178967" indent="0">
              <a:buNone/>
              <a:defRPr sz="400"/>
            </a:lvl2pPr>
            <a:lvl3pPr marL="357933" indent="0">
              <a:buNone/>
              <a:defRPr sz="400"/>
            </a:lvl3pPr>
            <a:lvl4pPr marL="536900" indent="0">
              <a:buNone/>
              <a:defRPr sz="300"/>
            </a:lvl4pPr>
            <a:lvl5pPr marL="715865" indent="0">
              <a:buNone/>
              <a:defRPr sz="300"/>
            </a:lvl5pPr>
            <a:lvl6pPr marL="894832" indent="0">
              <a:buNone/>
              <a:defRPr sz="300"/>
            </a:lvl6pPr>
            <a:lvl7pPr marL="1073798" indent="0">
              <a:buNone/>
              <a:defRPr sz="300"/>
            </a:lvl7pPr>
            <a:lvl8pPr marL="1252765" indent="0">
              <a:buNone/>
              <a:defRPr sz="300"/>
            </a:lvl8pPr>
            <a:lvl9pPr marL="1431731" indent="0">
              <a:buNone/>
              <a:defRPr sz="3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20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8760" y="2268063"/>
            <a:ext cx="1771650" cy="267757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78760" y="289510"/>
            <a:ext cx="1771650" cy="1944053"/>
          </a:xfrm>
        </p:spPr>
        <p:txBody>
          <a:bodyPr/>
          <a:lstStyle>
            <a:lvl1pPr marL="0" indent="0">
              <a:buNone/>
              <a:defRPr sz="1200"/>
            </a:lvl1pPr>
            <a:lvl2pPr marL="178967" indent="0">
              <a:buNone/>
              <a:defRPr sz="1100"/>
            </a:lvl2pPr>
            <a:lvl3pPr marL="357933" indent="0">
              <a:buNone/>
              <a:defRPr sz="1000"/>
            </a:lvl3pPr>
            <a:lvl4pPr marL="536900" indent="0">
              <a:buNone/>
              <a:defRPr sz="700"/>
            </a:lvl4pPr>
            <a:lvl5pPr marL="715865" indent="0">
              <a:buNone/>
              <a:defRPr sz="700"/>
            </a:lvl5pPr>
            <a:lvl6pPr marL="894832" indent="0">
              <a:buNone/>
              <a:defRPr sz="700"/>
            </a:lvl6pPr>
            <a:lvl7pPr marL="1073798" indent="0">
              <a:buNone/>
              <a:defRPr sz="700"/>
            </a:lvl7pPr>
            <a:lvl8pPr marL="1252765" indent="0">
              <a:buNone/>
              <a:defRPr sz="700"/>
            </a:lvl8pPr>
            <a:lvl9pPr marL="1431731" indent="0">
              <a:buNone/>
              <a:defRPr sz="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78760" y="2535820"/>
            <a:ext cx="1771650" cy="380261"/>
          </a:xfrm>
        </p:spPr>
        <p:txBody>
          <a:bodyPr/>
          <a:lstStyle>
            <a:lvl1pPr marL="0" indent="0">
              <a:buNone/>
              <a:defRPr sz="500"/>
            </a:lvl1pPr>
            <a:lvl2pPr marL="178967" indent="0">
              <a:buNone/>
              <a:defRPr sz="400"/>
            </a:lvl2pPr>
            <a:lvl3pPr marL="357933" indent="0">
              <a:buNone/>
              <a:defRPr sz="400"/>
            </a:lvl3pPr>
            <a:lvl4pPr marL="536900" indent="0">
              <a:buNone/>
              <a:defRPr sz="300"/>
            </a:lvl4pPr>
            <a:lvl5pPr marL="715865" indent="0">
              <a:buNone/>
              <a:defRPr sz="300"/>
            </a:lvl5pPr>
            <a:lvl6pPr marL="894832" indent="0">
              <a:buNone/>
              <a:defRPr sz="300"/>
            </a:lvl6pPr>
            <a:lvl7pPr marL="1073798" indent="0">
              <a:buNone/>
              <a:defRPr sz="300"/>
            </a:lvl7pPr>
            <a:lvl8pPr marL="1252765" indent="0">
              <a:buNone/>
              <a:defRPr sz="300"/>
            </a:lvl8pPr>
            <a:lvl9pPr marL="1431731" indent="0">
              <a:buNone/>
              <a:defRPr sz="3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18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423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43278" y="68253"/>
            <a:ext cx="261442" cy="145128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7930" y="68253"/>
            <a:ext cx="736137" cy="145128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29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47639" y="129755"/>
            <a:ext cx="2657476" cy="540014"/>
          </a:xfrm>
          <a:prstGeom prst="rect">
            <a:avLst/>
          </a:prstGeom>
        </p:spPr>
        <p:txBody>
          <a:bodyPr vert="horz" lIns="35793" tIns="17897" rIns="35793" bIns="17897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47639" y="756022"/>
            <a:ext cx="2657476" cy="2138309"/>
          </a:xfrm>
          <a:prstGeom prst="rect">
            <a:avLst/>
          </a:prstGeom>
        </p:spPr>
        <p:txBody>
          <a:bodyPr vert="horz" lIns="35793" tIns="17897" rIns="35793" bIns="17897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47641" y="3003083"/>
            <a:ext cx="688975" cy="172505"/>
          </a:xfrm>
          <a:prstGeom prst="rect">
            <a:avLst/>
          </a:prstGeom>
        </p:spPr>
        <p:txBody>
          <a:bodyPr vert="horz" lIns="35793" tIns="17897" rIns="35793" bIns="17897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52A5D-3EF0-488B-897A-5CC4C344CDC1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08859" y="3003083"/>
            <a:ext cx="935037" cy="172505"/>
          </a:xfrm>
          <a:prstGeom prst="rect">
            <a:avLst/>
          </a:prstGeom>
        </p:spPr>
        <p:txBody>
          <a:bodyPr vert="horz" lIns="35793" tIns="17897" rIns="35793" bIns="17897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116141" y="3003083"/>
            <a:ext cx="688975" cy="172505"/>
          </a:xfrm>
          <a:prstGeom prst="rect">
            <a:avLst/>
          </a:prstGeom>
        </p:spPr>
        <p:txBody>
          <a:bodyPr vert="horz" lIns="35793" tIns="17897" rIns="35793" bIns="17897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1A3F9-9EFA-4D40-A7D4-9F2E92A27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173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7933" rtl="0" eaLnBrk="1" latinLnBrk="0" hangingPunct="1">
        <a:spcBef>
          <a:spcPct val="0"/>
        </a:spcBef>
        <a:buNone/>
        <a:defRPr sz="1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225" indent="-134225" algn="l" defTabSz="357933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90822" indent="-111855" algn="l" defTabSz="357933" rtl="0" eaLnBrk="1" latinLnBrk="0" hangingPunct="1">
        <a:spcBef>
          <a:spcPct val="20000"/>
        </a:spcBef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447416" indent="-89483" algn="l" defTabSz="357933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26382" indent="-89483" algn="l" defTabSz="357933" rtl="0" eaLnBrk="1" latinLnBrk="0" hangingPunct="1">
        <a:spcBef>
          <a:spcPct val="20000"/>
        </a:spcBef>
        <a:buFont typeface="Arial" panose="020B0604020202020204" pitchFamily="34" charset="0"/>
        <a:buChar char="–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805349" indent="-89483" algn="l" defTabSz="357933" rtl="0" eaLnBrk="1" latinLnBrk="0" hangingPunct="1">
        <a:spcBef>
          <a:spcPct val="20000"/>
        </a:spcBef>
        <a:buFont typeface="Arial" panose="020B0604020202020204" pitchFamily="34" charset="0"/>
        <a:buChar char="»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984316" indent="-89483" algn="l" defTabSz="357933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6pPr>
      <a:lvl7pPr marL="1163282" indent="-89483" algn="l" defTabSz="357933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1342248" indent="-89483" algn="l" defTabSz="357933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1521214" indent="-89483" algn="l" defTabSz="357933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78967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57933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536900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715865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94832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1073798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252765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431731" algn="l" defTabSz="357933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e 153"/>
          <p:cNvGrpSpPr/>
          <p:nvPr/>
        </p:nvGrpSpPr>
        <p:grpSpPr>
          <a:xfrm>
            <a:off x="-558105" y="-27384"/>
            <a:ext cx="3672408" cy="3317402"/>
            <a:chOff x="9048106" y="36180686"/>
            <a:chExt cx="2602076" cy="2725599"/>
          </a:xfrm>
        </p:grpSpPr>
        <p:sp>
          <p:nvSpPr>
            <p:cNvPr id="155" name="Line 17"/>
            <p:cNvSpPr>
              <a:spLocks noChangeShapeType="1"/>
            </p:cNvSpPr>
            <p:nvPr/>
          </p:nvSpPr>
          <p:spPr bwMode="auto">
            <a:xfrm>
              <a:off x="10646379" y="36619923"/>
              <a:ext cx="1936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0349637" y="36180686"/>
              <a:ext cx="267405" cy="2779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600" dirty="0"/>
            </a:p>
          </p:txBody>
        </p:sp>
        <p:cxnSp>
          <p:nvCxnSpPr>
            <p:cNvPr id="157" name="Connecteur droit avec flèche 156"/>
            <p:cNvCxnSpPr>
              <a:stCxn id="162" idx="0"/>
            </p:cNvCxnSpPr>
            <p:nvPr/>
          </p:nvCxnSpPr>
          <p:spPr>
            <a:xfrm flipV="1">
              <a:off x="10284786" y="36324702"/>
              <a:ext cx="32496" cy="230458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avec flèche 157"/>
            <p:cNvCxnSpPr/>
            <p:nvPr/>
          </p:nvCxnSpPr>
          <p:spPr>
            <a:xfrm>
              <a:off x="10239947" y="38575989"/>
              <a:ext cx="119006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eur droit 158"/>
            <p:cNvCxnSpPr/>
            <p:nvPr/>
          </p:nvCxnSpPr>
          <p:spPr>
            <a:xfrm flipH="1">
              <a:off x="10563572" y="38529574"/>
              <a:ext cx="1" cy="928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/>
            <p:cNvCxnSpPr/>
            <p:nvPr/>
          </p:nvCxnSpPr>
          <p:spPr>
            <a:xfrm flipH="1">
              <a:off x="10808938" y="38529574"/>
              <a:ext cx="1" cy="928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eur droit 160"/>
            <p:cNvCxnSpPr/>
            <p:nvPr/>
          </p:nvCxnSpPr>
          <p:spPr>
            <a:xfrm flipH="1">
              <a:off x="11038590" y="38529574"/>
              <a:ext cx="1" cy="928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Rectangle 161"/>
            <p:cNvSpPr/>
            <p:nvPr/>
          </p:nvSpPr>
          <p:spPr>
            <a:xfrm>
              <a:off x="10153981" y="38629286"/>
              <a:ext cx="261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 dirty="0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10397275" y="38629286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200" dirty="0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10617403" y="38629286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200" dirty="0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10862770" y="38629286"/>
              <a:ext cx="348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200" dirty="0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1280354" y="38567983"/>
              <a:ext cx="369828" cy="2779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16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600" baseline="-25000" dirty="0"/>
            </a:p>
          </p:txBody>
        </p:sp>
        <p:sp>
          <p:nvSpPr>
            <p:cNvPr id="167" name="Line 17"/>
            <p:cNvSpPr>
              <a:spLocks noChangeShapeType="1"/>
            </p:cNvSpPr>
            <p:nvPr/>
          </p:nvSpPr>
          <p:spPr bwMode="auto">
            <a:xfrm>
              <a:off x="10462181" y="38436743"/>
              <a:ext cx="19365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8" name="Line 17"/>
            <p:cNvSpPr>
              <a:spLocks noChangeShapeType="1"/>
            </p:cNvSpPr>
            <p:nvPr/>
          </p:nvSpPr>
          <p:spPr bwMode="auto">
            <a:xfrm>
              <a:off x="10935572" y="37694101"/>
              <a:ext cx="193658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69" name="ZoneTexte 168"/>
            <p:cNvSpPr txBox="1"/>
            <p:nvPr/>
          </p:nvSpPr>
          <p:spPr>
            <a:xfrm>
              <a:off x="10924946" y="37032695"/>
              <a:ext cx="346299" cy="3032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en-US" sz="18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sz="1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ZoneTexte 169"/>
            <p:cNvSpPr txBox="1"/>
            <p:nvPr/>
          </p:nvSpPr>
          <p:spPr>
            <a:xfrm>
              <a:off x="10355875" y="37032694"/>
              <a:ext cx="668544" cy="303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en-US" sz="18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sz="18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1" name="Connecteur droit avec flèche 170"/>
            <p:cNvCxnSpPr/>
            <p:nvPr/>
          </p:nvCxnSpPr>
          <p:spPr>
            <a:xfrm flipV="1">
              <a:off x="10580287" y="36611392"/>
              <a:ext cx="168481" cy="1820976"/>
            </a:xfrm>
            <a:prstGeom prst="straightConnector1">
              <a:avLst/>
            </a:prstGeom>
            <a:ln w="158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cteur droit avec flèche 171"/>
            <p:cNvCxnSpPr/>
            <p:nvPr/>
          </p:nvCxnSpPr>
          <p:spPr>
            <a:xfrm>
              <a:off x="10766290" y="36612734"/>
              <a:ext cx="272301" cy="1083735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Arc 172"/>
            <p:cNvSpPr/>
            <p:nvPr/>
          </p:nvSpPr>
          <p:spPr>
            <a:xfrm>
              <a:off x="10200234" y="37032695"/>
              <a:ext cx="830268" cy="1404049"/>
            </a:xfrm>
            <a:prstGeom prst="arc">
              <a:avLst>
                <a:gd name="adj1" fmla="val 21387081"/>
                <a:gd name="adj2" fmla="val 5091517"/>
              </a:avLst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4" name="Arc 173"/>
            <p:cNvSpPr/>
            <p:nvPr/>
          </p:nvSpPr>
          <p:spPr>
            <a:xfrm>
              <a:off x="9281259" y="37340472"/>
              <a:ext cx="1654313" cy="394247"/>
            </a:xfrm>
            <a:prstGeom prst="arc">
              <a:avLst>
                <a:gd name="adj1" fmla="val 11436052"/>
                <a:gd name="adj2" fmla="val 20385928"/>
              </a:avLst>
            </a:prstGeom>
            <a:ln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5" name="Arc 174"/>
            <p:cNvSpPr/>
            <p:nvPr/>
          </p:nvSpPr>
          <p:spPr>
            <a:xfrm rot="10800000">
              <a:off x="9048106" y="37332814"/>
              <a:ext cx="1654313" cy="394247"/>
            </a:xfrm>
            <a:prstGeom prst="arc">
              <a:avLst>
                <a:gd name="adj1" fmla="val 11436052"/>
                <a:gd name="adj2" fmla="val 20385928"/>
              </a:avLst>
            </a:prstGeom>
            <a:ln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6" name="ZoneTexte 175"/>
            <p:cNvSpPr txBox="1"/>
            <p:nvPr/>
          </p:nvSpPr>
          <p:spPr>
            <a:xfrm>
              <a:off x="10988694" y="37961141"/>
              <a:ext cx="273138" cy="303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800" dirty="0" err="1" smtClean="0">
                  <a:latin typeface="Symbol" panose="05050102010706020507" pitchFamily="18" charset="2"/>
                </a:rPr>
                <a:t>t</a:t>
              </a:r>
              <a:r>
                <a:rPr lang="fr-FR" sz="18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ff</a:t>
              </a:r>
              <a:endParaRPr lang="fr-FR" sz="1800" baseline="-25000" dirty="0">
                <a:latin typeface="Symbol" panose="05050102010706020507" pitchFamily="18" charset="2"/>
              </a:endParaRPr>
            </a:p>
          </p:txBody>
        </p:sp>
        <p:sp>
          <p:nvSpPr>
            <p:cNvPr id="177" name="ZoneTexte 176"/>
            <p:cNvSpPr txBox="1"/>
            <p:nvPr/>
          </p:nvSpPr>
          <p:spPr>
            <a:xfrm>
              <a:off x="9408146" y="37044782"/>
              <a:ext cx="400277" cy="3032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800" dirty="0" smtClean="0">
                  <a:solidFill>
                    <a:schemeClr val="accent6"/>
                  </a:solidFill>
                  <a:latin typeface="Symbol" panose="05050102010706020507" pitchFamily="18" charset="2"/>
                </a:rPr>
                <a:t>G</a:t>
              </a:r>
              <a:r>
                <a:rPr lang="fr-FR" sz="1800" baseline="-25000" dirty="0" smtClean="0">
                  <a:solidFill>
                    <a:schemeClr val="accent6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</a:t>
              </a:r>
              <a:endParaRPr lang="fr-FR" sz="1800" baseline="-25000" dirty="0">
                <a:solidFill>
                  <a:schemeClr val="accent6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78" name="ZoneTexte 177"/>
            <p:cNvSpPr txBox="1"/>
            <p:nvPr/>
          </p:nvSpPr>
          <p:spPr>
            <a:xfrm>
              <a:off x="9408146" y="37745117"/>
              <a:ext cx="497164" cy="3032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800" dirty="0" smtClean="0">
                  <a:solidFill>
                    <a:srgbClr val="7030A0"/>
                  </a:solidFill>
                  <a:latin typeface="Symbol" panose="05050102010706020507" pitchFamily="18" charset="2"/>
                </a:rPr>
                <a:t>G</a:t>
              </a:r>
              <a:r>
                <a:rPr lang="fr-FR" sz="1800" baseline="-25000" dirty="0" smtClean="0">
                  <a:solidFill>
                    <a:srgbClr val="7030A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out</a:t>
              </a:r>
              <a:endParaRPr lang="fr-FR" sz="1800" baseline="-25000" dirty="0">
                <a:solidFill>
                  <a:srgbClr val="7030A0"/>
                </a:solidFill>
                <a:latin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98764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3</cp:revision>
  <dcterms:created xsi:type="dcterms:W3CDTF">2017-07-11T16:37:24Z</dcterms:created>
  <dcterms:modified xsi:type="dcterms:W3CDTF">2017-07-12T17:06:07Z</dcterms:modified>
</cp:coreProperties>
</file>