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801350" cy="6480175"/>
  <p:notesSz cx="6858000" cy="9144000"/>
  <p:defaultTextStyle>
    <a:defPPr>
      <a:defRPr lang="fr-FR"/>
    </a:defPPr>
    <a:lvl1pPr marL="0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87650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75299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62949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50598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38248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925897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413547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901196" algn="l" defTabSz="9752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50" y="-438"/>
      </p:cViewPr>
      <p:guideLst>
        <p:guide orient="horz" pos="2041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0102" y="2013055"/>
            <a:ext cx="9181147" cy="138903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0203" y="3672099"/>
            <a:ext cx="7560946" cy="16560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5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62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50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38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25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13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01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86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11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3233" y="4164113"/>
            <a:ext cx="9181147" cy="1287035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3233" y="2746575"/>
            <a:ext cx="9181147" cy="1417538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8765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7529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6294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5059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3824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25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135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011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47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40067" y="1512042"/>
            <a:ext cx="4770596" cy="4276616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90687" y="1512042"/>
            <a:ext cx="4770596" cy="4276616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324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068" y="1450540"/>
            <a:ext cx="4772472" cy="604516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87650" indent="0">
              <a:buNone/>
              <a:defRPr sz="2100" b="1"/>
            </a:lvl2pPr>
            <a:lvl3pPr marL="975299" indent="0">
              <a:buNone/>
              <a:defRPr sz="1900" b="1"/>
            </a:lvl3pPr>
            <a:lvl4pPr marL="1462949" indent="0">
              <a:buNone/>
              <a:defRPr sz="1700" b="1"/>
            </a:lvl4pPr>
            <a:lvl5pPr marL="1950598" indent="0">
              <a:buNone/>
              <a:defRPr sz="1700" b="1"/>
            </a:lvl5pPr>
            <a:lvl6pPr marL="2438248" indent="0">
              <a:buNone/>
              <a:defRPr sz="1700" b="1"/>
            </a:lvl6pPr>
            <a:lvl7pPr marL="2925897" indent="0">
              <a:buNone/>
              <a:defRPr sz="1700" b="1"/>
            </a:lvl7pPr>
            <a:lvl8pPr marL="3413547" indent="0">
              <a:buNone/>
              <a:defRPr sz="1700" b="1"/>
            </a:lvl8pPr>
            <a:lvl9pPr marL="3901196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0068" y="2055056"/>
            <a:ext cx="4772472" cy="3733601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486937" y="1450540"/>
            <a:ext cx="4774346" cy="604516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87650" indent="0">
              <a:buNone/>
              <a:defRPr sz="2100" b="1"/>
            </a:lvl2pPr>
            <a:lvl3pPr marL="975299" indent="0">
              <a:buNone/>
              <a:defRPr sz="1900" b="1"/>
            </a:lvl3pPr>
            <a:lvl4pPr marL="1462949" indent="0">
              <a:buNone/>
              <a:defRPr sz="1700" b="1"/>
            </a:lvl4pPr>
            <a:lvl5pPr marL="1950598" indent="0">
              <a:buNone/>
              <a:defRPr sz="1700" b="1"/>
            </a:lvl5pPr>
            <a:lvl6pPr marL="2438248" indent="0">
              <a:buNone/>
              <a:defRPr sz="1700" b="1"/>
            </a:lvl6pPr>
            <a:lvl7pPr marL="2925897" indent="0">
              <a:buNone/>
              <a:defRPr sz="1700" b="1"/>
            </a:lvl7pPr>
            <a:lvl8pPr marL="3413547" indent="0">
              <a:buNone/>
              <a:defRPr sz="1700" b="1"/>
            </a:lvl8pPr>
            <a:lvl9pPr marL="3901196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486937" y="2055056"/>
            <a:ext cx="4774346" cy="3733601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87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42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07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68" y="258008"/>
            <a:ext cx="3553570" cy="109802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23029" y="258008"/>
            <a:ext cx="6038254" cy="5530650"/>
          </a:xfrm>
        </p:spPr>
        <p:txBody>
          <a:bodyPr/>
          <a:lstStyle>
            <a:lvl1pPr>
              <a:defRPr sz="34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40068" y="1356037"/>
            <a:ext cx="3553570" cy="4432620"/>
          </a:xfrm>
        </p:spPr>
        <p:txBody>
          <a:bodyPr/>
          <a:lstStyle>
            <a:lvl1pPr marL="0" indent="0">
              <a:buNone/>
              <a:defRPr sz="1500"/>
            </a:lvl1pPr>
            <a:lvl2pPr marL="487650" indent="0">
              <a:buNone/>
              <a:defRPr sz="1300"/>
            </a:lvl2pPr>
            <a:lvl3pPr marL="975299" indent="0">
              <a:buNone/>
              <a:defRPr sz="1100"/>
            </a:lvl3pPr>
            <a:lvl4pPr marL="1462949" indent="0">
              <a:buNone/>
              <a:defRPr sz="1000"/>
            </a:lvl4pPr>
            <a:lvl5pPr marL="1950598" indent="0">
              <a:buNone/>
              <a:defRPr sz="1000"/>
            </a:lvl5pPr>
            <a:lvl6pPr marL="2438248" indent="0">
              <a:buNone/>
              <a:defRPr sz="1000"/>
            </a:lvl6pPr>
            <a:lvl7pPr marL="2925897" indent="0">
              <a:buNone/>
              <a:defRPr sz="1000"/>
            </a:lvl7pPr>
            <a:lvl8pPr marL="3413547" indent="0">
              <a:buNone/>
              <a:defRPr sz="1000"/>
            </a:lvl8pPr>
            <a:lvl9pPr marL="3901196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23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17141" y="4536122"/>
            <a:ext cx="6480810" cy="535515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117141" y="579015"/>
            <a:ext cx="6480810" cy="3888105"/>
          </a:xfrm>
        </p:spPr>
        <p:txBody>
          <a:bodyPr/>
          <a:lstStyle>
            <a:lvl1pPr marL="0" indent="0">
              <a:buNone/>
              <a:defRPr sz="3400"/>
            </a:lvl1pPr>
            <a:lvl2pPr marL="487650" indent="0">
              <a:buNone/>
              <a:defRPr sz="3000"/>
            </a:lvl2pPr>
            <a:lvl3pPr marL="975299" indent="0">
              <a:buNone/>
              <a:defRPr sz="2600"/>
            </a:lvl3pPr>
            <a:lvl4pPr marL="1462949" indent="0">
              <a:buNone/>
              <a:defRPr sz="2100"/>
            </a:lvl4pPr>
            <a:lvl5pPr marL="1950598" indent="0">
              <a:buNone/>
              <a:defRPr sz="2100"/>
            </a:lvl5pPr>
            <a:lvl6pPr marL="2438248" indent="0">
              <a:buNone/>
              <a:defRPr sz="2100"/>
            </a:lvl6pPr>
            <a:lvl7pPr marL="2925897" indent="0">
              <a:buNone/>
              <a:defRPr sz="2100"/>
            </a:lvl7pPr>
            <a:lvl8pPr marL="3413547" indent="0">
              <a:buNone/>
              <a:defRPr sz="2100"/>
            </a:lvl8pPr>
            <a:lvl9pPr marL="3901196" indent="0">
              <a:buNone/>
              <a:defRPr sz="21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17141" y="5071637"/>
            <a:ext cx="6480810" cy="760520"/>
          </a:xfrm>
        </p:spPr>
        <p:txBody>
          <a:bodyPr/>
          <a:lstStyle>
            <a:lvl1pPr marL="0" indent="0">
              <a:buNone/>
              <a:defRPr sz="1500"/>
            </a:lvl1pPr>
            <a:lvl2pPr marL="487650" indent="0">
              <a:buNone/>
              <a:defRPr sz="1300"/>
            </a:lvl2pPr>
            <a:lvl3pPr marL="975299" indent="0">
              <a:buNone/>
              <a:defRPr sz="1100"/>
            </a:lvl3pPr>
            <a:lvl4pPr marL="1462949" indent="0">
              <a:buNone/>
              <a:defRPr sz="1000"/>
            </a:lvl4pPr>
            <a:lvl5pPr marL="1950598" indent="0">
              <a:buNone/>
              <a:defRPr sz="1000"/>
            </a:lvl5pPr>
            <a:lvl6pPr marL="2438248" indent="0">
              <a:buNone/>
              <a:defRPr sz="1000"/>
            </a:lvl6pPr>
            <a:lvl7pPr marL="2925897" indent="0">
              <a:buNone/>
              <a:defRPr sz="1000"/>
            </a:lvl7pPr>
            <a:lvl8pPr marL="3413547" indent="0">
              <a:buNone/>
              <a:defRPr sz="1000"/>
            </a:lvl8pPr>
            <a:lvl9pPr marL="3901196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430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5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830979" y="259508"/>
            <a:ext cx="2430304" cy="552914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40068" y="259508"/>
            <a:ext cx="7110888" cy="552914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68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40068" y="259508"/>
            <a:ext cx="9721216" cy="1080029"/>
          </a:xfrm>
          <a:prstGeom prst="rect">
            <a:avLst/>
          </a:prstGeom>
        </p:spPr>
        <p:txBody>
          <a:bodyPr vert="horz" lIns="97530" tIns="48765" rIns="97530" bIns="4876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068" y="1512042"/>
            <a:ext cx="9721216" cy="4276616"/>
          </a:xfrm>
          <a:prstGeom prst="rect">
            <a:avLst/>
          </a:prstGeom>
        </p:spPr>
        <p:txBody>
          <a:bodyPr vert="horz" lIns="97530" tIns="48765" rIns="97530" bIns="4876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0067" y="6006163"/>
            <a:ext cx="2520315" cy="345009"/>
          </a:xfrm>
          <a:prstGeom prst="rect">
            <a:avLst/>
          </a:prstGeom>
        </p:spPr>
        <p:txBody>
          <a:bodyPr vert="horz" lIns="97530" tIns="48765" rIns="97530" bIns="4876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15B42-9E3D-4749-95A3-F7DC7A23EBB8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690462" y="6006163"/>
            <a:ext cx="3420428" cy="345009"/>
          </a:xfrm>
          <a:prstGeom prst="rect">
            <a:avLst/>
          </a:prstGeom>
        </p:spPr>
        <p:txBody>
          <a:bodyPr vert="horz" lIns="97530" tIns="48765" rIns="97530" bIns="4876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740968" y="6006163"/>
            <a:ext cx="2520315" cy="345009"/>
          </a:xfrm>
          <a:prstGeom prst="rect">
            <a:avLst/>
          </a:prstGeom>
        </p:spPr>
        <p:txBody>
          <a:bodyPr vert="horz" lIns="97530" tIns="48765" rIns="97530" bIns="4876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C429B-E997-416D-91EE-B2285EDEFF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58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75299" rtl="0" eaLnBrk="1" latinLnBrk="0" hangingPunct="1">
        <a:spcBef>
          <a:spcPct val="0"/>
        </a:spcBef>
        <a:buNone/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37" indent="-365737" algn="l" defTabSz="9752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92430" indent="-304781" algn="l" defTabSz="975299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773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423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072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9722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371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45021" indent="-243825" algn="l" defTabSz="975299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7650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75299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62949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0598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8248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25897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13547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01196" algn="l" defTabSz="9752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png"/><Relationship Id="rId26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13.png"/><Relationship Id="rId25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20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12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9.wmf"/><Relationship Id="rId27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261209"/>
              </p:ext>
            </p:extLst>
          </p:nvPr>
        </p:nvGraphicFramePr>
        <p:xfrm>
          <a:off x="1161480" y="4706020"/>
          <a:ext cx="21145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" name="Equation" r:id="rId3" imgW="1409400" imgH="419040" progId="Equation.3">
                  <p:embed/>
                </p:oleObj>
              </mc:Choice>
              <mc:Fallback>
                <p:oleObj name="Equation" r:id="rId3" imgW="1409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480" y="4706020"/>
                        <a:ext cx="21145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05934"/>
              </p:ext>
            </p:extLst>
          </p:nvPr>
        </p:nvGraphicFramePr>
        <p:xfrm>
          <a:off x="107380" y="476920"/>
          <a:ext cx="21145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" name="Equation" r:id="rId5" imgW="1409400" imgH="419040" progId="Equation.3">
                  <p:embed/>
                </p:oleObj>
              </mc:Choice>
              <mc:Fallback>
                <p:oleObj name="Equation" r:id="rId5" imgW="1409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80" y="476920"/>
                        <a:ext cx="21145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383189"/>
              </p:ext>
            </p:extLst>
          </p:nvPr>
        </p:nvGraphicFramePr>
        <p:xfrm>
          <a:off x="94680" y="4005932"/>
          <a:ext cx="31813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Equation" r:id="rId7" imgW="2120760" imgH="419040" progId="Equation.3">
                  <p:embed/>
                </p:oleObj>
              </mc:Choice>
              <mc:Fallback>
                <p:oleObj name="Equation" r:id="rId7" imgW="2120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80" y="4005932"/>
                        <a:ext cx="31813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923570"/>
              </p:ext>
            </p:extLst>
          </p:nvPr>
        </p:nvGraphicFramePr>
        <p:xfrm>
          <a:off x="107380" y="3304257"/>
          <a:ext cx="3200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Equation" r:id="rId9" imgW="2133360" imgH="419040" progId="Equation.3">
                  <p:embed/>
                </p:oleObj>
              </mc:Choice>
              <mc:Fallback>
                <p:oleObj name="Equation" r:id="rId9" imgW="2133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80" y="3304257"/>
                        <a:ext cx="3200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673408"/>
              </p:ext>
            </p:extLst>
          </p:nvPr>
        </p:nvGraphicFramePr>
        <p:xfrm>
          <a:off x="94680" y="1145257"/>
          <a:ext cx="31813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Equation" r:id="rId11" imgW="2120760" imgH="419040" progId="Equation.3">
                  <p:embed/>
                </p:oleObj>
              </mc:Choice>
              <mc:Fallback>
                <p:oleObj name="Equation" r:id="rId11" imgW="2120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80" y="1145257"/>
                        <a:ext cx="31813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708378"/>
              </p:ext>
            </p:extLst>
          </p:nvPr>
        </p:nvGraphicFramePr>
        <p:xfrm>
          <a:off x="107380" y="1864395"/>
          <a:ext cx="3200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Equation" r:id="rId13" imgW="2133360" imgH="419040" progId="Equation.3">
                  <p:embed/>
                </p:oleObj>
              </mc:Choice>
              <mc:Fallback>
                <p:oleObj name="Equation" r:id="rId13" imgW="2133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80" y="1864395"/>
                        <a:ext cx="3200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19279"/>
              </p:ext>
            </p:extLst>
          </p:nvPr>
        </p:nvGraphicFramePr>
        <p:xfrm>
          <a:off x="361380" y="2585120"/>
          <a:ext cx="29146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Equation" r:id="rId15" imgW="1942920" imgH="419040" progId="Equation.3">
                  <p:embed/>
                </p:oleObj>
              </mc:Choice>
              <mc:Fallback>
                <p:oleObj name="Equation" r:id="rId15" imgW="1942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80" y="2585120"/>
                        <a:ext cx="29146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" name="AutoShape 52"/>
          <p:cNvSpPr>
            <a:spLocks noChangeArrowheads="1"/>
          </p:cNvSpPr>
          <p:nvPr/>
        </p:nvSpPr>
        <p:spPr bwMode="auto">
          <a:xfrm>
            <a:off x="35496" y="143817"/>
            <a:ext cx="3311971" cy="5487974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" name="Line 55"/>
          <p:cNvSpPr>
            <a:spLocks noChangeShapeType="1"/>
          </p:cNvSpPr>
          <p:nvPr/>
        </p:nvSpPr>
        <p:spPr bwMode="auto">
          <a:xfrm flipH="1">
            <a:off x="3275853" y="455185"/>
            <a:ext cx="3966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" name="Rectangle 88"/>
          <p:cNvSpPr>
            <a:spLocks noChangeArrowheads="1"/>
          </p:cNvSpPr>
          <p:nvPr/>
        </p:nvSpPr>
        <p:spPr bwMode="auto">
          <a:xfrm>
            <a:off x="1186880" y="476920"/>
            <a:ext cx="217487" cy="4105275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9" name="Rectangle 89"/>
          <p:cNvSpPr>
            <a:spLocks noChangeArrowheads="1"/>
          </p:cNvSpPr>
          <p:nvPr/>
        </p:nvSpPr>
        <p:spPr bwMode="auto">
          <a:xfrm>
            <a:off x="2267967" y="1197645"/>
            <a:ext cx="217488" cy="4105275"/>
          </a:xfrm>
          <a:prstGeom prst="rect">
            <a:avLst/>
          </a:prstGeom>
          <a:solidFill>
            <a:srgbClr val="0066FF">
              <a:alpha val="27843"/>
            </a:srgb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0" name="ZoneTexte 309"/>
          <p:cNvSpPr txBox="1"/>
          <p:nvPr/>
        </p:nvSpPr>
        <p:spPr>
          <a:xfrm>
            <a:off x="1115616" y="116632"/>
            <a:ext cx="53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ZoneTexte 310"/>
          <p:cNvSpPr txBox="1"/>
          <p:nvPr/>
        </p:nvSpPr>
        <p:spPr>
          <a:xfrm>
            <a:off x="2195736" y="5258657"/>
            <a:ext cx="661345" cy="402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2" name="Groupe 311"/>
          <p:cNvGrpSpPr>
            <a:grpSpLocks noChangeAspect="1"/>
          </p:cNvGrpSpPr>
          <p:nvPr/>
        </p:nvGrpSpPr>
        <p:grpSpPr>
          <a:xfrm>
            <a:off x="3856093" y="3501344"/>
            <a:ext cx="2840726" cy="3024000"/>
            <a:chOff x="3887093" y="3374309"/>
            <a:chExt cx="2559050" cy="2724150"/>
          </a:xfrm>
        </p:grpSpPr>
        <p:sp>
          <p:nvSpPr>
            <p:cNvPr id="313" name="Line 75"/>
            <p:cNvSpPr>
              <a:spLocks noChangeShapeType="1"/>
            </p:cNvSpPr>
            <p:nvPr/>
          </p:nvSpPr>
          <p:spPr bwMode="auto">
            <a:xfrm flipV="1">
              <a:off x="4283968" y="3374309"/>
              <a:ext cx="0" cy="2324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Line 76"/>
            <p:cNvSpPr>
              <a:spLocks noChangeShapeType="1"/>
            </p:cNvSpPr>
            <p:nvPr/>
          </p:nvSpPr>
          <p:spPr bwMode="auto">
            <a:xfrm>
              <a:off x="4293493" y="5698409"/>
              <a:ext cx="2152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Text Box 77"/>
            <p:cNvSpPr txBox="1">
              <a:spLocks noChangeArrowheads="1"/>
            </p:cNvSpPr>
            <p:nvPr/>
          </p:nvSpPr>
          <p:spPr bwMode="auto">
            <a:xfrm>
              <a:off x="4896743" y="5731746"/>
              <a:ext cx="8445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en-US" sz="1800"/>
                <a:t>Energy</a:t>
              </a:r>
            </a:p>
          </p:txBody>
        </p:sp>
        <p:sp>
          <p:nvSpPr>
            <p:cNvPr id="316" name="Text Box 78"/>
            <p:cNvSpPr txBox="1">
              <a:spLocks noChangeArrowheads="1"/>
            </p:cNvSpPr>
            <p:nvPr/>
          </p:nvSpPr>
          <p:spPr bwMode="auto">
            <a:xfrm rot="16200000">
              <a:off x="3470375" y="4564139"/>
              <a:ext cx="12001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en-US" sz="1800"/>
                <a:t>Probability</a:t>
              </a:r>
            </a:p>
          </p:txBody>
        </p:sp>
        <p:sp>
          <p:nvSpPr>
            <p:cNvPr id="317" name="Line 79"/>
            <p:cNvSpPr>
              <a:spLocks noChangeShapeType="1"/>
            </p:cNvSpPr>
            <p:nvPr/>
          </p:nvSpPr>
          <p:spPr bwMode="auto">
            <a:xfrm flipH="1" flipV="1">
              <a:off x="4573365" y="3641009"/>
              <a:ext cx="0" cy="2056458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Line 80"/>
            <p:cNvSpPr>
              <a:spLocks noChangeShapeType="1"/>
            </p:cNvSpPr>
            <p:nvPr/>
          </p:nvSpPr>
          <p:spPr bwMode="auto">
            <a:xfrm flipH="1">
              <a:off x="4283968" y="3641009"/>
              <a:ext cx="1857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Text Box 81"/>
            <p:cNvSpPr txBox="1">
              <a:spLocks noChangeArrowheads="1"/>
            </p:cNvSpPr>
            <p:nvPr/>
          </p:nvSpPr>
          <p:spPr bwMode="auto">
            <a:xfrm>
              <a:off x="4010918" y="3460034"/>
              <a:ext cx="2984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en-US" sz="1800"/>
                <a:t>1</a:t>
              </a:r>
            </a:p>
          </p:txBody>
        </p:sp>
        <p:sp>
          <p:nvSpPr>
            <p:cNvPr id="320" name="Line 83"/>
            <p:cNvSpPr>
              <a:spLocks noChangeShapeType="1"/>
            </p:cNvSpPr>
            <p:nvPr/>
          </p:nvSpPr>
          <p:spPr bwMode="auto">
            <a:xfrm flipH="1" flipV="1">
              <a:off x="4859809" y="3998504"/>
              <a:ext cx="0" cy="169545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Line 84"/>
            <p:cNvSpPr>
              <a:spLocks noChangeShapeType="1"/>
            </p:cNvSpPr>
            <p:nvPr/>
          </p:nvSpPr>
          <p:spPr bwMode="auto">
            <a:xfrm flipH="1" flipV="1">
              <a:off x="5149428" y="4350621"/>
              <a:ext cx="0" cy="1343025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Line 85"/>
            <p:cNvSpPr>
              <a:spLocks noChangeShapeType="1"/>
            </p:cNvSpPr>
            <p:nvPr/>
          </p:nvSpPr>
          <p:spPr bwMode="auto">
            <a:xfrm flipH="1" flipV="1">
              <a:off x="5449174" y="4720507"/>
              <a:ext cx="0" cy="97155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Line 86"/>
            <p:cNvSpPr>
              <a:spLocks noChangeShapeType="1"/>
            </p:cNvSpPr>
            <p:nvPr/>
          </p:nvSpPr>
          <p:spPr bwMode="auto">
            <a:xfrm flipH="1" flipV="1">
              <a:off x="5725492" y="5036730"/>
              <a:ext cx="0" cy="657225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Line 87"/>
            <p:cNvSpPr>
              <a:spLocks noChangeShapeType="1"/>
            </p:cNvSpPr>
            <p:nvPr/>
          </p:nvSpPr>
          <p:spPr bwMode="auto">
            <a:xfrm flipV="1">
              <a:off x="6013524" y="5369614"/>
              <a:ext cx="0" cy="322443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Line 83"/>
            <p:cNvSpPr>
              <a:spLocks noChangeShapeType="1"/>
            </p:cNvSpPr>
            <p:nvPr/>
          </p:nvSpPr>
          <p:spPr bwMode="auto">
            <a:xfrm flipH="1" flipV="1">
              <a:off x="6155953" y="3998504"/>
              <a:ext cx="0" cy="1695450"/>
            </a:xfrm>
            <a:prstGeom prst="line">
              <a:avLst/>
            </a:prstGeom>
            <a:ln>
              <a:solidFill>
                <a:srgbClr val="FFC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6" name="Line 84"/>
            <p:cNvSpPr>
              <a:spLocks noChangeShapeType="1"/>
            </p:cNvSpPr>
            <p:nvPr/>
          </p:nvSpPr>
          <p:spPr bwMode="auto">
            <a:xfrm flipH="1" flipV="1">
              <a:off x="5867921" y="4350621"/>
              <a:ext cx="0" cy="1343025"/>
            </a:xfrm>
            <a:prstGeom prst="line">
              <a:avLst/>
            </a:prstGeom>
            <a:ln>
              <a:solidFill>
                <a:srgbClr val="FFC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7" name="Line 85"/>
            <p:cNvSpPr>
              <a:spLocks noChangeShapeType="1"/>
            </p:cNvSpPr>
            <p:nvPr/>
          </p:nvSpPr>
          <p:spPr bwMode="auto">
            <a:xfrm flipH="1" flipV="1">
              <a:off x="5570364" y="4722404"/>
              <a:ext cx="0" cy="971550"/>
            </a:xfrm>
            <a:prstGeom prst="line">
              <a:avLst/>
            </a:prstGeom>
            <a:ln>
              <a:solidFill>
                <a:srgbClr val="FFC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8" name="Line 86"/>
            <p:cNvSpPr>
              <a:spLocks noChangeShapeType="1"/>
            </p:cNvSpPr>
            <p:nvPr/>
          </p:nvSpPr>
          <p:spPr bwMode="auto">
            <a:xfrm flipH="1" flipV="1">
              <a:off x="5293444" y="5045275"/>
              <a:ext cx="0" cy="648679"/>
            </a:xfrm>
            <a:prstGeom prst="line">
              <a:avLst/>
            </a:prstGeom>
            <a:ln>
              <a:solidFill>
                <a:srgbClr val="FFC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9" name="Line 87"/>
            <p:cNvSpPr>
              <a:spLocks noChangeShapeType="1"/>
            </p:cNvSpPr>
            <p:nvPr/>
          </p:nvSpPr>
          <p:spPr bwMode="auto">
            <a:xfrm flipV="1">
              <a:off x="4997474" y="5363992"/>
              <a:ext cx="0" cy="329962"/>
            </a:xfrm>
            <a:prstGeom prst="line">
              <a:avLst/>
            </a:prstGeom>
            <a:ln>
              <a:solidFill>
                <a:srgbClr val="FFC000"/>
              </a:solidFill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30" name="Text Box 14"/>
          <p:cNvSpPr txBox="1">
            <a:spLocks noChangeArrowheads="1"/>
          </p:cNvSpPr>
          <p:nvPr/>
        </p:nvSpPr>
        <p:spPr bwMode="auto">
          <a:xfrm>
            <a:off x="3618502" y="282134"/>
            <a:ext cx="58541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ES" altLang="en-US" sz="16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endParaRPr lang="es-ES" altLang="en-US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1" name="Line 37"/>
          <p:cNvSpPr>
            <a:spLocks noChangeShapeType="1"/>
          </p:cNvSpPr>
          <p:nvPr/>
        </p:nvSpPr>
        <p:spPr bwMode="auto">
          <a:xfrm>
            <a:off x="4122675" y="2596059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2" name="Line 38"/>
          <p:cNvSpPr>
            <a:spLocks noChangeShapeType="1"/>
          </p:cNvSpPr>
          <p:nvPr/>
        </p:nvSpPr>
        <p:spPr bwMode="auto">
          <a:xfrm>
            <a:off x="4122675" y="2308027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3" name="Line 39"/>
          <p:cNvSpPr>
            <a:spLocks noChangeShapeType="1"/>
          </p:cNvSpPr>
          <p:nvPr/>
        </p:nvSpPr>
        <p:spPr bwMode="auto">
          <a:xfrm>
            <a:off x="4122675" y="2019995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4" name="Line 40"/>
          <p:cNvSpPr>
            <a:spLocks noChangeShapeType="1"/>
          </p:cNvSpPr>
          <p:nvPr/>
        </p:nvSpPr>
        <p:spPr bwMode="auto">
          <a:xfrm>
            <a:off x="4122558" y="2884091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5" name="Line 41"/>
          <p:cNvSpPr>
            <a:spLocks noChangeShapeType="1"/>
          </p:cNvSpPr>
          <p:nvPr/>
        </p:nvSpPr>
        <p:spPr bwMode="auto">
          <a:xfrm>
            <a:off x="4122675" y="1700808"/>
            <a:ext cx="728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6" name="Line 42"/>
          <p:cNvSpPr>
            <a:spLocks noChangeShapeType="1"/>
          </p:cNvSpPr>
          <p:nvPr/>
        </p:nvSpPr>
        <p:spPr bwMode="auto">
          <a:xfrm>
            <a:off x="4131370" y="3172123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" name="Line 47"/>
          <p:cNvSpPr>
            <a:spLocks noChangeShapeType="1"/>
          </p:cNvSpPr>
          <p:nvPr/>
        </p:nvSpPr>
        <p:spPr bwMode="auto">
          <a:xfrm>
            <a:off x="4122675" y="264872"/>
            <a:ext cx="728662" cy="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" name="Line 48"/>
          <p:cNvSpPr>
            <a:spLocks noChangeShapeType="1"/>
          </p:cNvSpPr>
          <p:nvPr/>
        </p:nvSpPr>
        <p:spPr bwMode="auto">
          <a:xfrm>
            <a:off x="4122675" y="476672"/>
            <a:ext cx="728662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9" name="Groupe 338"/>
          <p:cNvGrpSpPr/>
          <p:nvPr/>
        </p:nvGrpSpPr>
        <p:grpSpPr>
          <a:xfrm>
            <a:off x="4158707" y="476672"/>
            <a:ext cx="649734" cy="2695451"/>
            <a:chOff x="4297525" y="332656"/>
            <a:chExt cx="649734" cy="2695451"/>
          </a:xfrm>
        </p:grpSpPr>
        <p:cxnSp>
          <p:nvCxnSpPr>
            <p:cNvPr id="340" name="Connecteur droit avec flèche 339"/>
            <p:cNvCxnSpPr/>
            <p:nvPr/>
          </p:nvCxnSpPr>
          <p:spPr>
            <a:xfrm>
              <a:off x="4297525" y="332656"/>
              <a:ext cx="0" cy="1224136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Connecteur droit avec flèche 340"/>
            <p:cNvCxnSpPr/>
            <p:nvPr/>
          </p:nvCxnSpPr>
          <p:spPr>
            <a:xfrm>
              <a:off x="4427984" y="332656"/>
              <a:ext cx="0" cy="1543323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Connecteur droit avec flèche 341"/>
            <p:cNvCxnSpPr/>
            <p:nvPr/>
          </p:nvCxnSpPr>
          <p:spPr>
            <a:xfrm>
              <a:off x="4551855" y="332656"/>
              <a:ext cx="0" cy="1831355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Connecteur droit avec flèche 342"/>
            <p:cNvCxnSpPr/>
            <p:nvPr/>
          </p:nvCxnSpPr>
          <p:spPr>
            <a:xfrm>
              <a:off x="4682314" y="332656"/>
              <a:ext cx="0" cy="211938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eur droit avec flèche 343"/>
            <p:cNvCxnSpPr/>
            <p:nvPr/>
          </p:nvCxnSpPr>
          <p:spPr>
            <a:xfrm>
              <a:off x="4816800" y="332656"/>
              <a:ext cx="0" cy="2407419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Connecteur droit avec flèche 344"/>
            <p:cNvCxnSpPr/>
            <p:nvPr/>
          </p:nvCxnSpPr>
          <p:spPr>
            <a:xfrm>
              <a:off x="4947259" y="332656"/>
              <a:ext cx="0" cy="269545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ZoneTexte 345"/>
              <p:cNvSpPr txBox="1"/>
              <p:nvPr/>
            </p:nvSpPr>
            <p:spPr>
              <a:xfrm>
                <a:off x="4876335" y="1403858"/>
                <a:ext cx="1013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fr-FR" sz="1200" i="1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sz="120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  <m:t>−5/2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"/>
                          <m:ctrlPr>
                            <a:rPr lang="fr-FR" sz="1200" i="1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sz="120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200" i="1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  <m:t>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1200" dirty="0" smtClean="0">
                  <a:solidFill>
                    <a:srgbClr val="0066FF"/>
                  </a:solidFill>
                </a:endParaRPr>
              </a:p>
              <a:p>
                <a:r>
                  <a:rPr lang="fr-FR" sz="1200" dirty="0"/>
                  <a:t>o</a:t>
                </a:r>
                <a:r>
                  <a:rPr lang="fr-FR" sz="1200" dirty="0" smtClean="0"/>
                  <a:t>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fr-FR" sz="12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fr-FR" sz="12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+5/2</m:t>
                            </m:r>
                          </m:e>
                        </m:d>
                      </m:e>
                    </m:d>
                    <m:d>
                      <m:dPr>
                        <m:begChr m:val="|"/>
                        <m:endChr m:val=""/>
                        <m:ctrlPr>
                          <a:rPr lang="fr-FR" sz="12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fr-FR" sz="12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⇑</m:t>
                            </m:r>
                          </m:e>
                        </m:d>
                      </m:e>
                    </m:d>
                  </m:oMath>
                </a14:m>
                <a:endParaRPr lang="fr-FR" sz="1200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6" name="ZoneTexte 3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335" y="1403858"/>
                <a:ext cx="1013034" cy="461665"/>
              </a:xfrm>
              <a:prstGeom prst="rect">
                <a:avLst/>
              </a:prstGeom>
              <a:blipFill rotWithShape="1">
                <a:blip r:embed="rId17"/>
                <a:stretch>
                  <a:fillRect l="-19277" t="-59211" r="-30120" b="-934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ZoneTexte 346"/>
              <p:cNvSpPr txBox="1"/>
              <p:nvPr/>
            </p:nvSpPr>
            <p:spPr>
              <a:xfrm>
                <a:off x="4876335" y="2895327"/>
                <a:ext cx="1013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fr-FR" sz="1200" i="1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sz="120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  <m:t>+5/2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"/>
                          <m:ctrlPr>
                            <a:rPr lang="fr-FR" sz="1200" i="1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sz="120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sz="1200" i="1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/>
                                </a:rPr>
                                <m:t>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1200" dirty="0" smtClean="0">
                  <a:solidFill>
                    <a:srgbClr val="0066FF"/>
                  </a:solidFill>
                </a:endParaRPr>
              </a:p>
              <a:p>
                <a:r>
                  <a:rPr lang="fr-FR" sz="1200" dirty="0"/>
                  <a:t>o</a:t>
                </a:r>
                <a:r>
                  <a:rPr lang="fr-FR" sz="1200" dirty="0" smtClean="0"/>
                  <a:t>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fr-FR" sz="12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fr-FR" sz="12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−5/2</m:t>
                            </m:r>
                          </m:e>
                        </m:d>
                      </m:e>
                    </m:d>
                    <m:d>
                      <m:dPr>
                        <m:begChr m:val="|"/>
                        <m:endChr m:val=""/>
                        <m:ctrlPr>
                          <a:rPr lang="fr-FR" sz="12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fr-FR" sz="120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fr-FR" sz="12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⇑</m:t>
                            </m:r>
                          </m:e>
                        </m:d>
                      </m:e>
                    </m:d>
                  </m:oMath>
                </a14:m>
                <a:endParaRPr lang="fr-FR" sz="1200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7" name="ZoneTexte 3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335" y="2895327"/>
                <a:ext cx="1013034" cy="461665"/>
              </a:xfrm>
              <a:prstGeom prst="rect">
                <a:avLst/>
              </a:prstGeom>
              <a:blipFill rotWithShape="1">
                <a:blip r:embed="rId18"/>
                <a:stretch>
                  <a:fillRect l="-19277" t="-59211" r="-30120" b="-934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ZoneTexte 347"/>
          <p:cNvSpPr txBox="1"/>
          <p:nvPr/>
        </p:nvSpPr>
        <p:spPr>
          <a:xfrm>
            <a:off x="5130670" y="2204864"/>
            <a:ext cx="461665" cy="2510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349" name="Line 37"/>
          <p:cNvSpPr>
            <a:spLocks noChangeShapeType="1"/>
          </p:cNvSpPr>
          <p:nvPr/>
        </p:nvSpPr>
        <p:spPr bwMode="auto">
          <a:xfrm>
            <a:off x="5850867" y="2596059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" name="Line 38"/>
          <p:cNvSpPr>
            <a:spLocks noChangeShapeType="1"/>
          </p:cNvSpPr>
          <p:nvPr/>
        </p:nvSpPr>
        <p:spPr bwMode="auto">
          <a:xfrm>
            <a:off x="5850867" y="2308027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1" name="Line 39"/>
          <p:cNvSpPr>
            <a:spLocks noChangeShapeType="1"/>
          </p:cNvSpPr>
          <p:nvPr/>
        </p:nvSpPr>
        <p:spPr bwMode="auto">
          <a:xfrm>
            <a:off x="5850867" y="2019995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2" name="Line 40"/>
          <p:cNvSpPr>
            <a:spLocks noChangeShapeType="1"/>
          </p:cNvSpPr>
          <p:nvPr/>
        </p:nvSpPr>
        <p:spPr bwMode="auto">
          <a:xfrm>
            <a:off x="5850750" y="2884091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3" name="Line 41"/>
          <p:cNvSpPr>
            <a:spLocks noChangeShapeType="1"/>
          </p:cNvSpPr>
          <p:nvPr/>
        </p:nvSpPr>
        <p:spPr bwMode="auto">
          <a:xfrm>
            <a:off x="5850867" y="1700808"/>
            <a:ext cx="728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4" name="Line 42"/>
          <p:cNvSpPr>
            <a:spLocks noChangeShapeType="1"/>
          </p:cNvSpPr>
          <p:nvPr/>
        </p:nvSpPr>
        <p:spPr bwMode="auto">
          <a:xfrm>
            <a:off x="5859562" y="3172123"/>
            <a:ext cx="728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5" name="Line 47"/>
          <p:cNvSpPr>
            <a:spLocks noChangeShapeType="1"/>
          </p:cNvSpPr>
          <p:nvPr/>
        </p:nvSpPr>
        <p:spPr bwMode="auto">
          <a:xfrm>
            <a:off x="5850867" y="264872"/>
            <a:ext cx="728662" cy="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6" name="Line 48"/>
          <p:cNvSpPr>
            <a:spLocks noChangeShapeType="1"/>
          </p:cNvSpPr>
          <p:nvPr/>
        </p:nvSpPr>
        <p:spPr bwMode="auto">
          <a:xfrm>
            <a:off x="5850867" y="476672"/>
            <a:ext cx="728662" cy="0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7" name="Groupe 356"/>
          <p:cNvGrpSpPr/>
          <p:nvPr/>
        </p:nvGrpSpPr>
        <p:grpSpPr>
          <a:xfrm>
            <a:off x="5706734" y="260648"/>
            <a:ext cx="839850" cy="2911475"/>
            <a:chOff x="5786185" y="116632"/>
            <a:chExt cx="839850" cy="2911475"/>
          </a:xfrm>
        </p:grpSpPr>
        <p:grpSp>
          <p:nvGrpSpPr>
            <p:cNvPr id="358" name="Groupe 357"/>
            <p:cNvGrpSpPr/>
            <p:nvPr/>
          </p:nvGrpSpPr>
          <p:grpSpPr>
            <a:xfrm>
              <a:off x="5976301" y="116632"/>
              <a:ext cx="649734" cy="2911475"/>
              <a:chOff x="4297525" y="116632"/>
              <a:chExt cx="649734" cy="2911475"/>
            </a:xfrm>
          </p:grpSpPr>
          <p:cxnSp>
            <p:nvCxnSpPr>
              <p:cNvPr id="360" name="Connecteur droit avec flèche 359"/>
              <p:cNvCxnSpPr/>
              <p:nvPr/>
            </p:nvCxnSpPr>
            <p:spPr>
              <a:xfrm>
                <a:off x="4297525" y="120856"/>
                <a:ext cx="0" cy="1435936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Connecteur droit avec flèche 360"/>
              <p:cNvCxnSpPr/>
              <p:nvPr/>
            </p:nvCxnSpPr>
            <p:spPr>
              <a:xfrm>
                <a:off x="4427984" y="120856"/>
                <a:ext cx="0" cy="1755123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Connecteur droit avec flèche 361"/>
              <p:cNvCxnSpPr/>
              <p:nvPr/>
            </p:nvCxnSpPr>
            <p:spPr>
              <a:xfrm>
                <a:off x="4551855" y="120856"/>
                <a:ext cx="0" cy="204315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Connecteur droit avec flèche 362"/>
              <p:cNvCxnSpPr/>
              <p:nvPr/>
            </p:nvCxnSpPr>
            <p:spPr>
              <a:xfrm>
                <a:off x="4682314" y="116632"/>
                <a:ext cx="0" cy="233541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Connecteur droit avec flèche 363"/>
              <p:cNvCxnSpPr/>
              <p:nvPr/>
            </p:nvCxnSpPr>
            <p:spPr>
              <a:xfrm>
                <a:off x="4816800" y="120856"/>
                <a:ext cx="0" cy="2619219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Connecteur droit avec flèche 364"/>
              <p:cNvCxnSpPr/>
              <p:nvPr/>
            </p:nvCxnSpPr>
            <p:spPr>
              <a:xfrm>
                <a:off x="4947259" y="120856"/>
                <a:ext cx="0" cy="290725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9" name="Rectangle 50"/>
            <p:cNvSpPr>
              <a:spLocks noChangeArrowheads="1"/>
            </p:cNvSpPr>
            <p:nvPr/>
          </p:nvSpPr>
          <p:spPr bwMode="auto">
            <a:xfrm>
              <a:off x="5786185" y="618208"/>
              <a:ext cx="38023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GB" altLang="en-US" sz="2400" dirty="0">
                  <a:solidFill>
                    <a:srgbClr val="CC0000"/>
                  </a:solidFill>
                  <a:latin typeface="Wingdings" pitchFamily="2" charset="2"/>
                </a:rPr>
                <a:t>û</a:t>
              </a:r>
            </a:p>
          </p:txBody>
        </p:sp>
      </p:grpSp>
      <p:sp>
        <p:nvSpPr>
          <p:cNvPr id="366" name="Text Box 14"/>
          <p:cNvSpPr txBox="1">
            <a:spLocks noChangeArrowheads="1"/>
          </p:cNvSpPr>
          <p:nvPr/>
        </p:nvSpPr>
        <p:spPr bwMode="auto">
          <a:xfrm>
            <a:off x="6543450" y="66110"/>
            <a:ext cx="58541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n-US" sz="1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ES" altLang="en-US" sz="160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endParaRPr lang="es-ES" altLang="en-US"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609966"/>
              </p:ext>
            </p:extLst>
          </p:nvPr>
        </p:nvGraphicFramePr>
        <p:xfrm>
          <a:off x="7204373" y="3460755"/>
          <a:ext cx="31813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Equation" r:id="rId19" imgW="2120760" imgH="419040" progId="Equation.3">
                  <p:embed/>
                </p:oleObj>
              </mc:Choice>
              <mc:Fallback>
                <p:oleObj name="Equation" r:id="rId19" imgW="2120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373" y="3460755"/>
                        <a:ext cx="31813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138926"/>
              </p:ext>
            </p:extLst>
          </p:nvPr>
        </p:nvGraphicFramePr>
        <p:xfrm>
          <a:off x="7217073" y="2759080"/>
          <a:ext cx="3200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Equation" r:id="rId21" imgW="2133360" imgH="419040" progId="Equation.3">
                  <p:embed/>
                </p:oleObj>
              </mc:Choice>
              <mc:Fallback>
                <p:oleObj name="Equation" r:id="rId21" imgW="2133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7073" y="2759080"/>
                        <a:ext cx="3200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069212"/>
              </p:ext>
            </p:extLst>
          </p:nvPr>
        </p:nvGraphicFramePr>
        <p:xfrm>
          <a:off x="7204373" y="600080"/>
          <a:ext cx="31813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Equation" r:id="rId23" imgW="2120760" imgH="419040" progId="Equation.3">
                  <p:embed/>
                </p:oleObj>
              </mc:Choice>
              <mc:Fallback>
                <p:oleObj name="Equation" r:id="rId23" imgW="2120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373" y="600080"/>
                        <a:ext cx="31813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81197"/>
              </p:ext>
            </p:extLst>
          </p:nvPr>
        </p:nvGraphicFramePr>
        <p:xfrm>
          <a:off x="7217073" y="1290643"/>
          <a:ext cx="3200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name="Equation" r:id="rId25" imgW="2133360" imgH="419040" progId="Equation.3">
                  <p:embed/>
                </p:oleObj>
              </mc:Choice>
              <mc:Fallback>
                <p:oleObj name="Equation" r:id="rId25" imgW="2133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7073" y="1290643"/>
                        <a:ext cx="3200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15066"/>
              </p:ext>
            </p:extLst>
          </p:nvPr>
        </p:nvGraphicFramePr>
        <p:xfrm>
          <a:off x="7288510" y="2039943"/>
          <a:ext cx="30861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Equation" r:id="rId27" imgW="2057400" imgH="419040" progId="Equation.3">
                  <p:embed/>
                </p:oleObj>
              </mc:Choice>
              <mc:Fallback>
                <p:oleObj name="Equation" r:id="rId27" imgW="2057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510" y="2039943"/>
                        <a:ext cx="30861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" name="AutoShape 56"/>
          <p:cNvSpPr>
            <a:spLocks noChangeArrowheads="1"/>
          </p:cNvSpPr>
          <p:nvPr/>
        </p:nvSpPr>
        <p:spPr bwMode="auto">
          <a:xfrm>
            <a:off x="7145188" y="138118"/>
            <a:ext cx="3527871" cy="4392612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3" name="Rectangle 76"/>
          <p:cNvSpPr>
            <a:spLocks noChangeArrowheads="1"/>
          </p:cNvSpPr>
          <p:nvPr/>
        </p:nvSpPr>
        <p:spPr bwMode="auto">
          <a:xfrm>
            <a:off x="8296573" y="569918"/>
            <a:ext cx="217487" cy="3529012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4" name="Rectangle 77"/>
          <p:cNvSpPr>
            <a:spLocks noChangeArrowheads="1"/>
          </p:cNvSpPr>
          <p:nvPr/>
        </p:nvSpPr>
        <p:spPr bwMode="auto">
          <a:xfrm>
            <a:off x="9377660" y="569918"/>
            <a:ext cx="217488" cy="3529012"/>
          </a:xfrm>
          <a:prstGeom prst="rect">
            <a:avLst/>
          </a:prstGeom>
          <a:solidFill>
            <a:srgbClr val="0066FF">
              <a:alpha val="28000"/>
            </a:srgbClr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5" name="ZoneTexte 374"/>
          <p:cNvSpPr txBox="1"/>
          <p:nvPr/>
        </p:nvSpPr>
        <p:spPr>
          <a:xfrm>
            <a:off x="8212012" y="188640"/>
            <a:ext cx="53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6" name="ZoneTexte 375"/>
          <p:cNvSpPr txBox="1"/>
          <p:nvPr/>
        </p:nvSpPr>
        <p:spPr>
          <a:xfrm>
            <a:off x="9324528" y="4098930"/>
            <a:ext cx="661345" cy="402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7" name="Line 55"/>
          <p:cNvSpPr>
            <a:spLocks noChangeShapeType="1"/>
          </p:cNvSpPr>
          <p:nvPr/>
        </p:nvSpPr>
        <p:spPr bwMode="auto">
          <a:xfrm flipV="1">
            <a:off x="7020272" y="260648"/>
            <a:ext cx="3600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542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37</Words>
  <Application>Microsoft Office PowerPoint</Application>
  <PresentationFormat>Personnalisé</PresentationFormat>
  <Paragraphs>15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Equation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12</cp:revision>
  <dcterms:created xsi:type="dcterms:W3CDTF">2017-07-11T14:53:43Z</dcterms:created>
  <dcterms:modified xsi:type="dcterms:W3CDTF">2017-07-12T16:57:50Z</dcterms:modified>
</cp:coreProperties>
</file>