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561263" cy="5221288"/>
  <p:notesSz cx="6858000" cy="9144000"/>
  <p:defaultTextStyle>
    <a:defPPr>
      <a:defRPr lang="fr-FR"/>
    </a:defPPr>
    <a:lvl1pPr marL="0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71674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43349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115023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86698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58372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230047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601721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973396" algn="l" defTabSz="743349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4" d="100"/>
          <a:sy n="114" d="100"/>
        </p:scale>
        <p:origin x="-852" y="-168"/>
      </p:cViewPr>
      <p:guideLst>
        <p:guide orient="horz" pos="1645"/>
        <p:guide pos="238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67100" y="1621989"/>
            <a:ext cx="6427073" cy="111919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34194" y="2958732"/>
            <a:ext cx="5292885" cy="133433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716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43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150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4866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583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300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01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9733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826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031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7296" y="3355163"/>
            <a:ext cx="6427073" cy="1037007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97296" y="2213010"/>
            <a:ext cx="6427073" cy="1142156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7167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74334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5023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486698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858372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230047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601721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973396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3470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98003" y="959655"/>
            <a:ext cx="2616249" cy="2713379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40258" y="959655"/>
            <a:ext cx="2616250" cy="2713379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5280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78064" y="209100"/>
            <a:ext cx="6805136" cy="870215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78063" y="1168749"/>
            <a:ext cx="3340871" cy="487080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71674" indent="0">
              <a:buNone/>
              <a:defRPr sz="1700" b="1"/>
            </a:lvl2pPr>
            <a:lvl3pPr marL="743349" indent="0">
              <a:buNone/>
              <a:defRPr sz="1400" b="1"/>
            </a:lvl3pPr>
            <a:lvl4pPr marL="1115023" indent="0">
              <a:buNone/>
              <a:defRPr sz="1300" b="1"/>
            </a:lvl4pPr>
            <a:lvl5pPr marL="1486698" indent="0">
              <a:buNone/>
              <a:defRPr sz="1300" b="1"/>
            </a:lvl5pPr>
            <a:lvl6pPr marL="1858372" indent="0">
              <a:buNone/>
              <a:defRPr sz="1300" b="1"/>
            </a:lvl6pPr>
            <a:lvl7pPr marL="2230047" indent="0">
              <a:buNone/>
              <a:defRPr sz="1300" b="1"/>
            </a:lvl7pPr>
            <a:lvl8pPr marL="2601721" indent="0">
              <a:buNone/>
              <a:defRPr sz="1300" b="1"/>
            </a:lvl8pPr>
            <a:lvl9pPr marL="2973396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78063" y="1655829"/>
            <a:ext cx="3340871" cy="3008284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841019" y="1168749"/>
            <a:ext cx="3342184" cy="487080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71674" indent="0">
              <a:buNone/>
              <a:defRPr sz="1700" b="1"/>
            </a:lvl2pPr>
            <a:lvl3pPr marL="743349" indent="0">
              <a:buNone/>
              <a:defRPr sz="1400" b="1"/>
            </a:lvl3pPr>
            <a:lvl4pPr marL="1115023" indent="0">
              <a:buNone/>
              <a:defRPr sz="1300" b="1"/>
            </a:lvl4pPr>
            <a:lvl5pPr marL="1486698" indent="0">
              <a:buNone/>
              <a:defRPr sz="1300" b="1"/>
            </a:lvl5pPr>
            <a:lvl6pPr marL="1858372" indent="0">
              <a:buNone/>
              <a:defRPr sz="1300" b="1"/>
            </a:lvl6pPr>
            <a:lvl7pPr marL="2230047" indent="0">
              <a:buNone/>
              <a:defRPr sz="1300" b="1"/>
            </a:lvl7pPr>
            <a:lvl8pPr marL="2601721" indent="0">
              <a:buNone/>
              <a:defRPr sz="1300" b="1"/>
            </a:lvl8pPr>
            <a:lvl9pPr marL="2973396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841019" y="1655829"/>
            <a:ext cx="3342184" cy="3008284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510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1296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251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78079" y="207890"/>
            <a:ext cx="2487603" cy="884717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956248" y="207887"/>
            <a:ext cx="4226956" cy="4456224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78079" y="1092606"/>
            <a:ext cx="2487603" cy="3571506"/>
          </a:xfrm>
        </p:spPr>
        <p:txBody>
          <a:bodyPr/>
          <a:lstStyle>
            <a:lvl1pPr marL="0" indent="0">
              <a:buNone/>
              <a:defRPr sz="1100"/>
            </a:lvl1pPr>
            <a:lvl2pPr marL="371674" indent="0">
              <a:buNone/>
              <a:defRPr sz="900"/>
            </a:lvl2pPr>
            <a:lvl3pPr marL="743349" indent="0">
              <a:buNone/>
              <a:defRPr sz="800"/>
            </a:lvl3pPr>
            <a:lvl4pPr marL="1115023" indent="0">
              <a:buNone/>
              <a:defRPr sz="700"/>
            </a:lvl4pPr>
            <a:lvl5pPr marL="1486698" indent="0">
              <a:buNone/>
              <a:defRPr sz="700"/>
            </a:lvl5pPr>
            <a:lvl6pPr marL="1858372" indent="0">
              <a:buNone/>
              <a:defRPr sz="700"/>
            </a:lvl6pPr>
            <a:lvl7pPr marL="2230047" indent="0">
              <a:buNone/>
              <a:defRPr sz="700"/>
            </a:lvl7pPr>
            <a:lvl8pPr marL="2601721" indent="0">
              <a:buNone/>
              <a:defRPr sz="700"/>
            </a:lvl8pPr>
            <a:lvl9pPr marL="2973396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090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2064" y="3654905"/>
            <a:ext cx="4536758" cy="431483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482064" y="466536"/>
            <a:ext cx="4536758" cy="3132773"/>
          </a:xfrm>
        </p:spPr>
        <p:txBody>
          <a:bodyPr/>
          <a:lstStyle>
            <a:lvl1pPr marL="0" indent="0">
              <a:buNone/>
              <a:defRPr sz="2600"/>
            </a:lvl1pPr>
            <a:lvl2pPr marL="371674" indent="0">
              <a:buNone/>
              <a:defRPr sz="2300"/>
            </a:lvl2pPr>
            <a:lvl3pPr marL="743349" indent="0">
              <a:buNone/>
              <a:defRPr sz="2000"/>
            </a:lvl3pPr>
            <a:lvl4pPr marL="1115023" indent="0">
              <a:buNone/>
              <a:defRPr sz="1700"/>
            </a:lvl4pPr>
            <a:lvl5pPr marL="1486698" indent="0">
              <a:buNone/>
              <a:defRPr sz="1700"/>
            </a:lvl5pPr>
            <a:lvl6pPr marL="1858372" indent="0">
              <a:buNone/>
              <a:defRPr sz="1700"/>
            </a:lvl6pPr>
            <a:lvl7pPr marL="2230047" indent="0">
              <a:buNone/>
              <a:defRPr sz="1700"/>
            </a:lvl7pPr>
            <a:lvl8pPr marL="2601721" indent="0">
              <a:buNone/>
              <a:defRPr sz="1700"/>
            </a:lvl8pPr>
            <a:lvl9pPr marL="2973396" indent="0">
              <a:buNone/>
              <a:defRPr sz="17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82064" y="4086386"/>
            <a:ext cx="4536758" cy="612778"/>
          </a:xfrm>
        </p:spPr>
        <p:txBody>
          <a:bodyPr/>
          <a:lstStyle>
            <a:lvl1pPr marL="0" indent="0">
              <a:buNone/>
              <a:defRPr sz="1100"/>
            </a:lvl1pPr>
            <a:lvl2pPr marL="371674" indent="0">
              <a:buNone/>
              <a:defRPr sz="900"/>
            </a:lvl2pPr>
            <a:lvl3pPr marL="743349" indent="0">
              <a:buNone/>
              <a:defRPr sz="800"/>
            </a:lvl3pPr>
            <a:lvl4pPr marL="1115023" indent="0">
              <a:buNone/>
              <a:defRPr sz="700"/>
            </a:lvl4pPr>
            <a:lvl5pPr marL="1486698" indent="0">
              <a:buNone/>
              <a:defRPr sz="700"/>
            </a:lvl5pPr>
            <a:lvl6pPr marL="1858372" indent="0">
              <a:buNone/>
              <a:defRPr sz="700"/>
            </a:lvl6pPr>
            <a:lvl7pPr marL="2230047" indent="0">
              <a:buNone/>
              <a:defRPr sz="700"/>
            </a:lvl7pPr>
            <a:lvl8pPr marL="2601721" indent="0">
              <a:buNone/>
              <a:defRPr sz="700"/>
            </a:lvl8pPr>
            <a:lvl9pPr marL="2973396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0333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956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317549" y="164377"/>
            <a:ext cx="1338973" cy="35086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98003" y="164377"/>
            <a:ext cx="3893525" cy="35086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738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78064" y="209100"/>
            <a:ext cx="6805136" cy="870215"/>
          </a:xfrm>
          <a:prstGeom prst="rect">
            <a:avLst/>
          </a:prstGeom>
        </p:spPr>
        <p:txBody>
          <a:bodyPr vert="horz" lIns="74335" tIns="37168" rIns="74335" bIns="37168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78064" y="1218306"/>
            <a:ext cx="6805136" cy="3445809"/>
          </a:xfrm>
          <a:prstGeom prst="rect">
            <a:avLst/>
          </a:prstGeom>
        </p:spPr>
        <p:txBody>
          <a:bodyPr vert="horz" lIns="74335" tIns="37168" rIns="74335" bIns="37168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78078" y="4839364"/>
            <a:ext cx="1764295" cy="277985"/>
          </a:xfrm>
          <a:prstGeom prst="rect">
            <a:avLst/>
          </a:prstGeom>
        </p:spPr>
        <p:txBody>
          <a:bodyPr vert="horz" lIns="74335" tIns="37168" rIns="74335" bIns="37168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59FF92-1362-455E-ACBC-70B42DC48170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583434" y="4839364"/>
            <a:ext cx="2394400" cy="277985"/>
          </a:xfrm>
          <a:prstGeom prst="rect">
            <a:avLst/>
          </a:prstGeom>
        </p:spPr>
        <p:txBody>
          <a:bodyPr vert="horz" lIns="74335" tIns="37168" rIns="74335" bIns="37168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418919" y="4839364"/>
            <a:ext cx="1764295" cy="277985"/>
          </a:xfrm>
          <a:prstGeom prst="rect">
            <a:avLst/>
          </a:prstGeom>
        </p:spPr>
        <p:txBody>
          <a:bodyPr vert="horz" lIns="74335" tIns="37168" rIns="74335" bIns="37168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01CB76-FCC8-4DF1-BF02-2E9B5544F24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042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4334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8756" indent="-278756" algn="l" defTabSz="74334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03971" indent="-232296" algn="l" defTabSz="74334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29187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00861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672536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044210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415884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787559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159233" indent="-185838" algn="l" defTabSz="743349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71674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3349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15023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86698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58372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30047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601721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73396" algn="l" defTabSz="743349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8000" y="-180000"/>
            <a:ext cx="8193088" cy="781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6834341" y="450404"/>
            <a:ext cx="40267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5583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</Words>
  <Application>Microsoft Office PowerPoint</Application>
  <PresentationFormat>Personnalisé</PresentationFormat>
  <Paragraphs>1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8</cp:revision>
  <dcterms:created xsi:type="dcterms:W3CDTF">2017-07-12T13:39:44Z</dcterms:created>
  <dcterms:modified xsi:type="dcterms:W3CDTF">2017-10-30T15:33:51Z</dcterms:modified>
</cp:coreProperties>
</file>