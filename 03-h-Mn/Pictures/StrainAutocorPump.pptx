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561263" cy="7524750"/>
  <p:notesSz cx="6858000" cy="9144000"/>
  <p:defaultTextStyle>
    <a:defPPr>
      <a:defRPr lang="fr-FR"/>
    </a:defPPr>
    <a:lvl1pPr marL="0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71674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43349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115023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86698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58372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230047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601721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973396" algn="l" defTabSz="743349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686" y="-96"/>
      </p:cViewPr>
      <p:guideLst>
        <p:guide orient="horz" pos="2371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100" y="2337554"/>
            <a:ext cx="6427073" cy="161294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194" y="4264028"/>
            <a:ext cx="5292885" cy="1922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71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3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50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6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8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30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01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733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26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5031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296" y="4835349"/>
            <a:ext cx="6427073" cy="1494500"/>
          </a:xfrm>
        </p:spPr>
        <p:txBody>
          <a:bodyPr anchor="t"/>
          <a:lstStyle>
            <a:lvl1pPr algn="l">
              <a:defRPr sz="33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296" y="3189315"/>
            <a:ext cx="6427073" cy="1646038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716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74334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502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8669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85837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23004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601721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97339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470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97997" y="1383024"/>
            <a:ext cx="2616249" cy="3910433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040258" y="1383024"/>
            <a:ext cx="2616250" cy="3910433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28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4" y="301345"/>
            <a:ext cx="6805136" cy="1254125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3" y="1684363"/>
            <a:ext cx="3340871" cy="70196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71674" indent="0">
              <a:buNone/>
              <a:defRPr sz="1700" b="1"/>
            </a:lvl2pPr>
            <a:lvl3pPr marL="743349" indent="0">
              <a:buNone/>
              <a:defRPr sz="1400" b="1"/>
            </a:lvl3pPr>
            <a:lvl4pPr marL="1115023" indent="0">
              <a:buNone/>
              <a:defRPr sz="1300" b="1"/>
            </a:lvl4pPr>
            <a:lvl5pPr marL="1486698" indent="0">
              <a:buNone/>
              <a:defRPr sz="1300" b="1"/>
            </a:lvl5pPr>
            <a:lvl6pPr marL="1858372" indent="0">
              <a:buNone/>
              <a:defRPr sz="1300" b="1"/>
            </a:lvl6pPr>
            <a:lvl7pPr marL="2230047" indent="0">
              <a:buNone/>
              <a:defRPr sz="1300" b="1"/>
            </a:lvl7pPr>
            <a:lvl8pPr marL="2601721" indent="0">
              <a:buNone/>
              <a:defRPr sz="1300" b="1"/>
            </a:lvl8pPr>
            <a:lvl9pPr marL="2973396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063" y="2386324"/>
            <a:ext cx="3340871" cy="4335441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019" y="1684363"/>
            <a:ext cx="3342184" cy="701964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71674" indent="0">
              <a:buNone/>
              <a:defRPr sz="1700" b="1"/>
            </a:lvl2pPr>
            <a:lvl3pPr marL="743349" indent="0">
              <a:buNone/>
              <a:defRPr sz="1400" b="1"/>
            </a:lvl3pPr>
            <a:lvl4pPr marL="1115023" indent="0">
              <a:buNone/>
              <a:defRPr sz="1300" b="1"/>
            </a:lvl4pPr>
            <a:lvl5pPr marL="1486698" indent="0">
              <a:buNone/>
              <a:defRPr sz="1300" b="1"/>
            </a:lvl5pPr>
            <a:lvl6pPr marL="1858372" indent="0">
              <a:buNone/>
              <a:defRPr sz="1300" b="1"/>
            </a:lvl6pPr>
            <a:lvl7pPr marL="2230047" indent="0">
              <a:buNone/>
              <a:defRPr sz="1300" b="1"/>
            </a:lvl7pPr>
            <a:lvl8pPr marL="2601721" indent="0">
              <a:buNone/>
              <a:defRPr sz="1300" b="1"/>
            </a:lvl8pPr>
            <a:lvl9pPr marL="2973396" indent="0">
              <a:buNone/>
              <a:defRPr sz="13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019" y="2386324"/>
            <a:ext cx="3342184" cy="4335441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51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129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25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73" y="299601"/>
            <a:ext cx="2487603" cy="1275025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248" y="299599"/>
            <a:ext cx="4226956" cy="6422165"/>
          </a:xfrm>
        </p:spPr>
        <p:txBody>
          <a:bodyPr/>
          <a:lstStyle>
            <a:lvl1pPr>
              <a:defRPr sz="2600"/>
            </a:lvl1pPr>
            <a:lvl2pPr>
              <a:defRPr sz="23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073" y="1574628"/>
            <a:ext cx="2487603" cy="5147138"/>
          </a:xfrm>
        </p:spPr>
        <p:txBody>
          <a:bodyPr/>
          <a:lstStyle>
            <a:lvl1pPr marL="0" indent="0">
              <a:buNone/>
              <a:defRPr sz="1100"/>
            </a:lvl1pPr>
            <a:lvl2pPr marL="371674" indent="0">
              <a:buNone/>
              <a:defRPr sz="900"/>
            </a:lvl2pPr>
            <a:lvl3pPr marL="743349" indent="0">
              <a:buNone/>
              <a:defRPr sz="800"/>
            </a:lvl3pPr>
            <a:lvl4pPr marL="1115023" indent="0">
              <a:buNone/>
              <a:defRPr sz="700"/>
            </a:lvl4pPr>
            <a:lvl5pPr marL="1486698" indent="0">
              <a:buNone/>
              <a:defRPr sz="700"/>
            </a:lvl5pPr>
            <a:lvl6pPr marL="1858372" indent="0">
              <a:buNone/>
              <a:defRPr sz="700"/>
            </a:lvl6pPr>
            <a:lvl7pPr marL="2230047" indent="0">
              <a:buNone/>
              <a:defRPr sz="700"/>
            </a:lvl7pPr>
            <a:lvl8pPr marL="2601721" indent="0">
              <a:buNone/>
              <a:defRPr sz="700"/>
            </a:lvl8pPr>
            <a:lvl9pPr marL="2973396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908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064" y="5267328"/>
            <a:ext cx="4536758" cy="621838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82064" y="672354"/>
            <a:ext cx="4536758" cy="4514850"/>
          </a:xfrm>
        </p:spPr>
        <p:txBody>
          <a:bodyPr/>
          <a:lstStyle>
            <a:lvl1pPr marL="0" indent="0">
              <a:buNone/>
              <a:defRPr sz="2600"/>
            </a:lvl1pPr>
            <a:lvl2pPr marL="371674" indent="0">
              <a:buNone/>
              <a:defRPr sz="2300"/>
            </a:lvl2pPr>
            <a:lvl3pPr marL="743349" indent="0">
              <a:buNone/>
              <a:defRPr sz="2000"/>
            </a:lvl3pPr>
            <a:lvl4pPr marL="1115023" indent="0">
              <a:buNone/>
              <a:defRPr sz="1700"/>
            </a:lvl4pPr>
            <a:lvl5pPr marL="1486698" indent="0">
              <a:buNone/>
              <a:defRPr sz="1700"/>
            </a:lvl5pPr>
            <a:lvl6pPr marL="1858372" indent="0">
              <a:buNone/>
              <a:defRPr sz="1700"/>
            </a:lvl6pPr>
            <a:lvl7pPr marL="2230047" indent="0">
              <a:buNone/>
              <a:defRPr sz="1700"/>
            </a:lvl7pPr>
            <a:lvl8pPr marL="2601721" indent="0">
              <a:buNone/>
              <a:defRPr sz="1700"/>
            </a:lvl8pPr>
            <a:lvl9pPr marL="2973396" indent="0">
              <a:buNone/>
              <a:defRPr sz="1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064" y="5889166"/>
            <a:ext cx="4536758" cy="883115"/>
          </a:xfrm>
        </p:spPr>
        <p:txBody>
          <a:bodyPr/>
          <a:lstStyle>
            <a:lvl1pPr marL="0" indent="0">
              <a:buNone/>
              <a:defRPr sz="1100"/>
            </a:lvl1pPr>
            <a:lvl2pPr marL="371674" indent="0">
              <a:buNone/>
              <a:defRPr sz="900"/>
            </a:lvl2pPr>
            <a:lvl3pPr marL="743349" indent="0">
              <a:buNone/>
              <a:defRPr sz="800"/>
            </a:lvl3pPr>
            <a:lvl4pPr marL="1115023" indent="0">
              <a:buNone/>
              <a:defRPr sz="700"/>
            </a:lvl4pPr>
            <a:lvl5pPr marL="1486698" indent="0">
              <a:buNone/>
              <a:defRPr sz="700"/>
            </a:lvl5pPr>
            <a:lvl6pPr marL="1858372" indent="0">
              <a:buNone/>
              <a:defRPr sz="700"/>
            </a:lvl6pPr>
            <a:lvl7pPr marL="2230047" indent="0">
              <a:buNone/>
              <a:defRPr sz="700"/>
            </a:lvl7pPr>
            <a:lvl8pPr marL="2601721" indent="0">
              <a:buNone/>
              <a:defRPr sz="700"/>
            </a:lvl8pPr>
            <a:lvl9pPr marL="2973396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33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95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317543" y="236892"/>
            <a:ext cx="1338973" cy="505656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97997" y="236892"/>
            <a:ext cx="3893525" cy="505656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738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064" y="301345"/>
            <a:ext cx="6805136" cy="1254125"/>
          </a:xfrm>
          <a:prstGeom prst="rect">
            <a:avLst/>
          </a:prstGeom>
        </p:spPr>
        <p:txBody>
          <a:bodyPr vert="horz" lIns="74335" tIns="37168" rIns="74335" bIns="37168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4" y="1755781"/>
            <a:ext cx="6805136" cy="4965987"/>
          </a:xfrm>
          <a:prstGeom prst="rect">
            <a:avLst/>
          </a:prstGeom>
        </p:spPr>
        <p:txBody>
          <a:bodyPr vert="horz" lIns="74335" tIns="37168" rIns="74335" bIns="37168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072" y="6974332"/>
            <a:ext cx="1764295" cy="400623"/>
          </a:xfrm>
          <a:prstGeom prst="rect">
            <a:avLst/>
          </a:prstGeom>
        </p:spPr>
        <p:txBody>
          <a:bodyPr vert="horz" lIns="74335" tIns="37168" rIns="74335" bIns="37168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9FF92-1362-455E-ACBC-70B42DC48170}" type="datetimeFigureOut">
              <a:rPr lang="fr-FR" smtClean="0"/>
              <a:t>17/10/2017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434" y="6974332"/>
            <a:ext cx="2394400" cy="400623"/>
          </a:xfrm>
          <a:prstGeom prst="rect">
            <a:avLst/>
          </a:prstGeom>
        </p:spPr>
        <p:txBody>
          <a:bodyPr vert="horz" lIns="74335" tIns="37168" rIns="74335" bIns="37168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18913" y="6974332"/>
            <a:ext cx="1764295" cy="400623"/>
          </a:xfrm>
          <a:prstGeom prst="rect">
            <a:avLst/>
          </a:prstGeom>
        </p:spPr>
        <p:txBody>
          <a:bodyPr vert="horz" lIns="74335" tIns="37168" rIns="74335" bIns="37168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1CB76-FCC8-4DF1-BF02-2E9B5544F2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04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43349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8756" indent="-278756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03971" indent="-232296" algn="l" defTabSz="743349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929187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00861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2536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44210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415884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787559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159233" indent="-185838" algn="l" defTabSz="74334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71674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3349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15023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86698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58372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30047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601721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73396" algn="l" defTabSz="743349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8000" y="-180000"/>
            <a:ext cx="8193088" cy="781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972319" y="3474343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/>
          <p:cNvCxnSpPr/>
          <p:nvPr/>
        </p:nvCxnSpPr>
        <p:spPr>
          <a:xfrm flipH="1">
            <a:off x="580566" y="3978399"/>
            <a:ext cx="391753" cy="14401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1260351" y="3978399"/>
            <a:ext cx="1080120" cy="14401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76775" y="3474343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3178800" y="3978399"/>
            <a:ext cx="1897975" cy="14401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H="1">
            <a:off x="4932759" y="3978399"/>
            <a:ext cx="432050" cy="14401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>
            <a:off x="5781600" y="4122416"/>
            <a:ext cx="626403" cy="129614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08000" y="3618359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Connecteur droit 32"/>
          <p:cNvCxnSpPr/>
          <p:nvPr/>
        </p:nvCxnSpPr>
        <p:spPr>
          <a:xfrm>
            <a:off x="6696033" y="4122416"/>
            <a:ext cx="829014" cy="129614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5583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6</cp:revision>
  <dcterms:created xsi:type="dcterms:W3CDTF">2017-07-12T13:39:44Z</dcterms:created>
  <dcterms:modified xsi:type="dcterms:W3CDTF">2017-10-17T15:55:26Z</dcterms:modified>
</cp:coreProperties>
</file>