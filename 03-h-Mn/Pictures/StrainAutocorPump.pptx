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272338" cy="5329238"/>
  <p:notesSz cx="6858000" cy="9144000"/>
  <p:defaultTextStyle>
    <a:defPPr>
      <a:defRPr lang="fr-FR"/>
    </a:defPPr>
    <a:lvl1pPr marL="0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0045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20090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80135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40180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00225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60270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20315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80360" algn="l" defTabSz="72009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-996" y="-72"/>
      </p:cViewPr>
      <p:guideLst>
        <p:guide orient="horz" pos="1679"/>
        <p:guide pos="22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45427" y="1655520"/>
            <a:ext cx="6181487" cy="114233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90852" y="3019902"/>
            <a:ext cx="5090637" cy="136191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600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20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80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401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520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880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826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031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4467" y="3424528"/>
            <a:ext cx="6181487" cy="105844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4467" y="2258761"/>
            <a:ext cx="6181487" cy="116577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3470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86604" y="979495"/>
            <a:ext cx="2516279" cy="2769477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24086" y="979495"/>
            <a:ext cx="2516280" cy="2769477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5280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3617" y="213418"/>
            <a:ext cx="6545104" cy="888207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3617" y="1192912"/>
            <a:ext cx="3213212" cy="497150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60045" indent="0">
              <a:buNone/>
              <a:defRPr sz="1600" b="1"/>
            </a:lvl2pPr>
            <a:lvl3pPr marL="720090" indent="0">
              <a:buNone/>
              <a:defRPr sz="1400" b="1"/>
            </a:lvl3pPr>
            <a:lvl4pPr marL="1080135" indent="0">
              <a:buNone/>
              <a:defRPr sz="1300" b="1"/>
            </a:lvl4pPr>
            <a:lvl5pPr marL="1440180" indent="0">
              <a:buNone/>
              <a:defRPr sz="1300" b="1"/>
            </a:lvl5pPr>
            <a:lvl6pPr marL="1800225" indent="0">
              <a:buNone/>
              <a:defRPr sz="1300" b="1"/>
            </a:lvl6pPr>
            <a:lvl7pPr marL="2160270" indent="0">
              <a:buNone/>
              <a:defRPr sz="1300" b="1"/>
            </a:lvl7pPr>
            <a:lvl8pPr marL="2520315" indent="0">
              <a:buNone/>
              <a:defRPr sz="1300" b="1"/>
            </a:lvl8pPr>
            <a:lvl9pPr marL="288036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63617" y="1690060"/>
            <a:ext cx="3213212" cy="307048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694248" y="1192912"/>
            <a:ext cx="3214475" cy="497150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60045" indent="0">
              <a:buNone/>
              <a:defRPr sz="1600" b="1"/>
            </a:lvl2pPr>
            <a:lvl3pPr marL="720090" indent="0">
              <a:buNone/>
              <a:defRPr sz="1400" b="1"/>
            </a:lvl3pPr>
            <a:lvl4pPr marL="1080135" indent="0">
              <a:buNone/>
              <a:defRPr sz="1300" b="1"/>
            </a:lvl4pPr>
            <a:lvl5pPr marL="1440180" indent="0">
              <a:buNone/>
              <a:defRPr sz="1300" b="1"/>
            </a:lvl5pPr>
            <a:lvl6pPr marL="1800225" indent="0">
              <a:buNone/>
              <a:defRPr sz="1300" b="1"/>
            </a:lvl6pPr>
            <a:lvl7pPr marL="2160270" indent="0">
              <a:buNone/>
              <a:defRPr sz="1300" b="1"/>
            </a:lvl7pPr>
            <a:lvl8pPr marL="2520315" indent="0">
              <a:buNone/>
              <a:defRPr sz="1300" b="1"/>
            </a:lvl8pPr>
            <a:lvl9pPr marL="288036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694248" y="1690060"/>
            <a:ext cx="3214475" cy="307048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51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1296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51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3620" y="212184"/>
            <a:ext cx="2392549" cy="903009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43285" y="212184"/>
            <a:ext cx="4065439" cy="45483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63620" y="1115194"/>
            <a:ext cx="2392549" cy="3645347"/>
          </a:xfrm>
        </p:spPr>
        <p:txBody>
          <a:bodyPr/>
          <a:lstStyle>
            <a:lvl1pPr marL="0" indent="0">
              <a:buNone/>
              <a:defRPr sz="1100"/>
            </a:lvl1pPr>
            <a:lvl2pPr marL="360045" indent="0">
              <a:buNone/>
              <a:defRPr sz="900"/>
            </a:lvl2pPr>
            <a:lvl3pPr marL="720090" indent="0">
              <a:buNone/>
              <a:defRPr sz="800"/>
            </a:lvl3pPr>
            <a:lvl4pPr marL="1080135" indent="0">
              <a:buNone/>
              <a:defRPr sz="700"/>
            </a:lvl4pPr>
            <a:lvl5pPr marL="1440180" indent="0">
              <a:buNone/>
              <a:defRPr sz="700"/>
            </a:lvl5pPr>
            <a:lvl6pPr marL="1800225" indent="0">
              <a:buNone/>
              <a:defRPr sz="700"/>
            </a:lvl6pPr>
            <a:lvl7pPr marL="2160270" indent="0">
              <a:buNone/>
              <a:defRPr sz="700"/>
            </a:lvl7pPr>
            <a:lvl8pPr marL="2520315" indent="0">
              <a:buNone/>
              <a:defRPr sz="700"/>
            </a:lvl8pPr>
            <a:lvl9pPr marL="288036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090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25431" y="3730467"/>
            <a:ext cx="4363403" cy="440403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25431" y="476178"/>
            <a:ext cx="4363403" cy="3197543"/>
          </a:xfrm>
        </p:spPr>
        <p:txBody>
          <a:bodyPr/>
          <a:lstStyle>
            <a:lvl1pPr marL="0" indent="0">
              <a:buNone/>
              <a:defRPr sz="2500"/>
            </a:lvl1pPr>
            <a:lvl2pPr marL="360045" indent="0">
              <a:buNone/>
              <a:defRPr sz="2200"/>
            </a:lvl2pPr>
            <a:lvl3pPr marL="720090" indent="0">
              <a:buNone/>
              <a:defRPr sz="1900"/>
            </a:lvl3pPr>
            <a:lvl4pPr marL="1080135" indent="0">
              <a:buNone/>
              <a:defRPr sz="1600"/>
            </a:lvl4pPr>
            <a:lvl5pPr marL="1440180" indent="0">
              <a:buNone/>
              <a:defRPr sz="1600"/>
            </a:lvl5pPr>
            <a:lvl6pPr marL="1800225" indent="0">
              <a:buNone/>
              <a:defRPr sz="1600"/>
            </a:lvl6pPr>
            <a:lvl7pPr marL="2160270" indent="0">
              <a:buNone/>
              <a:defRPr sz="1600"/>
            </a:lvl7pPr>
            <a:lvl8pPr marL="2520315" indent="0">
              <a:buNone/>
              <a:defRPr sz="1600"/>
            </a:lvl8pPr>
            <a:lvl9pPr marL="2880360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25431" y="4170870"/>
            <a:ext cx="4363403" cy="625446"/>
          </a:xfrm>
        </p:spPr>
        <p:txBody>
          <a:bodyPr/>
          <a:lstStyle>
            <a:lvl1pPr marL="0" indent="0">
              <a:buNone/>
              <a:defRPr sz="1100"/>
            </a:lvl1pPr>
            <a:lvl2pPr marL="360045" indent="0">
              <a:buNone/>
              <a:defRPr sz="900"/>
            </a:lvl2pPr>
            <a:lvl3pPr marL="720090" indent="0">
              <a:buNone/>
              <a:defRPr sz="800"/>
            </a:lvl3pPr>
            <a:lvl4pPr marL="1080135" indent="0">
              <a:buNone/>
              <a:defRPr sz="700"/>
            </a:lvl4pPr>
            <a:lvl5pPr marL="1440180" indent="0">
              <a:buNone/>
              <a:defRPr sz="700"/>
            </a:lvl5pPr>
            <a:lvl6pPr marL="1800225" indent="0">
              <a:buNone/>
              <a:defRPr sz="700"/>
            </a:lvl6pPr>
            <a:lvl7pPr marL="2160270" indent="0">
              <a:buNone/>
              <a:defRPr sz="700"/>
            </a:lvl7pPr>
            <a:lvl8pPr marL="2520315" indent="0">
              <a:buNone/>
              <a:defRPr sz="700"/>
            </a:lvl8pPr>
            <a:lvl9pPr marL="288036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333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956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152558" y="167773"/>
            <a:ext cx="1287809" cy="358119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86604" y="167773"/>
            <a:ext cx="3744749" cy="358119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738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63617" y="213418"/>
            <a:ext cx="6545104" cy="888207"/>
          </a:xfrm>
          <a:prstGeom prst="rect">
            <a:avLst/>
          </a:prstGeom>
        </p:spPr>
        <p:txBody>
          <a:bodyPr vert="horz" lIns="72009" tIns="36005" rIns="72009" bIns="3600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3617" y="1243491"/>
            <a:ext cx="6545104" cy="3517051"/>
          </a:xfrm>
          <a:prstGeom prst="rect">
            <a:avLst/>
          </a:prstGeom>
        </p:spPr>
        <p:txBody>
          <a:bodyPr vert="horz" lIns="72009" tIns="36005" rIns="72009" bIns="3600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63619" y="4939416"/>
            <a:ext cx="1696879" cy="283732"/>
          </a:xfrm>
          <a:prstGeom prst="rect">
            <a:avLst/>
          </a:prstGeom>
        </p:spPr>
        <p:txBody>
          <a:bodyPr vert="horz" lIns="72009" tIns="36005" rIns="72009" bIns="36005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9FF92-1362-455E-ACBC-70B42DC48170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484717" y="4939416"/>
            <a:ext cx="2302907" cy="283732"/>
          </a:xfrm>
          <a:prstGeom prst="rect">
            <a:avLst/>
          </a:prstGeom>
        </p:spPr>
        <p:txBody>
          <a:bodyPr vert="horz" lIns="72009" tIns="36005" rIns="72009" bIns="36005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211844" y="4939416"/>
            <a:ext cx="1696879" cy="283732"/>
          </a:xfrm>
          <a:prstGeom prst="rect">
            <a:avLst/>
          </a:prstGeom>
        </p:spPr>
        <p:txBody>
          <a:bodyPr vert="horz" lIns="72009" tIns="36005" rIns="72009" bIns="36005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042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20090" rtl="0" eaLnBrk="1" latinLnBrk="0" hangingPunct="1">
        <a:spcBef>
          <a:spcPct val="0"/>
        </a:spcBef>
        <a:buNone/>
        <a:defRPr sz="3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34" indent="-270034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1pPr>
      <a:lvl2pPr marL="585073" indent="-225028" algn="l" defTabSz="720090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0528" y="-99392"/>
            <a:ext cx="7712075" cy="554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05583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</cp:revision>
  <dcterms:created xsi:type="dcterms:W3CDTF">2017-07-12T13:39:44Z</dcterms:created>
  <dcterms:modified xsi:type="dcterms:W3CDTF">2017-07-12T13:41:02Z</dcterms:modified>
</cp:coreProperties>
</file>