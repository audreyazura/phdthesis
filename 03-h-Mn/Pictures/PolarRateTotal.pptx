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661150" cy="7704138"/>
  <p:notesSz cx="6797675" cy="9926638"/>
  <p:defaultTextStyle>
    <a:defPPr>
      <a:defRPr lang="en-US"/>
    </a:defPPr>
    <a:lvl1pPr marL="0" algn="l" defTabSz="83329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16646" algn="l" defTabSz="83329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33293" algn="l" defTabSz="83329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49939" algn="l" defTabSz="83329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66585" algn="l" defTabSz="83329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83232" algn="l" defTabSz="83329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99878" algn="l" defTabSz="83329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916525" algn="l" defTabSz="83329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333171" algn="l" defTabSz="83329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00" d="100"/>
          <a:sy n="100" d="100"/>
        </p:scale>
        <p:origin x="-1506" y="384"/>
      </p:cViewPr>
      <p:guideLst>
        <p:guide orient="horz" pos="2427"/>
        <p:guide pos="20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790700" y="744538"/>
            <a:ext cx="321627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329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16646" algn="l" defTabSz="83329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33293" algn="l" defTabSz="83329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49939" algn="l" defTabSz="83329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666585" algn="l" defTabSz="83329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083232" algn="l" defTabSz="83329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99878" algn="l" defTabSz="83329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16525" algn="l" defTabSz="83329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333171" algn="l" defTabSz="83329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99586" y="2393280"/>
            <a:ext cx="5661978" cy="1651396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99174" y="4365679"/>
            <a:ext cx="4662805" cy="196883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66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332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9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66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83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99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16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33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6185" y="4950625"/>
            <a:ext cx="5661978" cy="153012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26185" y="3265345"/>
            <a:ext cx="5661978" cy="168528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6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332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4993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6658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83232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9987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9165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33317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33057" y="1797633"/>
            <a:ext cx="2942008" cy="5084375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386085" y="1797633"/>
            <a:ext cx="2942008" cy="5084375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3062" y="1724517"/>
            <a:ext cx="2943165" cy="718695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6646" indent="0">
              <a:buNone/>
              <a:defRPr sz="1800" b="1"/>
            </a:lvl2pPr>
            <a:lvl3pPr marL="833293" indent="0">
              <a:buNone/>
              <a:defRPr sz="1600" b="1"/>
            </a:lvl3pPr>
            <a:lvl4pPr marL="1249939" indent="0">
              <a:buNone/>
              <a:defRPr sz="1500" b="1"/>
            </a:lvl4pPr>
            <a:lvl5pPr marL="1666585" indent="0">
              <a:buNone/>
              <a:defRPr sz="1500" b="1"/>
            </a:lvl5pPr>
            <a:lvl6pPr marL="2083232" indent="0">
              <a:buNone/>
              <a:defRPr sz="1500" b="1"/>
            </a:lvl6pPr>
            <a:lvl7pPr marL="2499878" indent="0">
              <a:buNone/>
              <a:defRPr sz="1500" b="1"/>
            </a:lvl7pPr>
            <a:lvl8pPr marL="2916525" indent="0">
              <a:buNone/>
              <a:defRPr sz="1500" b="1"/>
            </a:lvl8pPr>
            <a:lvl9pPr marL="3333171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33062" y="2443209"/>
            <a:ext cx="2943165" cy="443879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383776" y="1724517"/>
            <a:ext cx="2944321" cy="718695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6646" indent="0">
              <a:buNone/>
              <a:defRPr sz="1800" b="1"/>
            </a:lvl2pPr>
            <a:lvl3pPr marL="833293" indent="0">
              <a:buNone/>
              <a:defRPr sz="1600" b="1"/>
            </a:lvl3pPr>
            <a:lvl4pPr marL="1249939" indent="0">
              <a:buNone/>
              <a:defRPr sz="1500" b="1"/>
            </a:lvl4pPr>
            <a:lvl5pPr marL="1666585" indent="0">
              <a:buNone/>
              <a:defRPr sz="1500" b="1"/>
            </a:lvl5pPr>
            <a:lvl6pPr marL="2083232" indent="0">
              <a:buNone/>
              <a:defRPr sz="1500" b="1"/>
            </a:lvl6pPr>
            <a:lvl7pPr marL="2499878" indent="0">
              <a:buNone/>
              <a:defRPr sz="1500" b="1"/>
            </a:lvl7pPr>
            <a:lvl8pPr marL="2916525" indent="0">
              <a:buNone/>
              <a:defRPr sz="1500" b="1"/>
            </a:lvl8pPr>
            <a:lvl9pPr marL="3333171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383776" y="2443209"/>
            <a:ext cx="2944321" cy="443879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3062" y="306740"/>
            <a:ext cx="2191473" cy="130542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04325" y="306741"/>
            <a:ext cx="3723768" cy="6575269"/>
          </a:xfrm>
        </p:spPr>
        <p:txBody>
          <a:bodyPr/>
          <a:lstStyle>
            <a:lvl1pPr>
              <a:defRPr sz="2900"/>
            </a:lvl1pPr>
            <a:lvl2pPr>
              <a:defRPr sz="26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33062" y="1612163"/>
            <a:ext cx="2191473" cy="5269845"/>
          </a:xfrm>
        </p:spPr>
        <p:txBody>
          <a:bodyPr/>
          <a:lstStyle>
            <a:lvl1pPr marL="0" indent="0">
              <a:buNone/>
              <a:defRPr sz="1300"/>
            </a:lvl1pPr>
            <a:lvl2pPr marL="416646" indent="0">
              <a:buNone/>
              <a:defRPr sz="1100"/>
            </a:lvl2pPr>
            <a:lvl3pPr marL="833293" indent="0">
              <a:buNone/>
              <a:defRPr sz="900"/>
            </a:lvl3pPr>
            <a:lvl4pPr marL="1249939" indent="0">
              <a:buNone/>
              <a:defRPr sz="800"/>
            </a:lvl4pPr>
            <a:lvl5pPr marL="1666585" indent="0">
              <a:buNone/>
              <a:defRPr sz="800"/>
            </a:lvl5pPr>
            <a:lvl6pPr marL="2083232" indent="0">
              <a:buNone/>
              <a:defRPr sz="800"/>
            </a:lvl6pPr>
            <a:lvl7pPr marL="2499878" indent="0">
              <a:buNone/>
              <a:defRPr sz="800"/>
            </a:lvl7pPr>
            <a:lvl8pPr marL="2916525" indent="0">
              <a:buNone/>
              <a:defRPr sz="800"/>
            </a:lvl8pPr>
            <a:lvl9pPr marL="3333171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5632" y="5392899"/>
            <a:ext cx="3996690" cy="63666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05632" y="688380"/>
            <a:ext cx="3996690" cy="4622483"/>
          </a:xfrm>
        </p:spPr>
        <p:txBody>
          <a:bodyPr/>
          <a:lstStyle>
            <a:lvl1pPr marL="0" indent="0">
              <a:buNone/>
              <a:defRPr sz="2900"/>
            </a:lvl1pPr>
            <a:lvl2pPr marL="416646" indent="0">
              <a:buNone/>
              <a:defRPr sz="2600"/>
            </a:lvl2pPr>
            <a:lvl3pPr marL="833293" indent="0">
              <a:buNone/>
              <a:defRPr sz="2200"/>
            </a:lvl3pPr>
            <a:lvl4pPr marL="1249939" indent="0">
              <a:buNone/>
              <a:defRPr sz="1800"/>
            </a:lvl4pPr>
            <a:lvl5pPr marL="1666585" indent="0">
              <a:buNone/>
              <a:defRPr sz="1800"/>
            </a:lvl5pPr>
            <a:lvl6pPr marL="2083232" indent="0">
              <a:buNone/>
              <a:defRPr sz="1800"/>
            </a:lvl6pPr>
            <a:lvl7pPr marL="2499878" indent="0">
              <a:buNone/>
              <a:defRPr sz="1800"/>
            </a:lvl7pPr>
            <a:lvl8pPr marL="2916525" indent="0">
              <a:buNone/>
              <a:defRPr sz="1800"/>
            </a:lvl8pPr>
            <a:lvl9pPr marL="3333171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05632" y="6029559"/>
            <a:ext cx="3996690" cy="904166"/>
          </a:xfrm>
        </p:spPr>
        <p:txBody>
          <a:bodyPr/>
          <a:lstStyle>
            <a:lvl1pPr marL="0" indent="0">
              <a:buNone/>
              <a:defRPr sz="1300"/>
            </a:lvl1pPr>
            <a:lvl2pPr marL="416646" indent="0">
              <a:buNone/>
              <a:defRPr sz="1100"/>
            </a:lvl2pPr>
            <a:lvl3pPr marL="833293" indent="0">
              <a:buNone/>
              <a:defRPr sz="900"/>
            </a:lvl3pPr>
            <a:lvl4pPr marL="1249939" indent="0">
              <a:buNone/>
              <a:defRPr sz="800"/>
            </a:lvl4pPr>
            <a:lvl5pPr marL="1666585" indent="0">
              <a:buNone/>
              <a:defRPr sz="800"/>
            </a:lvl5pPr>
            <a:lvl6pPr marL="2083232" indent="0">
              <a:buNone/>
              <a:defRPr sz="800"/>
            </a:lvl6pPr>
            <a:lvl7pPr marL="2499878" indent="0">
              <a:buNone/>
              <a:defRPr sz="800"/>
            </a:lvl7pPr>
            <a:lvl8pPr marL="2916525" indent="0">
              <a:buNone/>
              <a:defRPr sz="800"/>
            </a:lvl8pPr>
            <a:lvl9pPr marL="3333171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829338" y="308526"/>
            <a:ext cx="1498759" cy="657348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33062" y="308526"/>
            <a:ext cx="4385257" cy="657348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33059" y="308524"/>
            <a:ext cx="5995035" cy="1284024"/>
          </a:xfrm>
          <a:prstGeom prst="rect">
            <a:avLst/>
          </a:prstGeom>
        </p:spPr>
        <p:txBody>
          <a:bodyPr vert="horz" lIns="83329" tIns="41665" rIns="83329" bIns="41665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3059" y="1797633"/>
            <a:ext cx="5995035" cy="5084375"/>
          </a:xfrm>
          <a:prstGeom prst="rect">
            <a:avLst/>
          </a:prstGeom>
        </p:spPr>
        <p:txBody>
          <a:bodyPr vert="horz" lIns="83329" tIns="41665" rIns="83329" bIns="41665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33058" y="7140597"/>
            <a:ext cx="1554268" cy="410174"/>
          </a:xfrm>
          <a:prstGeom prst="rect">
            <a:avLst/>
          </a:prstGeom>
        </p:spPr>
        <p:txBody>
          <a:bodyPr vert="horz" lIns="83329" tIns="41665" rIns="83329" bIns="41665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275893" y="7140597"/>
            <a:ext cx="2109364" cy="410174"/>
          </a:xfrm>
          <a:prstGeom prst="rect">
            <a:avLst/>
          </a:prstGeom>
        </p:spPr>
        <p:txBody>
          <a:bodyPr vert="horz" lIns="83329" tIns="41665" rIns="83329" bIns="41665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773824" y="7140597"/>
            <a:ext cx="1554268" cy="410174"/>
          </a:xfrm>
          <a:prstGeom prst="rect">
            <a:avLst/>
          </a:prstGeom>
        </p:spPr>
        <p:txBody>
          <a:bodyPr vert="horz" lIns="83329" tIns="41665" rIns="83329" bIns="41665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33293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2485" indent="-312485" algn="l" defTabSz="833293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77050" indent="-260404" algn="l" defTabSz="833293" rtl="0" eaLnBrk="1" latinLnBrk="0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41616" indent="-208323" algn="l" defTabSz="833293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58262" indent="-208323" algn="l" defTabSz="833293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74909" indent="-208323" algn="l" defTabSz="833293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91555" indent="-208323" algn="l" defTabSz="833293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08201" indent="-208323" algn="l" defTabSz="833293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24848" indent="-208323" algn="l" defTabSz="833293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41494" indent="-208323" algn="l" defTabSz="833293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332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6646" algn="l" defTabSz="8332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33293" algn="l" defTabSz="8332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49939" algn="l" defTabSz="8332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66585" algn="l" defTabSz="8332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83232" algn="l" defTabSz="8332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99878" algn="l" defTabSz="8332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16525" algn="l" defTabSz="8332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33171" algn="l" defTabSz="8332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9"/>
          <a:stretch/>
        </p:blipFill>
        <p:spPr bwMode="auto">
          <a:xfrm>
            <a:off x="-27384" y="-89668"/>
            <a:ext cx="2474207" cy="3817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ZoneTexte 53"/>
          <p:cNvSpPr txBox="1"/>
          <p:nvPr/>
        </p:nvSpPr>
        <p:spPr>
          <a:xfrm>
            <a:off x="6071374" y="5140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ZoneTexte 54"/>
          <p:cNvSpPr txBox="1"/>
          <p:nvPr/>
        </p:nvSpPr>
        <p:spPr>
          <a:xfrm>
            <a:off x="455482" y="2620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4" b="20345"/>
          <a:stretch/>
        </p:blipFill>
        <p:spPr bwMode="auto">
          <a:xfrm>
            <a:off x="2143125" y="-108520"/>
            <a:ext cx="4765364" cy="183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" t="6412" b="3101"/>
          <a:stretch/>
        </p:blipFill>
        <p:spPr bwMode="auto">
          <a:xfrm>
            <a:off x="2126197" y="1691680"/>
            <a:ext cx="4769904" cy="2078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ZoneTexte 57"/>
          <p:cNvSpPr txBox="1"/>
          <p:nvPr/>
        </p:nvSpPr>
        <p:spPr>
          <a:xfrm>
            <a:off x="6019453" y="5140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9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2" r="6631"/>
          <a:stretch/>
        </p:blipFill>
        <p:spPr bwMode="auto">
          <a:xfrm>
            <a:off x="-27384" y="3769584"/>
            <a:ext cx="3294459" cy="3970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Picture 5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4" t="2217"/>
          <a:stretch/>
        </p:blipFill>
        <p:spPr bwMode="auto">
          <a:xfrm>
            <a:off x="3267075" y="3727748"/>
            <a:ext cx="3547490" cy="4051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ZoneTexte 60"/>
          <p:cNvSpPr txBox="1"/>
          <p:nvPr/>
        </p:nvSpPr>
        <p:spPr>
          <a:xfrm>
            <a:off x="2276872" y="681616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ZoneTexte 61"/>
          <p:cNvSpPr txBox="1"/>
          <p:nvPr/>
        </p:nvSpPr>
        <p:spPr>
          <a:xfrm>
            <a:off x="6019453" y="683271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5162</TotalTime>
  <Words>15</Words>
  <Application>Microsoft Office PowerPoint</Application>
  <PresentationFormat>Personnalisé</PresentationFormat>
  <Paragraphs>5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Alban Lafuente</cp:lastModifiedBy>
  <cp:revision>293</cp:revision>
  <cp:lastPrinted>2015-05-13T08:59:27Z</cp:lastPrinted>
  <dcterms:created xsi:type="dcterms:W3CDTF">2013-09-27T09:14:25Z</dcterms:created>
  <dcterms:modified xsi:type="dcterms:W3CDTF">2017-07-13T15:08:10Z</dcterms:modified>
</cp:coreProperties>
</file>