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5508625" cy="756126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2328" y="-84"/>
      </p:cViewPr>
      <p:guideLst>
        <p:guide orient="horz" pos="2382"/>
        <p:guide pos="17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13147" y="2348895"/>
            <a:ext cx="4682332" cy="162077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26295" y="4284716"/>
            <a:ext cx="3856038" cy="193232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FB50-B3F6-4DDA-A219-1481F3163B1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FB70C-9B5A-4CFB-998A-CF9C4A3FC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19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FB50-B3F6-4DDA-A219-1481F3163B1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FB70C-9B5A-4CFB-998A-CF9C4A3FC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049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35143" y="4858814"/>
            <a:ext cx="4682332" cy="150175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35143" y="3204788"/>
            <a:ext cx="4682332" cy="165402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FB50-B3F6-4DDA-A219-1481F3163B1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FB70C-9B5A-4CFB-998A-CF9C4A3FC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505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62582" y="2037341"/>
            <a:ext cx="1418280" cy="5765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672673" y="2037341"/>
            <a:ext cx="1418279" cy="5765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FB50-B3F6-4DDA-A219-1481F3163B1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FB70C-9B5A-4CFB-998A-CF9C4A3FC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4392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5433" y="302801"/>
            <a:ext cx="4957763" cy="1260211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5432" y="1692533"/>
            <a:ext cx="2433933" cy="7053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75432" y="2397902"/>
            <a:ext cx="2433933" cy="435647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798306" y="1692533"/>
            <a:ext cx="2434888" cy="7053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798306" y="2397902"/>
            <a:ext cx="2434888" cy="435647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FB50-B3F6-4DDA-A219-1481F3163B1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FB70C-9B5A-4CFB-998A-CF9C4A3FC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1417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FB50-B3F6-4DDA-A219-1481F3163B1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FB70C-9B5A-4CFB-998A-CF9C4A3FC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552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FB50-B3F6-4DDA-A219-1481F3163B1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FB70C-9B5A-4CFB-998A-CF9C4A3FC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6412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75433" y="301051"/>
            <a:ext cx="1812299" cy="12812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53720" y="301052"/>
            <a:ext cx="3079474" cy="645332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75433" y="1582266"/>
            <a:ext cx="1812299" cy="51721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FB50-B3F6-4DDA-A219-1481F3163B1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FB70C-9B5A-4CFB-998A-CF9C4A3FC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7525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79731" y="5292885"/>
            <a:ext cx="3305175" cy="6248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079731" y="675614"/>
            <a:ext cx="3305175" cy="453675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079731" y="5917740"/>
            <a:ext cx="3305175" cy="8873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FB50-B3F6-4DDA-A219-1481F3163B1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FB70C-9B5A-4CFB-998A-CF9C4A3FC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930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FB50-B3F6-4DDA-A219-1481F3163B1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FB70C-9B5A-4CFB-998A-CF9C4A3FC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203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359337" y="350059"/>
            <a:ext cx="731614" cy="745274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62583" y="350059"/>
            <a:ext cx="2104945" cy="745274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FFB50-B3F6-4DDA-A219-1481F3163B1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FB70C-9B5A-4CFB-998A-CF9C4A3FC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7738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75433" y="302801"/>
            <a:ext cx="4957763" cy="1260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75433" y="1764297"/>
            <a:ext cx="4957763" cy="4990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75433" y="7008171"/>
            <a:ext cx="1285346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FFB50-B3F6-4DDA-A219-1481F3163B14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882114" y="7008171"/>
            <a:ext cx="1744398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3947849" y="7008171"/>
            <a:ext cx="1285346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FB70C-9B5A-4CFB-998A-CF9C4A3FCB9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047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5401" y="-171400"/>
            <a:ext cx="5951537" cy="783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18490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</cp:revision>
  <dcterms:created xsi:type="dcterms:W3CDTF">2017-07-12T12:35:46Z</dcterms:created>
  <dcterms:modified xsi:type="dcterms:W3CDTF">2017-07-12T12:37:15Z</dcterms:modified>
</cp:coreProperties>
</file>