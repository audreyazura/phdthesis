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9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45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44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0219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852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55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20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92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21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60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79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8C828-79BA-4F20-94DD-06D70B273DB9}" type="datetimeFigureOut">
              <a:rPr lang="fr-FR" smtClean="0"/>
              <a:t>10/07/2017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D264E-C7ED-4BD7-96E6-1676CFFECC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61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0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" t="5035" r="12865" b="744"/>
          <a:stretch/>
        </p:blipFill>
        <p:spPr bwMode="auto">
          <a:xfrm>
            <a:off x="5508104" y="1728355"/>
            <a:ext cx="1860469" cy="235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7005376" y="309505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501320" y="251899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6854428" y="201493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43608" y="1196752"/>
            <a:ext cx="346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Prendre la full PLE et faire un zoom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3147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Affichage à l'écran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2017-07-10T18:08:15Z</dcterms:created>
  <dcterms:modified xsi:type="dcterms:W3CDTF">2017-07-10T18:09:11Z</dcterms:modified>
</cp:coreProperties>
</file>