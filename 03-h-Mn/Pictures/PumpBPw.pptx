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93" r:id="rId2"/>
  </p:sldIdLst>
  <p:sldSz cx="6480175" cy="6300788"/>
  <p:notesSz cx="6797675" cy="9926638"/>
  <p:defaultTextStyle>
    <a:defPPr>
      <a:defRPr lang="en-US"/>
    </a:defPPr>
    <a:lvl1pPr marL="0" algn="l" defTabSz="74057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370286" algn="l" defTabSz="74057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740573" algn="l" defTabSz="74057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110859" algn="l" defTabSz="74057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1481145" algn="l" defTabSz="74057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1851431" algn="l" defTabSz="74057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2221718" algn="l" defTabSz="74057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2592004" algn="l" defTabSz="74057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2962290" algn="l" defTabSz="74057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829" autoAdjust="0"/>
  </p:normalViewPr>
  <p:slideViewPr>
    <p:cSldViewPr>
      <p:cViewPr>
        <p:scale>
          <a:sx n="100" d="100"/>
          <a:sy n="100" d="100"/>
        </p:scale>
        <p:origin x="-1590" y="-48"/>
      </p:cViewPr>
      <p:guideLst>
        <p:guide orient="horz" pos="1985"/>
        <p:guide pos="20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2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50296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r">
              <a:defRPr sz="1200"/>
            </a:lvl1pPr>
          </a:lstStyle>
          <a:p>
            <a:fld id="{A732596A-CC33-44AB-A517-CD91BCF05E15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485900" y="744538"/>
            <a:ext cx="3825875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182" tIns="44091" rIns="88182" bIns="44091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79467" y="4714653"/>
            <a:ext cx="5438748" cy="4466756"/>
          </a:xfrm>
          <a:prstGeom prst="rect">
            <a:avLst/>
          </a:prstGeom>
        </p:spPr>
        <p:txBody>
          <a:bodyPr vert="horz" lIns="88182" tIns="44091" rIns="88182" bIns="44091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2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50296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r">
              <a:defRPr sz="1200"/>
            </a:lvl1pPr>
          </a:lstStyle>
          <a:p>
            <a:fld id="{062323BE-C712-422A-9927-239FDB89279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1010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4057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370286" algn="l" defTabSz="74057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740573" algn="l" defTabSz="74057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110859" algn="l" defTabSz="74057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1481145" algn="l" defTabSz="74057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1851431" algn="l" defTabSz="74057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2221718" algn="l" defTabSz="74057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7pPr>
    <a:lvl8pPr marL="2592004" algn="l" defTabSz="74057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2962290" algn="l" defTabSz="74057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86015" y="1957331"/>
            <a:ext cx="5508149" cy="1350585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972028" y="3570447"/>
            <a:ext cx="4536123" cy="161020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702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40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108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4811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8514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217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5920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9622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07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03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11891" y="4048841"/>
            <a:ext cx="5508149" cy="125140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11891" y="2670543"/>
            <a:ext cx="5508149" cy="1378297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7028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4057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0859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481145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851431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221718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592004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96229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022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24011" y="1470186"/>
            <a:ext cx="2862077" cy="4158229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294091" y="1470186"/>
            <a:ext cx="2862077" cy="4158229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634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24011" y="1410385"/>
            <a:ext cx="2863203" cy="587782"/>
          </a:xfrm>
        </p:spPr>
        <p:txBody>
          <a:bodyPr anchor="b"/>
          <a:lstStyle>
            <a:lvl1pPr marL="0" indent="0">
              <a:buNone/>
              <a:defRPr sz="1900" b="1"/>
            </a:lvl1pPr>
            <a:lvl2pPr marL="370286" indent="0">
              <a:buNone/>
              <a:defRPr sz="1600" b="1"/>
            </a:lvl2pPr>
            <a:lvl3pPr marL="740573" indent="0">
              <a:buNone/>
              <a:defRPr sz="1500" b="1"/>
            </a:lvl3pPr>
            <a:lvl4pPr marL="1110859" indent="0">
              <a:buNone/>
              <a:defRPr sz="1300" b="1"/>
            </a:lvl4pPr>
            <a:lvl5pPr marL="1481145" indent="0">
              <a:buNone/>
              <a:defRPr sz="1300" b="1"/>
            </a:lvl5pPr>
            <a:lvl6pPr marL="1851431" indent="0">
              <a:buNone/>
              <a:defRPr sz="1300" b="1"/>
            </a:lvl6pPr>
            <a:lvl7pPr marL="2221718" indent="0">
              <a:buNone/>
              <a:defRPr sz="1300" b="1"/>
            </a:lvl7pPr>
            <a:lvl8pPr marL="2592004" indent="0">
              <a:buNone/>
              <a:defRPr sz="1300" b="1"/>
            </a:lvl8pPr>
            <a:lvl9pPr marL="2962290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24011" y="1998166"/>
            <a:ext cx="2863203" cy="3630246"/>
          </a:xfrm>
        </p:spPr>
        <p:txBody>
          <a:bodyPr/>
          <a:lstStyle>
            <a:lvl1pPr>
              <a:defRPr sz="1900"/>
            </a:lvl1pPr>
            <a:lvl2pPr>
              <a:defRPr sz="16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291842" y="1410385"/>
            <a:ext cx="2864327" cy="587782"/>
          </a:xfrm>
        </p:spPr>
        <p:txBody>
          <a:bodyPr anchor="b"/>
          <a:lstStyle>
            <a:lvl1pPr marL="0" indent="0">
              <a:buNone/>
              <a:defRPr sz="1900" b="1"/>
            </a:lvl1pPr>
            <a:lvl2pPr marL="370286" indent="0">
              <a:buNone/>
              <a:defRPr sz="1600" b="1"/>
            </a:lvl2pPr>
            <a:lvl3pPr marL="740573" indent="0">
              <a:buNone/>
              <a:defRPr sz="1500" b="1"/>
            </a:lvl3pPr>
            <a:lvl4pPr marL="1110859" indent="0">
              <a:buNone/>
              <a:defRPr sz="1300" b="1"/>
            </a:lvl4pPr>
            <a:lvl5pPr marL="1481145" indent="0">
              <a:buNone/>
              <a:defRPr sz="1300" b="1"/>
            </a:lvl5pPr>
            <a:lvl6pPr marL="1851431" indent="0">
              <a:buNone/>
              <a:defRPr sz="1300" b="1"/>
            </a:lvl6pPr>
            <a:lvl7pPr marL="2221718" indent="0">
              <a:buNone/>
              <a:defRPr sz="1300" b="1"/>
            </a:lvl7pPr>
            <a:lvl8pPr marL="2592004" indent="0">
              <a:buNone/>
              <a:defRPr sz="1300" b="1"/>
            </a:lvl8pPr>
            <a:lvl9pPr marL="2962290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291842" y="1998166"/>
            <a:ext cx="2864327" cy="3630246"/>
          </a:xfrm>
        </p:spPr>
        <p:txBody>
          <a:bodyPr/>
          <a:lstStyle>
            <a:lvl1pPr>
              <a:defRPr sz="1900"/>
            </a:lvl1pPr>
            <a:lvl2pPr>
              <a:defRPr sz="16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17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10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055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011" y="250864"/>
            <a:ext cx="2131933" cy="1067634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533569" y="250867"/>
            <a:ext cx="3622598" cy="5377548"/>
          </a:xfrm>
        </p:spPr>
        <p:txBody>
          <a:bodyPr/>
          <a:lstStyle>
            <a:lvl1pPr>
              <a:defRPr sz="2600"/>
            </a:lvl1pPr>
            <a:lvl2pPr>
              <a:defRPr sz="2300"/>
            </a:lvl2pPr>
            <a:lvl3pPr>
              <a:defRPr sz="19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24011" y="1318499"/>
            <a:ext cx="2131933" cy="4309914"/>
          </a:xfrm>
        </p:spPr>
        <p:txBody>
          <a:bodyPr/>
          <a:lstStyle>
            <a:lvl1pPr marL="0" indent="0">
              <a:buNone/>
              <a:defRPr sz="1100"/>
            </a:lvl1pPr>
            <a:lvl2pPr marL="370286" indent="0">
              <a:buNone/>
              <a:defRPr sz="1000"/>
            </a:lvl2pPr>
            <a:lvl3pPr marL="740573" indent="0">
              <a:buNone/>
              <a:defRPr sz="800"/>
            </a:lvl3pPr>
            <a:lvl4pPr marL="1110859" indent="0">
              <a:buNone/>
              <a:defRPr sz="700"/>
            </a:lvl4pPr>
            <a:lvl5pPr marL="1481145" indent="0">
              <a:buNone/>
              <a:defRPr sz="700"/>
            </a:lvl5pPr>
            <a:lvl6pPr marL="1851431" indent="0">
              <a:buNone/>
              <a:defRPr sz="700"/>
            </a:lvl6pPr>
            <a:lvl7pPr marL="2221718" indent="0">
              <a:buNone/>
              <a:defRPr sz="700"/>
            </a:lvl7pPr>
            <a:lvl8pPr marL="2592004" indent="0">
              <a:buNone/>
              <a:defRPr sz="700"/>
            </a:lvl8pPr>
            <a:lvl9pPr marL="2962290" indent="0">
              <a:buNone/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348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270162" y="4410553"/>
            <a:ext cx="3888105" cy="520690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270162" y="562987"/>
            <a:ext cx="3888105" cy="3780473"/>
          </a:xfrm>
        </p:spPr>
        <p:txBody>
          <a:bodyPr/>
          <a:lstStyle>
            <a:lvl1pPr marL="0" indent="0">
              <a:buNone/>
              <a:defRPr sz="2600"/>
            </a:lvl1pPr>
            <a:lvl2pPr marL="370286" indent="0">
              <a:buNone/>
              <a:defRPr sz="2300"/>
            </a:lvl2pPr>
            <a:lvl3pPr marL="740573" indent="0">
              <a:buNone/>
              <a:defRPr sz="1900"/>
            </a:lvl3pPr>
            <a:lvl4pPr marL="1110859" indent="0">
              <a:buNone/>
              <a:defRPr sz="1600"/>
            </a:lvl4pPr>
            <a:lvl5pPr marL="1481145" indent="0">
              <a:buNone/>
              <a:defRPr sz="1600"/>
            </a:lvl5pPr>
            <a:lvl6pPr marL="1851431" indent="0">
              <a:buNone/>
              <a:defRPr sz="1600"/>
            </a:lvl6pPr>
            <a:lvl7pPr marL="2221718" indent="0">
              <a:buNone/>
              <a:defRPr sz="1600"/>
            </a:lvl7pPr>
            <a:lvl8pPr marL="2592004" indent="0">
              <a:buNone/>
              <a:defRPr sz="1600"/>
            </a:lvl8pPr>
            <a:lvl9pPr marL="296229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270162" y="4931243"/>
            <a:ext cx="3888105" cy="739467"/>
          </a:xfrm>
        </p:spPr>
        <p:txBody>
          <a:bodyPr/>
          <a:lstStyle>
            <a:lvl1pPr marL="0" indent="0">
              <a:buNone/>
              <a:defRPr sz="1100"/>
            </a:lvl1pPr>
            <a:lvl2pPr marL="370286" indent="0">
              <a:buNone/>
              <a:defRPr sz="1000"/>
            </a:lvl2pPr>
            <a:lvl3pPr marL="740573" indent="0">
              <a:buNone/>
              <a:defRPr sz="800"/>
            </a:lvl3pPr>
            <a:lvl4pPr marL="1110859" indent="0">
              <a:buNone/>
              <a:defRPr sz="700"/>
            </a:lvl4pPr>
            <a:lvl5pPr marL="1481145" indent="0">
              <a:buNone/>
              <a:defRPr sz="700"/>
            </a:lvl5pPr>
            <a:lvl6pPr marL="1851431" indent="0">
              <a:buNone/>
              <a:defRPr sz="700"/>
            </a:lvl6pPr>
            <a:lvl7pPr marL="2221718" indent="0">
              <a:buNone/>
              <a:defRPr sz="700"/>
            </a:lvl7pPr>
            <a:lvl8pPr marL="2592004" indent="0">
              <a:buNone/>
              <a:defRPr sz="700"/>
            </a:lvl8pPr>
            <a:lvl9pPr marL="2962290" indent="0">
              <a:buNone/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604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05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698129" y="252326"/>
            <a:ext cx="1458039" cy="537608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24011" y="252326"/>
            <a:ext cx="4266115" cy="5376089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30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24009" y="252325"/>
            <a:ext cx="5832158" cy="1050131"/>
          </a:xfrm>
          <a:prstGeom prst="rect">
            <a:avLst/>
          </a:prstGeom>
        </p:spPr>
        <p:txBody>
          <a:bodyPr vert="horz" lIns="74057" tIns="37029" rIns="74057" bIns="37029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24009" y="1470186"/>
            <a:ext cx="5832158" cy="4158229"/>
          </a:xfrm>
          <a:prstGeom prst="rect">
            <a:avLst/>
          </a:prstGeom>
        </p:spPr>
        <p:txBody>
          <a:bodyPr vert="horz" lIns="74057" tIns="37029" rIns="74057" bIns="37029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24011" y="5839898"/>
            <a:ext cx="1512041" cy="335459"/>
          </a:xfrm>
          <a:prstGeom prst="rect">
            <a:avLst/>
          </a:prstGeom>
        </p:spPr>
        <p:txBody>
          <a:bodyPr vert="horz" lIns="74057" tIns="37029" rIns="74057" bIns="37029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2CF840-51FB-49D9-ADDC-0C52DA34DC77}" type="datetimeFigureOut">
              <a:rPr lang="en-US" smtClean="0"/>
              <a:t>7/11/2017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214062" y="5839898"/>
            <a:ext cx="2052055" cy="335459"/>
          </a:xfrm>
          <a:prstGeom prst="rect">
            <a:avLst/>
          </a:prstGeom>
        </p:spPr>
        <p:txBody>
          <a:bodyPr vert="horz" lIns="74057" tIns="37029" rIns="74057" bIns="37029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644127" y="5839898"/>
            <a:ext cx="1512041" cy="335459"/>
          </a:xfrm>
          <a:prstGeom prst="rect">
            <a:avLst/>
          </a:prstGeom>
        </p:spPr>
        <p:txBody>
          <a:bodyPr vert="horz" lIns="74057" tIns="37029" rIns="74057" bIns="37029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99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740573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7715" indent="-277715" algn="l" defTabSz="740573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01715" indent="-231429" algn="l" defTabSz="740573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925716" indent="-185143" algn="l" defTabSz="740573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296002" indent="-185143" algn="l" defTabSz="740573" rtl="0" eaLnBrk="1" latinLnBrk="0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66288" indent="-185143" algn="l" defTabSz="740573" rtl="0" eaLnBrk="1" latinLnBrk="0" hangingPunct="1">
        <a:spcBef>
          <a:spcPct val="20000"/>
        </a:spcBef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6575" indent="-185143" algn="l" defTabSz="740573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06861" indent="-185143" algn="l" defTabSz="740573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777147" indent="-185143" algn="l" defTabSz="740573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147433" indent="-185143" algn="l" defTabSz="740573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057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70286" algn="l" defTabSz="74057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40573" algn="l" defTabSz="74057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10859" algn="l" defTabSz="74057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481145" algn="l" defTabSz="74057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51431" algn="l" defTabSz="74057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1718" algn="l" defTabSz="74057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92004" algn="l" defTabSz="74057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62290" algn="l" defTabSz="74057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5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6" r="5973" b="1439"/>
          <a:stretch/>
        </p:blipFill>
        <p:spPr bwMode="auto">
          <a:xfrm>
            <a:off x="2974429" y="0"/>
            <a:ext cx="3550915" cy="63119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ZoneTexte 17"/>
          <p:cNvSpPr txBox="1"/>
          <p:nvPr/>
        </p:nvSpPr>
        <p:spPr>
          <a:xfrm>
            <a:off x="3496766" y="91183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ZoneTexte 18"/>
          <p:cNvSpPr txBox="1"/>
          <p:nvPr/>
        </p:nvSpPr>
        <p:spPr>
          <a:xfrm>
            <a:off x="454149" y="107504"/>
            <a:ext cx="4138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Picture 2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7" t="2446" r="5895" b="1724"/>
          <a:stretch/>
        </p:blipFill>
        <p:spPr bwMode="auto">
          <a:xfrm>
            <a:off x="14278" y="35496"/>
            <a:ext cx="3464207" cy="62646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ZoneTexte 20"/>
          <p:cNvSpPr txBox="1"/>
          <p:nvPr/>
        </p:nvSpPr>
        <p:spPr>
          <a:xfrm>
            <a:off x="458892" y="81658"/>
            <a:ext cx="4138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196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5019</TotalTime>
  <Words>9</Words>
  <Application>Microsoft Office PowerPoint</Application>
  <PresentationFormat>Personnalisé</PresentationFormat>
  <Paragraphs>3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304</cp:revision>
  <cp:lastPrinted>2017-01-05T12:34:39Z</cp:lastPrinted>
  <dcterms:created xsi:type="dcterms:W3CDTF">2013-09-27T09:14:25Z</dcterms:created>
  <dcterms:modified xsi:type="dcterms:W3CDTF">2017-07-11T18:32:39Z</dcterms:modified>
</cp:coreProperties>
</file>