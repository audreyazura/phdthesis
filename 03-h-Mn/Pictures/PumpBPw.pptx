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480175" cy="6300788"/>
  <p:notesSz cx="6797675" cy="9926638"/>
  <p:defaultTextStyle>
    <a:defPPr>
      <a:defRPr lang="en-US"/>
    </a:defPPr>
    <a:lvl1pPr marL="0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70286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40573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10859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481145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851431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221718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592004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2962290" algn="l" defTabSz="740573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 varScale="1">
        <p:scale>
          <a:sx n="98" d="100"/>
          <a:sy n="98" d="100"/>
        </p:scale>
        <p:origin x="-1632" y="-138"/>
      </p:cViewPr>
      <p:guideLst>
        <p:guide orient="horz" pos="1985"/>
        <p:guide pos="2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85900" y="744538"/>
            <a:ext cx="382587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70286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40573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10859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481145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851431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21718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92004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962290" algn="l" defTabSz="740573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86015" y="1957331"/>
            <a:ext cx="5508149" cy="135058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2028" y="3570447"/>
            <a:ext cx="4536123" cy="16102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0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0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08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1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1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1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92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62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891" y="4048841"/>
            <a:ext cx="5508149" cy="125140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1891" y="2670543"/>
            <a:ext cx="5508149" cy="1378297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702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405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085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8114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5143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22171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9200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96229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4011" y="1470186"/>
            <a:ext cx="2862077" cy="4158229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94091" y="1470186"/>
            <a:ext cx="2862077" cy="4158229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4011" y="1410385"/>
            <a:ext cx="2863203" cy="587782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70286" indent="0">
              <a:buNone/>
              <a:defRPr sz="1600" b="1"/>
            </a:lvl2pPr>
            <a:lvl3pPr marL="740573" indent="0">
              <a:buNone/>
              <a:defRPr sz="1500" b="1"/>
            </a:lvl3pPr>
            <a:lvl4pPr marL="1110859" indent="0">
              <a:buNone/>
              <a:defRPr sz="1300" b="1"/>
            </a:lvl4pPr>
            <a:lvl5pPr marL="1481145" indent="0">
              <a:buNone/>
              <a:defRPr sz="1300" b="1"/>
            </a:lvl5pPr>
            <a:lvl6pPr marL="1851431" indent="0">
              <a:buNone/>
              <a:defRPr sz="1300" b="1"/>
            </a:lvl6pPr>
            <a:lvl7pPr marL="2221718" indent="0">
              <a:buNone/>
              <a:defRPr sz="1300" b="1"/>
            </a:lvl7pPr>
            <a:lvl8pPr marL="2592004" indent="0">
              <a:buNone/>
              <a:defRPr sz="1300" b="1"/>
            </a:lvl8pPr>
            <a:lvl9pPr marL="2962290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4011" y="1998166"/>
            <a:ext cx="2863203" cy="3630246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291842" y="1410385"/>
            <a:ext cx="2864327" cy="587782"/>
          </a:xfrm>
        </p:spPr>
        <p:txBody>
          <a:bodyPr anchor="b"/>
          <a:lstStyle>
            <a:lvl1pPr marL="0" indent="0">
              <a:buNone/>
              <a:defRPr sz="1900" b="1"/>
            </a:lvl1pPr>
            <a:lvl2pPr marL="370286" indent="0">
              <a:buNone/>
              <a:defRPr sz="1600" b="1"/>
            </a:lvl2pPr>
            <a:lvl3pPr marL="740573" indent="0">
              <a:buNone/>
              <a:defRPr sz="1500" b="1"/>
            </a:lvl3pPr>
            <a:lvl4pPr marL="1110859" indent="0">
              <a:buNone/>
              <a:defRPr sz="1300" b="1"/>
            </a:lvl4pPr>
            <a:lvl5pPr marL="1481145" indent="0">
              <a:buNone/>
              <a:defRPr sz="1300" b="1"/>
            </a:lvl5pPr>
            <a:lvl6pPr marL="1851431" indent="0">
              <a:buNone/>
              <a:defRPr sz="1300" b="1"/>
            </a:lvl6pPr>
            <a:lvl7pPr marL="2221718" indent="0">
              <a:buNone/>
              <a:defRPr sz="1300" b="1"/>
            </a:lvl7pPr>
            <a:lvl8pPr marL="2592004" indent="0">
              <a:buNone/>
              <a:defRPr sz="1300" b="1"/>
            </a:lvl8pPr>
            <a:lvl9pPr marL="2962290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291842" y="1998166"/>
            <a:ext cx="2864327" cy="3630246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011" y="250864"/>
            <a:ext cx="2131933" cy="1067634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33569" y="250867"/>
            <a:ext cx="3622598" cy="5377548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4011" y="1318499"/>
            <a:ext cx="2131933" cy="4309914"/>
          </a:xfrm>
        </p:spPr>
        <p:txBody>
          <a:bodyPr/>
          <a:lstStyle>
            <a:lvl1pPr marL="0" indent="0">
              <a:buNone/>
              <a:defRPr sz="1100"/>
            </a:lvl1pPr>
            <a:lvl2pPr marL="370286" indent="0">
              <a:buNone/>
              <a:defRPr sz="1000"/>
            </a:lvl2pPr>
            <a:lvl3pPr marL="740573" indent="0">
              <a:buNone/>
              <a:defRPr sz="800"/>
            </a:lvl3pPr>
            <a:lvl4pPr marL="1110859" indent="0">
              <a:buNone/>
              <a:defRPr sz="700"/>
            </a:lvl4pPr>
            <a:lvl5pPr marL="1481145" indent="0">
              <a:buNone/>
              <a:defRPr sz="700"/>
            </a:lvl5pPr>
            <a:lvl6pPr marL="1851431" indent="0">
              <a:buNone/>
              <a:defRPr sz="700"/>
            </a:lvl6pPr>
            <a:lvl7pPr marL="2221718" indent="0">
              <a:buNone/>
              <a:defRPr sz="700"/>
            </a:lvl7pPr>
            <a:lvl8pPr marL="2592004" indent="0">
              <a:buNone/>
              <a:defRPr sz="700"/>
            </a:lvl8pPr>
            <a:lvl9pPr marL="2962290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162" y="4410553"/>
            <a:ext cx="3888105" cy="520690"/>
          </a:xfrm>
        </p:spPr>
        <p:txBody>
          <a:bodyPr anchor="b"/>
          <a:lstStyle>
            <a:lvl1pPr algn="l">
              <a:defRPr sz="16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70162" y="562987"/>
            <a:ext cx="3888105" cy="3780473"/>
          </a:xfrm>
        </p:spPr>
        <p:txBody>
          <a:bodyPr/>
          <a:lstStyle>
            <a:lvl1pPr marL="0" indent="0">
              <a:buNone/>
              <a:defRPr sz="2600"/>
            </a:lvl1pPr>
            <a:lvl2pPr marL="370286" indent="0">
              <a:buNone/>
              <a:defRPr sz="2300"/>
            </a:lvl2pPr>
            <a:lvl3pPr marL="740573" indent="0">
              <a:buNone/>
              <a:defRPr sz="1900"/>
            </a:lvl3pPr>
            <a:lvl4pPr marL="1110859" indent="0">
              <a:buNone/>
              <a:defRPr sz="1600"/>
            </a:lvl4pPr>
            <a:lvl5pPr marL="1481145" indent="0">
              <a:buNone/>
              <a:defRPr sz="1600"/>
            </a:lvl5pPr>
            <a:lvl6pPr marL="1851431" indent="0">
              <a:buNone/>
              <a:defRPr sz="1600"/>
            </a:lvl6pPr>
            <a:lvl7pPr marL="2221718" indent="0">
              <a:buNone/>
              <a:defRPr sz="1600"/>
            </a:lvl7pPr>
            <a:lvl8pPr marL="2592004" indent="0">
              <a:buNone/>
              <a:defRPr sz="1600"/>
            </a:lvl8pPr>
            <a:lvl9pPr marL="296229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70162" y="4931243"/>
            <a:ext cx="3888105" cy="739467"/>
          </a:xfrm>
        </p:spPr>
        <p:txBody>
          <a:bodyPr/>
          <a:lstStyle>
            <a:lvl1pPr marL="0" indent="0">
              <a:buNone/>
              <a:defRPr sz="1100"/>
            </a:lvl1pPr>
            <a:lvl2pPr marL="370286" indent="0">
              <a:buNone/>
              <a:defRPr sz="1000"/>
            </a:lvl2pPr>
            <a:lvl3pPr marL="740573" indent="0">
              <a:buNone/>
              <a:defRPr sz="800"/>
            </a:lvl3pPr>
            <a:lvl4pPr marL="1110859" indent="0">
              <a:buNone/>
              <a:defRPr sz="700"/>
            </a:lvl4pPr>
            <a:lvl5pPr marL="1481145" indent="0">
              <a:buNone/>
              <a:defRPr sz="700"/>
            </a:lvl5pPr>
            <a:lvl6pPr marL="1851431" indent="0">
              <a:buNone/>
              <a:defRPr sz="700"/>
            </a:lvl6pPr>
            <a:lvl7pPr marL="2221718" indent="0">
              <a:buNone/>
              <a:defRPr sz="700"/>
            </a:lvl7pPr>
            <a:lvl8pPr marL="2592004" indent="0">
              <a:buNone/>
              <a:defRPr sz="700"/>
            </a:lvl8pPr>
            <a:lvl9pPr marL="2962290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698129" y="252326"/>
            <a:ext cx="1458039" cy="537608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4011" y="252326"/>
            <a:ext cx="4266115" cy="537608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24009" y="252325"/>
            <a:ext cx="5832158" cy="1050131"/>
          </a:xfrm>
          <a:prstGeom prst="rect">
            <a:avLst/>
          </a:prstGeom>
        </p:spPr>
        <p:txBody>
          <a:bodyPr vert="horz" lIns="74057" tIns="37029" rIns="74057" bIns="37029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4009" y="1470186"/>
            <a:ext cx="5832158" cy="4158229"/>
          </a:xfrm>
          <a:prstGeom prst="rect">
            <a:avLst/>
          </a:prstGeom>
        </p:spPr>
        <p:txBody>
          <a:bodyPr vert="horz" lIns="74057" tIns="37029" rIns="74057" bIns="37029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24011" y="5839898"/>
            <a:ext cx="1512041" cy="335459"/>
          </a:xfrm>
          <a:prstGeom prst="rect">
            <a:avLst/>
          </a:prstGeom>
        </p:spPr>
        <p:txBody>
          <a:bodyPr vert="horz" lIns="74057" tIns="37029" rIns="74057" bIns="37029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11/16/2017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14062" y="5839898"/>
            <a:ext cx="2052055" cy="335459"/>
          </a:xfrm>
          <a:prstGeom prst="rect">
            <a:avLst/>
          </a:prstGeom>
        </p:spPr>
        <p:txBody>
          <a:bodyPr vert="horz" lIns="74057" tIns="37029" rIns="74057" bIns="37029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644127" y="5839898"/>
            <a:ext cx="1512041" cy="335459"/>
          </a:xfrm>
          <a:prstGeom prst="rect">
            <a:avLst/>
          </a:prstGeom>
        </p:spPr>
        <p:txBody>
          <a:bodyPr vert="horz" lIns="74057" tIns="37029" rIns="74057" bIns="37029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40573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715" indent="-277715" algn="l" defTabSz="740573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1715" indent="-231429" algn="l" defTabSz="740573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25716" indent="-185143" algn="l" defTabSz="740573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2" indent="-185143" algn="l" defTabSz="740573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66288" indent="-185143" algn="l" defTabSz="740573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6575" indent="-185143" algn="l" defTabSz="740573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6861" indent="-185143" algn="l" defTabSz="740573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77147" indent="-185143" algn="l" defTabSz="740573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47433" indent="-185143" algn="l" defTabSz="740573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0286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40573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10859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45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51431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1718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92004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62290" algn="l" defTabSz="740573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000" y="-129600"/>
            <a:ext cx="3782042" cy="65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ZoneTexte 17"/>
          <p:cNvSpPr txBox="1"/>
          <p:nvPr/>
        </p:nvSpPr>
        <p:spPr>
          <a:xfrm>
            <a:off x="3496766" y="91183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54149" y="107504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7" t="2446" r="5895" b="1724"/>
          <a:stretch/>
        </p:blipFill>
        <p:spPr bwMode="auto">
          <a:xfrm>
            <a:off x="14278" y="35496"/>
            <a:ext cx="3464207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ZoneTexte 20"/>
          <p:cNvSpPr txBox="1"/>
          <p:nvPr/>
        </p:nvSpPr>
        <p:spPr>
          <a:xfrm>
            <a:off x="458892" y="81658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5051</TotalTime>
  <Words>9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307</cp:revision>
  <cp:lastPrinted>2017-01-05T12:34:39Z</cp:lastPrinted>
  <dcterms:created xsi:type="dcterms:W3CDTF">2013-09-27T09:14:25Z</dcterms:created>
  <dcterms:modified xsi:type="dcterms:W3CDTF">2017-11-16T18:05:29Z</dcterms:modified>
</cp:coreProperties>
</file>