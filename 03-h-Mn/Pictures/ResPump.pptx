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8101013" cy="4500563"/>
  <p:notesSz cx="6858000" cy="9144000"/>
  <p:defaultTextStyle>
    <a:defPPr>
      <a:defRPr lang="fr-FR"/>
    </a:defPPr>
    <a:lvl1pPr marL="0" algn="l" defTabSz="7097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4882" algn="l" defTabSz="7097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09765" algn="l" defTabSz="7097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64647" algn="l" defTabSz="7097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19529" algn="l" defTabSz="7097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74411" algn="l" defTabSz="7097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29295" algn="l" defTabSz="7097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84177" algn="l" defTabSz="7097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39059" algn="l" defTabSz="7097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068" y="-552"/>
      </p:cViewPr>
      <p:guideLst>
        <p:guide orient="horz" pos="1418"/>
        <p:guide pos="2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07577" y="1398092"/>
            <a:ext cx="6885860" cy="96470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15153" y="2550320"/>
            <a:ext cx="5670710" cy="115014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54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0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646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19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744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29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84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390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1E38-C781-402B-BC8D-C0A6F9B497A5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1FF28-69B8-4309-BBAE-A77AFD9891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298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1E38-C781-402B-BC8D-C0A6F9B497A5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1FF28-69B8-4309-BBAE-A77AFD9891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3491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9925" y="2892029"/>
            <a:ext cx="6885860" cy="893862"/>
          </a:xfrm>
        </p:spPr>
        <p:txBody>
          <a:bodyPr anchor="t"/>
          <a:lstStyle>
            <a:lvl1pPr algn="l">
              <a:defRPr sz="31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9925" y="1907532"/>
            <a:ext cx="6885860" cy="984498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5488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7097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64647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19529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74411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2929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84177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39059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1E38-C781-402B-BC8D-C0A6F9B497A5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1FF28-69B8-4309-BBAE-A77AFD9891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3445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05051" y="1050132"/>
            <a:ext cx="3577948" cy="2970164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118015" y="1050132"/>
            <a:ext cx="3577948" cy="2970164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1E38-C781-402B-BC8D-C0A6F9B497A5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1FF28-69B8-4309-BBAE-A77AFD9891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7458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05052" y="1007418"/>
            <a:ext cx="3579355" cy="41984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54882" indent="0">
              <a:buNone/>
              <a:defRPr sz="1500" b="1"/>
            </a:lvl2pPr>
            <a:lvl3pPr marL="709765" indent="0">
              <a:buNone/>
              <a:defRPr sz="1400" b="1"/>
            </a:lvl3pPr>
            <a:lvl4pPr marL="1064647" indent="0">
              <a:buNone/>
              <a:defRPr sz="1200" b="1"/>
            </a:lvl4pPr>
            <a:lvl5pPr marL="1419529" indent="0">
              <a:buNone/>
              <a:defRPr sz="1200" b="1"/>
            </a:lvl5pPr>
            <a:lvl6pPr marL="1774411" indent="0">
              <a:buNone/>
              <a:defRPr sz="1200" b="1"/>
            </a:lvl6pPr>
            <a:lvl7pPr marL="2129295" indent="0">
              <a:buNone/>
              <a:defRPr sz="1200" b="1"/>
            </a:lvl7pPr>
            <a:lvl8pPr marL="2484177" indent="0">
              <a:buNone/>
              <a:defRPr sz="1200" b="1"/>
            </a:lvl8pPr>
            <a:lvl9pPr marL="2839059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05052" y="1427264"/>
            <a:ext cx="3579355" cy="259303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115203" y="1007418"/>
            <a:ext cx="3580760" cy="41984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54882" indent="0">
              <a:buNone/>
              <a:defRPr sz="1500" b="1"/>
            </a:lvl2pPr>
            <a:lvl3pPr marL="709765" indent="0">
              <a:buNone/>
              <a:defRPr sz="1400" b="1"/>
            </a:lvl3pPr>
            <a:lvl4pPr marL="1064647" indent="0">
              <a:buNone/>
              <a:defRPr sz="1200" b="1"/>
            </a:lvl4pPr>
            <a:lvl5pPr marL="1419529" indent="0">
              <a:buNone/>
              <a:defRPr sz="1200" b="1"/>
            </a:lvl5pPr>
            <a:lvl6pPr marL="1774411" indent="0">
              <a:buNone/>
              <a:defRPr sz="1200" b="1"/>
            </a:lvl6pPr>
            <a:lvl7pPr marL="2129295" indent="0">
              <a:buNone/>
              <a:defRPr sz="1200" b="1"/>
            </a:lvl7pPr>
            <a:lvl8pPr marL="2484177" indent="0">
              <a:buNone/>
              <a:defRPr sz="1200" b="1"/>
            </a:lvl8pPr>
            <a:lvl9pPr marL="2839059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115203" y="1427264"/>
            <a:ext cx="3580760" cy="259303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1E38-C781-402B-BC8D-C0A6F9B497A5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1FF28-69B8-4309-BBAE-A77AFD9891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8223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1E38-C781-402B-BC8D-C0A6F9B497A5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1FF28-69B8-4309-BBAE-A77AFD9891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1409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1E38-C781-402B-BC8D-C0A6F9B497A5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1FF28-69B8-4309-BBAE-A77AFD9891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1126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5051" y="179189"/>
            <a:ext cx="2665178" cy="762596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167271" y="179190"/>
            <a:ext cx="4528692" cy="3841106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05051" y="941785"/>
            <a:ext cx="2665178" cy="3078510"/>
          </a:xfrm>
        </p:spPr>
        <p:txBody>
          <a:bodyPr/>
          <a:lstStyle>
            <a:lvl1pPr marL="0" indent="0">
              <a:buNone/>
              <a:defRPr sz="1100"/>
            </a:lvl1pPr>
            <a:lvl2pPr marL="354882" indent="0">
              <a:buNone/>
              <a:defRPr sz="1000"/>
            </a:lvl2pPr>
            <a:lvl3pPr marL="709765" indent="0">
              <a:buNone/>
              <a:defRPr sz="800"/>
            </a:lvl3pPr>
            <a:lvl4pPr marL="1064647" indent="0">
              <a:buNone/>
              <a:defRPr sz="700"/>
            </a:lvl4pPr>
            <a:lvl5pPr marL="1419529" indent="0">
              <a:buNone/>
              <a:defRPr sz="700"/>
            </a:lvl5pPr>
            <a:lvl6pPr marL="1774411" indent="0">
              <a:buNone/>
              <a:defRPr sz="700"/>
            </a:lvl6pPr>
            <a:lvl7pPr marL="2129295" indent="0">
              <a:buNone/>
              <a:defRPr sz="700"/>
            </a:lvl7pPr>
            <a:lvl8pPr marL="2484177" indent="0">
              <a:buNone/>
              <a:defRPr sz="700"/>
            </a:lvl8pPr>
            <a:lvl9pPr marL="2839059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1E38-C781-402B-BC8D-C0A6F9B497A5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1FF28-69B8-4309-BBAE-A77AFD9891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1594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87856" y="3150394"/>
            <a:ext cx="4860608" cy="371922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587856" y="402133"/>
            <a:ext cx="4860608" cy="2700338"/>
          </a:xfrm>
        </p:spPr>
        <p:txBody>
          <a:bodyPr/>
          <a:lstStyle>
            <a:lvl1pPr marL="0" indent="0">
              <a:buNone/>
              <a:defRPr sz="2500"/>
            </a:lvl1pPr>
            <a:lvl2pPr marL="354882" indent="0">
              <a:buNone/>
              <a:defRPr sz="2200"/>
            </a:lvl2pPr>
            <a:lvl3pPr marL="709765" indent="0">
              <a:buNone/>
              <a:defRPr sz="1800"/>
            </a:lvl3pPr>
            <a:lvl4pPr marL="1064647" indent="0">
              <a:buNone/>
              <a:defRPr sz="1500"/>
            </a:lvl4pPr>
            <a:lvl5pPr marL="1419529" indent="0">
              <a:buNone/>
              <a:defRPr sz="1500"/>
            </a:lvl5pPr>
            <a:lvl6pPr marL="1774411" indent="0">
              <a:buNone/>
              <a:defRPr sz="1500"/>
            </a:lvl6pPr>
            <a:lvl7pPr marL="2129295" indent="0">
              <a:buNone/>
              <a:defRPr sz="1500"/>
            </a:lvl7pPr>
            <a:lvl8pPr marL="2484177" indent="0">
              <a:buNone/>
              <a:defRPr sz="1500"/>
            </a:lvl8pPr>
            <a:lvl9pPr marL="2839059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587856" y="3522318"/>
            <a:ext cx="4860608" cy="528191"/>
          </a:xfrm>
        </p:spPr>
        <p:txBody>
          <a:bodyPr/>
          <a:lstStyle>
            <a:lvl1pPr marL="0" indent="0">
              <a:buNone/>
              <a:defRPr sz="1100"/>
            </a:lvl1pPr>
            <a:lvl2pPr marL="354882" indent="0">
              <a:buNone/>
              <a:defRPr sz="1000"/>
            </a:lvl2pPr>
            <a:lvl3pPr marL="709765" indent="0">
              <a:buNone/>
              <a:defRPr sz="800"/>
            </a:lvl3pPr>
            <a:lvl4pPr marL="1064647" indent="0">
              <a:buNone/>
              <a:defRPr sz="700"/>
            </a:lvl4pPr>
            <a:lvl5pPr marL="1419529" indent="0">
              <a:buNone/>
              <a:defRPr sz="700"/>
            </a:lvl5pPr>
            <a:lvl6pPr marL="1774411" indent="0">
              <a:buNone/>
              <a:defRPr sz="700"/>
            </a:lvl6pPr>
            <a:lvl7pPr marL="2129295" indent="0">
              <a:buNone/>
              <a:defRPr sz="700"/>
            </a:lvl7pPr>
            <a:lvl8pPr marL="2484177" indent="0">
              <a:buNone/>
              <a:defRPr sz="700"/>
            </a:lvl8pPr>
            <a:lvl9pPr marL="2839059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1E38-C781-402B-BC8D-C0A6F9B497A5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1FF28-69B8-4309-BBAE-A77AFD9891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2550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1E38-C781-402B-BC8D-C0A6F9B497A5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1FF28-69B8-4309-BBAE-A77AFD9891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992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5873235" y="180231"/>
            <a:ext cx="1822729" cy="3840064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05052" y="180231"/>
            <a:ext cx="5333166" cy="384006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1E38-C781-402B-BC8D-C0A6F9B497A5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1FF28-69B8-4309-BBAE-A77AFD9891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5134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05051" y="180231"/>
            <a:ext cx="7290912" cy="750094"/>
          </a:xfrm>
          <a:prstGeom prst="rect">
            <a:avLst/>
          </a:prstGeom>
        </p:spPr>
        <p:txBody>
          <a:bodyPr vert="horz" lIns="70976" tIns="35489" rIns="70976" bIns="35489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05051" y="1050132"/>
            <a:ext cx="7290912" cy="2970164"/>
          </a:xfrm>
          <a:prstGeom prst="rect">
            <a:avLst/>
          </a:prstGeom>
        </p:spPr>
        <p:txBody>
          <a:bodyPr vert="horz" lIns="70976" tIns="35489" rIns="70976" bIns="35489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05052" y="4171358"/>
            <a:ext cx="1890236" cy="239613"/>
          </a:xfrm>
          <a:prstGeom prst="rect">
            <a:avLst/>
          </a:prstGeom>
        </p:spPr>
        <p:txBody>
          <a:bodyPr vert="horz" lIns="70976" tIns="35489" rIns="70976" bIns="35489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91E38-C781-402B-BC8D-C0A6F9B497A5}" type="datetimeFigureOut">
              <a:rPr lang="fr-FR" smtClean="0"/>
              <a:t>11/07/2017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767849" y="4171358"/>
            <a:ext cx="2565321" cy="239613"/>
          </a:xfrm>
          <a:prstGeom prst="rect">
            <a:avLst/>
          </a:prstGeom>
        </p:spPr>
        <p:txBody>
          <a:bodyPr vert="horz" lIns="70976" tIns="35489" rIns="70976" bIns="35489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805728" y="4171358"/>
            <a:ext cx="1890236" cy="239613"/>
          </a:xfrm>
          <a:prstGeom prst="rect">
            <a:avLst/>
          </a:prstGeom>
        </p:spPr>
        <p:txBody>
          <a:bodyPr vert="horz" lIns="70976" tIns="35489" rIns="70976" bIns="35489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1FF28-69B8-4309-BBAE-A77AFD9891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3031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09765" rtl="0" eaLnBrk="1" latinLnBrk="0" hangingPunct="1"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162" indent="-266162" algn="l" defTabSz="709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576684" indent="-221802" algn="l" defTabSz="709765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887206" indent="-177441" algn="l" defTabSz="709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42088" indent="-177441" algn="l" defTabSz="709765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96970" indent="-177441" algn="l" defTabSz="709765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51853" indent="-177441" algn="l" defTabSz="709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06736" indent="-177441" algn="l" defTabSz="709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1618" indent="-177441" algn="l" defTabSz="709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16500" indent="-177441" algn="l" defTabSz="709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097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54882" algn="l" defTabSz="7097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09765" algn="l" defTabSz="7097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64647" algn="l" defTabSz="7097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19529" algn="l" defTabSz="7097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74411" algn="l" defTabSz="7097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29295" algn="l" defTabSz="7097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84177" algn="l" defTabSz="7097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39059" algn="l" defTabSz="7097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38" r="8099"/>
          <a:stretch/>
        </p:blipFill>
        <p:spPr bwMode="auto">
          <a:xfrm>
            <a:off x="3150000" y="-99392"/>
            <a:ext cx="2471737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98"/>
          <a:stretch/>
        </p:blipFill>
        <p:spPr bwMode="auto">
          <a:xfrm>
            <a:off x="-108520" y="-100800"/>
            <a:ext cx="3260725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6" r="8098"/>
          <a:stretch/>
        </p:blipFill>
        <p:spPr bwMode="auto">
          <a:xfrm>
            <a:off x="5605200" y="-100800"/>
            <a:ext cx="2495550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ZoneTexte 5"/>
          <p:cNvSpPr txBox="1"/>
          <p:nvPr/>
        </p:nvSpPr>
        <p:spPr>
          <a:xfrm>
            <a:off x="657032" y="8074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3114402" y="80749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5598000" y="8074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28748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</Words>
  <Application>Microsoft Office PowerPoint</Application>
  <PresentationFormat>Personnalisé</PresentationFormat>
  <Paragraphs>3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2</cp:revision>
  <dcterms:created xsi:type="dcterms:W3CDTF">2017-07-11T17:50:00Z</dcterms:created>
  <dcterms:modified xsi:type="dcterms:W3CDTF">2017-07-11T18:15:30Z</dcterms:modified>
</cp:coreProperties>
</file>