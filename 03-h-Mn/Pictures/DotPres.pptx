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93" r:id="rId2"/>
  </p:sldIdLst>
  <p:sldSz cx="5868988" cy="6229350"/>
  <p:notesSz cx="6797675" cy="9926638"/>
  <p:defaultTextStyle>
    <a:defPPr>
      <a:defRPr lang="en-US"/>
    </a:defPPr>
    <a:lvl1pPr marL="0" algn="l" defTabSz="785652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1pPr>
    <a:lvl2pPr marL="392826" algn="l" defTabSz="785652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2pPr>
    <a:lvl3pPr marL="785652" algn="l" defTabSz="785652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3pPr>
    <a:lvl4pPr marL="1178479" algn="l" defTabSz="785652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4pPr>
    <a:lvl5pPr marL="1571305" algn="l" defTabSz="785652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5pPr>
    <a:lvl6pPr marL="1964131" algn="l" defTabSz="785652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6pPr>
    <a:lvl7pPr marL="2356957" algn="l" defTabSz="785652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7pPr>
    <a:lvl8pPr marL="2749784" algn="l" defTabSz="785652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8pPr>
    <a:lvl9pPr marL="3142610" algn="l" defTabSz="785652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7829" autoAdjust="0"/>
  </p:normalViewPr>
  <p:slideViewPr>
    <p:cSldViewPr>
      <p:cViewPr>
        <p:scale>
          <a:sx n="66" d="100"/>
          <a:sy n="66" d="100"/>
        </p:scale>
        <p:origin x="-2520" y="-750"/>
      </p:cViewPr>
      <p:guideLst>
        <p:guide orient="horz" pos="1962"/>
        <p:guide pos="185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2" y="5"/>
            <a:ext cx="2945862" cy="495793"/>
          </a:xfrm>
          <a:prstGeom prst="rect">
            <a:avLst/>
          </a:prstGeom>
        </p:spPr>
        <p:txBody>
          <a:bodyPr vert="horz" lIns="88182" tIns="44091" rIns="88182" bIns="44091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50296" y="5"/>
            <a:ext cx="2945862" cy="495793"/>
          </a:xfrm>
          <a:prstGeom prst="rect">
            <a:avLst/>
          </a:prstGeom>
        </p:spPr>
        <p:txBody>
          <a:bodyPr vert="horz" lIns="88182" tIns="44091" rIns="88182" bIns="44091" rtlCol="0"/>
          <a:lstStyle>
            <a:lvl1pPr algn="r">
              <a:defRPr sz="1200"/>
            </a:lvl1pPr>
          </a:lstStyle>
          <a:p>
            <a:fld id="{A732596A-CC33-44AB-A517-CD91BCF05E15}" type="datetimeFigureOut">
              <a:rPr lang="en-US" smtClean="0"/>
              <a:t>7/11/2017</a:t>
            </a:fld>
            <a:endParaRPr lang="en-US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646238" y="744538"/>
            <a:ext cx="3505200" cy="3721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88182" tIns="44091" rIns="88182" bIns="44091" rtlCol="0" anchor="ctr"/>
          <a:lstStyle/>
          <a:p>
            <a:endParaRPr lang="en-US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79467" y="4714653"/>
            <a:ext cx="5438748" cy="4466756"/>
          </a:xfrm>
          <a:prstGeom prst="rect">
            <a:avLst/>
          </a:prstGeom>
        </p:spPr>
        <p:txBody>
          <a:bodyPr vert="horz" lIns="88182" tIns="44091" rIns="88182" bIns="44091" rtlCol="0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2" y="9429310"/>
            <a:ext cx="2945862" cy="495793"/>
          </a:xfrm>
          <a:prstGeom prst="rect">
            <a:avLst/>
          </a:prstGeom>
        </p:spPr>
        <p:txBody>
          <a:bodyPr vert="horz" lIns="88182" tIns="44091" rIns="88182" bIns="44091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50296" y="9429310"/>
            <a:ext cx="2945862" cy="495793"/>
          </a:xfrm>
          <a:prstGeom prst="rect">
            <a:avLst/>
          </a:prstGeom>
        </p:spPr>
        <p:txBody>
          <a:bodyPr vert="horz" lIns="88182" tIns="44091" rIns="88182" bIns="44091" rtlCol="0" anchor="b"/>
          <a:lstStyle>
            <a:lvl1pPr algn="r">
              <a:defRPr sz="1200"/>
            </a:lvl1pPr>
          </a:lstStyle>
          <a:p>
            <a:fld id="{062323BE-C712-422A-9927-239FDB892797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51010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785652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1pPr>
    <a:lvl2pPr marL="392826" algn="l" defTabSz="785652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2pPr>
    <a:lvl3pPr marL="785652" algn="l" defTabSz="785652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3pPr>
    <a:lvl4pPr marL="1178479" algn="l" defTabSz="785652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4pPr>
    <a:lvl5pPr marL="1571305" algn="l" defTabSz="785652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5pPr>
    <a:lvl6pPr marL="1964131" algn="l" defTabSz="785652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6pPr>
    <a:lvl7pPr marL="2356957" algn="l" defTabSz="785652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7pPr>
    <a:lvl8pPr marL="2749784" algn="l" defTabSz="785652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8pPr>
    <a:lvl9pPr marL="3142610" algn="l" defTabSz="785652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1646238" y="744538"/>
            <a:ext cx="3505200" cy="3721100"/>
          </a:xfrm>
        </p:spPr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62323BE-C712-422A-9927-239FDB89279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00523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440178" y="1935139"/>
            <a:ext cx="4988639" cy="1335273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880350" y="3529967"/>
            <a:ext cx="4108292" cy="159194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9282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7856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17847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5713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96413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35695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7497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1426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7/11/2017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8070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7/11/2017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0035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63612" y="4002936"/>
            <a:ext cx="4988639" cy="1237218"/>
          </a:xfrm>
        </p:spPr>
        <p:txBody>
          <a:bodyPr anchor="t"/>
          <a:lstStyle>
            <a:lvl1pPr algn="l">
              <a:defRPr sz="3400" b="1" cap="all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63612" y="2640268"/>
            <a:ext cx="4988639" cy="1362670"/>
          </a:xfrm>
        </p:spPr>
        <p:txBody>
          <a:bodyPr anchor="b"/>
          <a:lstStyle>
            <a:lvl1pPr marL="0" indent="0">
              <a:buNone/>
              <a:defRPr sz="1700">
                <a:solidFill>
                  <a:schemeClr val="tx1">
                    <a:tint val="75000"/>
                  </a:schemeClr>
                </a:solidFill>
              </a:defRPr>
            </a:lvl1pPr>
            <a:lvl2pPr marL="392826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785652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3pPr>
            <a:lvl4pPr marL="1178479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57130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964131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356957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749784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314261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7/11/2017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00229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293453" y="1453521"/>
            <a:ext cx="2592137" cy="4111083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7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2983405" y="1453521"/>
            <a:ext cx="2592137" cy="4111083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7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7/11/2017</a:t>
            </a:fld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56347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293450" y="1394395"/>
            <a:ext cx="2593157" cy="581118"/>
          </a:xfrm>
        </p:spPr>
        <p:txBody>
          <a:bodyPr anchor="b"/>
          <a:lstStyle>
            <a:lvl1pPr marL="0" indent="0">
              <a:buNone/>
              <a:defRPr sz="2100" b="1"/>
            </a:lvl1pPr>
            <a:lvl2pPr marL="392826" indent="0">
              <a:buNone/>
              <a:defRPr sz="1700" b="1"/>
            </a:lvl2pPr>
            <a:lvl3pPr marL="785652" indent="0">
              <a:buNone/>
              <a:defRPr sz="1500" b="1"/>
            </a:lvl3pPr>
            <a:lvl4pPr marL="1178479" indent="0">
              <a:buNone/>
              <a:defRPr sz="1400" b="1"/>
            </a:lvl4pPr>
            <a:lvl5pPr marL="1571305" indent="0">
              <a:buNone/>
              <a:defRPr sz="1400" b="1"/>
            </a:lvl5pPr>
            <a:lvl6pPr marL="1964131" indent="0">
              <a:buNone/>
              <a:defRPr sz="1400" b="1"/>
            </a:lvl6pPr>
            <a:lvl7pPr marL="2356957" indent="0">
              <a:buNone/>
              <a:defRPr sz="1400" b="1"/>
            </a:lvl7pPr>
            <a:lvl8pPr marL="2749784" indent="0">
              <a:buNone/>
              <a:defRPr sz="1400" b="1"/>
            </a:lvl8pPr>
            <a:lvl9pPr marL="3142610" indent="0">
              <a:buNone/>
              <a:defRPr sz="14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293450" y="1975512"/>
            <a:ext cx="2593157" cy="3589086"/>
          </a:xfrm>
        </p:spPr>
        <p:txBody>
          <a:bodyPr/>
          <a:lstStyle>
            <a:lvl1pPr>
              <a:defRPr sz="2100"/>
            </a:lvl1pPr>
            <a:lvl2pPr>
              <a:defRPr sz="1700"/>
            </a:lvl2pPr>
            <a:lvl3pPr>
              <a:defRPr sz="15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2981368" y="1394395"/>
            <a:ext cx="2594174" cy="581118"/>
          </a:xfrm>
        </p:spPr>
        <p:txBody>
          <a:bodyPr anchor="b"/>
          <a:lstStyle>
            <a:lvl1pPr marL="0" indent="0">
              <a:buNone/>
              <a:defRPr sz="2100" b="1"/>
            </a:lvl1pPr>
            <a:lvl2pPr marL="392826" indent="0">
              <a:buNone/>
              <a:defRPr sz="1700" b="1"/>
            </a:lvl2pPr>
            <a:lvl3pPr marL="785652" indent="0">
              <a:buNone/>
              <a:defRPr sz="1500" b="1"/>
            </a:lvl3pPr>
            <a:lvl4pPr marL="1178479" indent="0">
              <a:buNone/>
              <a:defRPr sz="1400" b="1"/>
            </a:lvl4pPr>
            <a:lvl5pPr marL="1571305" indent="0">
              <a:buNone/>
              <a:defRPr sz="1400" b="1"/>
            </a:lvl5pPr>
            <a:lvl6pPr marL="1964131" indent="0">
              <a:buNone/>
              <a:defRPr sz="1400" b="1"/>
            </a:lvl6pPr>
            <a:lvl7pPr marL="2356957" indent="0">
              <a:buNone/>
              <a:defRPr sz="1400" b="1"/>
            </a:lvl7pPr>
            <a:lvl8pPr marL="2749784" indent="0">
              <a:buNone/>
              <a:defRPr sz="1400" b="1"/>
            </a:lvl8pPr>
            <a:lvl9pPr marL="3142610" indent="0">
              <a:buNone/>
              <a:defRPr sz="14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2981368" y="1975512"/>
            <a:ext cx="2594174" cy="3589086"/>
          </a:xfrm>
        </p:spPr>
        <p:txBody>
          <a:bodyPr/>
          <a:lstStyle>
            <a:lvl1pPr>
              <a:defRPr sz="2100"/>
            </a:lvl1pPr>
            <a:lvl2pPr>
              <a:defRPr sz="1700"/>
            </a:lvl2pPr>
            <a:lvl3pPr>
              <a:defRPr sz="15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7/11/2017</a:t>
            </a:fld>
            <a:endParaRPr lang="en-US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1721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7/11/2017</a:t>
            </a:fld>
            <a:endParaRPr lang="en-US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11000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7/11/2017</a:t>
            </a:fld>
            <a:endParaRPr lang="en-US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40554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93454" y="248023"/>
            <a:ext cx="1930857" cy="1055529"/>
          </a:xfrm>
        </p:spPr>
        <p:txBody>
          <a:bodyPr anchor="b"/>
          <a:lstStyle>
            <a:lvl1pPr algn="l">
              <a:defRPr sz="1700" b="1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2294612" y="248023"/>
            <a:ext cx="3280928" cy="5316579"/>
          </a:xfrm>
        </p:spPr>
        <p:txBody>
          <a:bodyPr/>
          <a:lstStyle>
            <a:lvl1pPr>
              <a:defRPr sz="2700"/>
            </a:lvl1pPr>
            <a:lvl2pPr>
              <a:defRPr sz="2400"/>
            </a:lvl2pPr>
            <a:lvl3pPr>
              <a:defRPr sz="21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93454" y="1303553"/>
            <a:ext cx="1930857" cy="4261048"/>
          </a:xfrm>
        </p:spPr>
        <p:txBody>
          <a:bodyPr/>
          <a:lstStyle>
            <a:lvl1pPr marL="0" indent="0">
              <a:buNone/>
              <a:defRPr sz="1200"/>
            </a:lvl1pPr>
            <a:lvl2pPr marL="392826" indent="0">
              <a:buNone/>
              <a:defRPr sz="1000"/>
            </a:lvl2pPr>
            <a:lvl3pPr marL="785652" indent="0">
              <a:buNone/>
              <a:defRPr sz="900"/>
            </a:lvl3pPr>
            <a:lvl4pPr marL="1178479" indent="0">
              <a:buNone/>
              <a:defRPr sz="800"/>
            </a:lvl4pPr>
            <a:lvl5pPr marL="1571305" indent="0">
              <a:buNone/>
              <a:defRPr sz="800"/>
            </a:lvl5pPr>
            <a:lvl6pPr marL="1964131" indent="0">
              <a:buNone/>
              <a:defRPr sz="800"/>
            </a:lvl6pPr>
            <a:lvl7pPr marL="2356957" indent="0">
              <a:buNone/>
              <a:defRPr sz="800"/>
            </a:lvl7pPr>
            <a:lvl8pPr marL="2749784" indent="0">
              <a:buNone/>
              <a:defRPr sz="800"/>
            </a:lvl8pPr>
            <a:lvl9pPr marL="3142610" indent="0">
              <a:buNone/>
              <a:defRPr sz="8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7/11/2017</a:t>
            </a:fld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3483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50367" y="4360550"/>
            <a:ext cx="3521393" cy="514786"/>
          </a:xfrm>
        </p:spPr>
        <p:txBody>
          <a:bodyPr anchor="b"/>
          <a:lstStyle>
            <a:lvl1pPr algn="l">
              <a:defRPr sz="1700" b="1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150367" y="556605"/>
            <a:ext cx="3521393" cy="3737610"/>
          </a:xfrm>
        </p:spPr>
        <p:txBody>
          <a:bodyPr/>
          <a:lstStyle>
            <a:lvl1pPr marL="0" indent="0">
              <a:buNone/>
              <a:defRPr sz="2700"/>
            </a:lvl1pPr>
            <a:lvl2pPr marL="392826" indent="0">
              <a:buNone/>
              <a:defRPr sz="2400"/>
            </a:lvl2pPr>
            <a:lvl3pPr marL="785652" indent="0">
              <a:buNone/>
              <a:defRPr sz="2100"/>
            </a:lvl3pPr>
            <a:lvl4pPr marL="1178479" indent="0">
              <a:buNone/>
              <a:defRPr sz="1700"/>
            </a:lvl4pPr>
            <a:lvl5pPr marL="1571305" indent="0">
              <a:buNone/>
              <a:defRPr sz="1700"/>
            </a:lvl5pPr>
            <a:lvl6pPr marL="1964131" indent="0">
              <a:buNone/>
              <a:defRPr sz="1700"/>
            </a:lvl6pPr>
            <a:lvl7pPr marL="2356957" indent="0">
              <a:buNone/>
              <a:defRPr sz="1700"/>
            </a:lvl7pPr>
            <a:lvl8pPr marL="2749784" indent="0">
              <a:buNone/>
              <a:defRPr sz="1700"/>
            </a:lvl8pPr>
            <a:lvl9pPr marL="3142610" indent="0">
              <a:buNone/>
              <a:defRPr sz="1700"/>
            </a:lvl9pPr>
          </a:lstStyle>
          <a:p>
            <a:endParaRPr lang="en-US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150367" y="4875337"/>
            <a:ext cx="3521393" cy="731083"/>
          </a:xfrm>
        </p:spPr>
        <p:txBody>
          <a:bodyPr/>
          <a:lstStyle>
            <a:lvl1pPr marL="0" indent="0">
              <a:buNone/>
              <a:defRPr sz="1200"/>
            </a:lvl1pPr>
            <a:lvl2pPr marL="392826" indent="0">
              <a:buNone/>
              <a:defRPr sz="1000"/>
            </a:lvl2pPr>
            <a:lvl3pPr marL="785652" indent="0">
              <a:buNone/>
              <a:defRPr sz="900"/>
            </a:lvl3pPr>
            <a:lvl4pPr marL="1178479" indent="0">
              <a:buNone/>
              <a:defRPr sz="800"/>
            </a:lvl4pPr>
            <a:lvl5pPr marL="1571305" indent="0">
              <a:buNone/>
              <a:defRPr sz="800"/>
            </a:lvl5pPr>
            <a:lvl6pPr marL="1964131" indent="0">
              <a:buNone/>
              <a:defRPr sz="800"/>
            </a:lvl6pPr>
            <a:lvl7pPr marL="2356957" indent="0">
              <a:buNone/>
              <a:defRPr sz="800"/>
            </a:lvl7pPr>
            <a:lvl8pPr marL="2749784" indent="0">
              <a:buNone/>
              <a:defRPr sz="800"/>
            </a:lvl8pPr>
            <a:lvl9pPr marL="3142610" indent="0">
              <a:buNone/>
              <a:defRPr sz="8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7/11/2017</a:t>
            </a:fld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1604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7/11/2017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053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4255018" y="249468"/>
            <a:ext cx="1320522" cy="5315134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293453" y="249468"/>
            <a:ext cx="3863751" cy="5315134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7/11/2017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0306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293453" y="249464"/>
            <a:ext cx="5282089" cy="1038226"/>
          </a:xfrm>
          <a:prstGeom prst="rect">
            <a:avLst/>
          </a:prstGeom>
        </p:spPr>
        <p:txBody>
          <a:bodyPr vert="horz" lIns="78565" tIns="39283" rIns="78565" bIns="39283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293453" y="1453521"/>
            <a:ext cx="5282089" cy="4111083"/>
          </a:xfrm>
          <a:prstGeom prst="rect">
            <a:avLst/>
          </a:prstGeom>
        </p:spPr>
        <p:txBody>
          <a:bodyPr vert="horz" lIns="78565" tIns="39283" rIns="78565" bIns="39283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293454" y="5773689"/>
            <a:ext cx="1369431" cy="331656"/>
          </a:xfrm>
          <a:prstGeom prst="rect">
            <a:avLst/>
          </a:prstGeom>
        </p:spPr>
        <p:txBody>
          <a:bodyPr vert="horz" lIns="78565" tIns="39283" rIns="78565" bIns="39283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2CF840-51FB-49D9-ADDC-0C52DA34DC77}" type="datetimeFigureOut">
              <a:rPr lang="en-US" smtClean="0"/>
              <a:t>7/11/2017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2005239" y="5773689"/>
            <a:ext cx="1858512" cy="331656"/>
          </a:xfrm>
          <a:prstGeom prst="rect">
            <a:avLst/>
          </a:prstGeom>
        </p:spPr>
        <p:txBody>
          <a:bodyPr vert="horz" lIns="78565" tIns="39283" rIns="78565" bIns="39283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4206111" y="5773689"/>
            <a:ext cx="1369431" cy="331656"/>
          </a:xfrm>
          <a:prstGeom prst="rect">
            <a:avLst/>
          </a:prstGeom>
        </p:spPr>
        <p:txBody>
          <a:bodyPr vert="horz" lIns="78565" tIns="39283" rIns="78565" bIns="39283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84990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785652" rtl="0" eaLnBrk="1" latinLnBrk="0" hangingPunct="1">
        <a:spcBef>
          <a:spcPct val="0"/>
        </a:spcBef>
        <a:buNone/>
        <a:defRPr sz="3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4620" indent="-294620" algn="l" defTabSz="785652" rtl="0" eaLnBrk="1" latinLnBrk="0" hangingPunct="1">
        <a:spcBef>
          <a:spcPct val="2000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38343" indent="-245516" algn="l" defTabSz="785652" rtl="0" eaLnBrk="1" latinLnBrk="0" hangingPunct="1">
        <a:spcBef>
          <a:spcPct val="20000"/>
        </a:spcBef>
        <a:buFont typeface="Arial" panose="020B0604020202020204" pitchFamily="34" charset="0"/>
        <a:buChar char="–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982066" indent="-196413" algn="l" defTabSz="785652" rtl="0" eaLnBrk="1" latinLnBrk="0" hangingPunct="1">
        <a:spcBef>
          <a:spcPct val="2000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374892" indent="-196413" algn="l" defTabSz="785652" rtl="0" eaLnBrk="1" latinLnBrk="0" hangingPunct="1">
        <a:spcBef>
          <a:spcPct val="20000"/>
        </a:spcBef>
        <a:buFont typeface="Arial" panose="020B0604020202020204" pitchFamily="34" charset="0"/>
        <a:buChar char="–"/>
        <a:defRPr sz="1700" kern="1200">
          <a:solidFill>
            <a:schemeClr val="tx1"/>
          </a:solidFill>
          <a:latin typeface="+mn-lt"/>
          <a:ea typeface="+mn-ea"/>
          <a:cs typeface="+mn-cs"/>
        </a:defRPr>
      </a:lvl4pPr>
      <a:lvl5pPr marL="1767718" indent="-196413" algn="l" defTabSz="785652" rtl="0" eaLnBrk="1" latinLnBrk="0" hangingPunct="1">
        <a:spcBef>
          <a:spcPct val="20000"/>
        </a:spcBef>
        <a:buFont typeface="Arial" panose="020B0604020202020204" pitchFamily="34" charset="0"/>
        <a:buChar char="»"/>
        <a:defRPr sz="1700" kern="1200">
          <a:solidFill>
            <a:schemeClr val="tx1"/>
          </a:solidFill>
          <a:latin typeface="+mn-lt"/>
          <a:ea typeface="+mn-ea"/>
          <a:cs typeface="+mn-cs"/>
        </a:defRPr>
      </a:lvl5pPr>
      <a:lvl6pPr marL="2160544" indent="-196413" algn="l" defTabSz="785652" rtl="0" eaLnBrk="1" latinLnBrk="0" hangingPunct="1">
        <a:spcBef>
          <a:spcPct val="20000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6pPr>
      <a:lvl7pPr marL="2553371" indent="-196413" algn="l" defTabSz="785652" rtl="0" eaLnBrk="1" latinLnBrk="0" hangingPunct="1">
        <a:spcBef>
          <a:spcPct val="20000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7pPr>
      <a:lvl8pPr marL="2946197" indent="-196413" algn="l" defTabSz="785652" rtl="0" eaLnBrk="1" latinLnBrk="0" hangingPunct="1">
        <a:spcBef>
          <a:spcPct val="20000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8pPr>
      <a:lvl9pPr marL="3339023" indent="-196413" algn="l" defTabSz="785652" rtl="0" eaLnBrk="1" latinLnBrk="0" hangingPunct="1">
        <a:spcBef>
          <a:spcPct val="20000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85652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1pPr>
      <a:lvl2pPr marL="392826" algn="l" defTabSz="785652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785652" algn="l" defTabSz="785652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178479" algn="l" defTabSz="785652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571305" algn="l" defTabSz="785652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1964131" algn="l" defTabSz="785652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356957" algn="l" defTabSz="785652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9784" algn="l" defTabSz="785652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142610" algn="l" defTabSz="785652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ZoneTexte 44"/>
          <p:cNvSpPr txBox="1"/>
          <p:nvPr/>
        </p:nvSpPr>
        <p:spPr>
          <a:xfrm>
            <a:off x="146967" y="4881342"/>
            <a:ext cx="388209" cy="3250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6" name="Picture 2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178"/>
          <a:stretch/>
        </p:blipFill>
        <p:spPr bwMode="auto">
          <a:xfrm>
            <a:off x="112937" y="66675"/>
            <a:ext cx="5927166" cy="21651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7" name="ZoneTexte 46"/>
          <p:cNvSpPr txBox="1"/>
          <p:nvPr/>
        </p:nvSpPr>
        <p:spPr>
          <a:xfrm>
            <a:off x="-82293" y="-1484"/>
            <a:ext cx="388209" cy="3250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8" name="Picture 9"/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13" b="1405"/>
          <a:stretch/>
        </p:blipFill>
        <p:spPr bwMode="auto">
          <a:xfrm>
            <a:off x="83601" y="1874765"/>
            <a:ext cx="5982955" cy="43534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9" name="ZoneTexte 48"/>
          <p:cNvSpPr txBox="1"/>
          <p:nvPr/>
        </p:nvSpPr>
        <p:spPr>
          <a:xfrm>
            <a:off x="-54124" y="1835696"/>
            <a:ext cx="399494" cy="3250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0" name="ZoneTexte 49"/>
          <p:cNvSpPr txBox="1"/>
          <p:nvPr/>
        </p:nvSpPr>
        <p:spPr>
          <a:xfrm>
            <a:off x="4113455" y="2023730"/>
            <a:ext cx="749333" cy="2979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V=5.5V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81964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5206</TotalTime>
  <Words>11</Words>
  <Application>Microsoft Office PowerPoint</Application>
  <PresentationFormat>Personnalisé</PresentationFormat>
  <Paragraphs>5</Paragraphs>
  <Slides>1</Slides>
  <Notes>1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Company>Hewlett-Packard Company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lucien.besombes</dc:creator>
  <cp:lastModifiedBy>Alban Lafuente</cp:lastModifiedBy>
  <cp:revision>304</cp:revision>
  <cp:lastPrinted>2016-11-10T12:00:43Z</cp:lastPrinted>
  <dcterms:created xsi:type="dcterms:W3CDTF">2013-09-27T09:14:25Z</dcterms:created>
  <dcterms:modified xsi:type="dcterms:W3CDTF">2017-07-11T12:06:55Z</dcterms:modified>
</cp:coreProperties>
</file>