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5868988" cy="7092950"/>
  <p:notesSz cx="6797675" cy="9926638"/>
  <p:defaultTextStyle>
    <a:defPPr>
      <a:defRPr lang="en-US"/>
    </a:defPPr>
    <a:lvl1pPr marL="0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92826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85652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78479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71305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64131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56957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49784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42610" algn="l" defTabSz="7856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271" autoAdjust="0"/>
  </p:normalViewPr>
  <p:slideViewPr>
    <p:cSldViewPr>
      <p:cViewPr varScale="1">
        <p:scale>
          <a:sx n="87" d="100"/>
          <a:sy n="87" d="100"/>
        </p:scale>
        <p:origin x="-2040" y="-90"/>
      </p:cViewPr>
      <p:guideLst>
        <p:guide orient="horz" pos="2235"/>
        <p:guide pos="1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858963" y="744538"/>
            <a:ext cx="30797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92826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85652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78479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71305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64131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56957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49784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42610" algn="l" defTabSz="7856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858963" y="744538"/>
            <a:ext cx="3079750" cy="3721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2323BE-C712-422A-9927-239FDB8927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5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40181" y="2203417"/>
            <a:ext cx="4988639" cy="152038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80350" y="4019344"/>
            <a:ext cx="4108292" cy="18126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2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5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8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71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64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56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497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42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3612" y="4557882"/>
            <a:ext cx="4988639" cy="1408739"/>
          </a:xfrm>
        </p:spPr>
        <p:txBody>
          <a:bodyPr anchor="t"/>
          <a:lstStyle>
            <a:lvl1pPr algn="l">
              <a:defRPr sz="34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3612" y="3006299"/>
            <a:ext cx="4988639" cy="1551583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9282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8565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1784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713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64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569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978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426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93459" y="1655031"/>
            <a:ext cx="2592137" cy="46810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983411" y="1655031"/>
            <a:ext cx="2592137" cy="46810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3450" y="1587707"/>
            <a:ext cx="2593157" cy="66168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2826" indent="0">
              <a:buNone/>
              <a:defRPr sz="1700" b="1"/>
            </a:lvl2pPr>
            <a:lvl3pPr marL="785652" indent="0">
              <a:buNone/>
              <a:defRPr sz="1500" b="1"/>
            </a:lvl3pPr>
            <a:lvl4pPr marL="1178479" indent="0">
              <a:buNone/>
              <a:defRPr sz="1400" b="1"/>
            </a:lvl4pPr>
            <a:lvl5pPr marL="1571305" indent="0">
              <a:buNone/>
              <a:defRPr sz="1400" b="1"/>
            </a:lvl5pPr>
            <a:lvl6pPr marL="1964131" indent="0">
              <a:buNone/>
              <a:defRPr sz="1400" b="1"/>
            </a:lvl6pPr>
            <a:lvl7pPr marL="2356957" indent="0">
              <a:buNone/>
              <a:defRPr sz="1400" b="1"/>
            </a:lvl7pPr>
            <a:lvl8pPr marL="2749784" indent="0">
              <a:buNone/>
              <a:defRPr sz="1400" b="1"/>
            </a:lvl8pPr>
            <a:lvl9pPr marL="3142610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93450" y="2249386"/>
            <a:ext cx="2593157" cy="4086656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981368" y="1587707"/>
            <a:ext cx="2594174" cy="66168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2826" indent="0">
              <a:buNone/>
              <a:defRPr sz="1700" b="1"/>
            </a:lvl2pPr>
            <a:lvl3pPr marL="785652" indent="0">
              <a:buNone/>
              <a:defRPr sz="1500" b="1"/>
            </a:lvl3pPr>
            <a:lvl4pPr marL="1178479" indent="0">
              <a:buNone/>
              <a:defRPr sz="1400" b="1"/>
            </a:lvl4pPr>
            <a:lvl5pPr marL="1571305" indent="0">
              <a:buNone/>
              <a:defRPr sz="1400" b="1"/>
            </a:lvl5pPr>
            <a:lvl6pPr marL="1964131" indent="0">
              <a:buNone/>
              <a:defRPr sz="1400" b="1"/>
            </a:lvl6pPr>
            <a:lvl7pPr marL="2356957" indent="0">
              <a:buNone/>
              <a:defRPr sz="1400" b="1"/>
            </a:lvl7pPr>
            <a:lvl8pPr marL="2749784" indent="0">
              <a:buNone/>
              <a:defRPr sz="1400" b="1"/>
            </a:lvl8pPr>
            <a:lvl9pPr marL="3142610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981368" y="2249386"/>
            <a:ext cx="2594174" cy="4086656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3460" y="282408"/>
            <a:ext cx="1930857" cy="1201861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94612" y="282409"/>
            <a:ext cx="3280928" cy="605363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93460" y="1484272"/>
            <a:ext cx="1930857" cy="4851774"/>
          </a:xfrm>
        </p:spPr>
        <p:txBody>
          <a:bodyPr/>
          <a:lstStyle>
            <a:lvl1pPr marL="0" indent="0">
              <a:buNone/>
              <a:defRPr sz="1200"/>
            </a:lvl1pPr>
            <a:lvl2pPr marL="392826" indent="0">
              <a:buNone/>
              <a:defRPr sz="1000"/>
            </a:lvl2pPr>
            <a:lvl3pPr marL="785652" indent="0">
              <a:buNone/>
              <a:defRPr sz="900"/>
            </a:lvl3pPr>
            <a:lvl4pPr marL="1178479" indent="0">
              <a:buNone/>
              <a:defRPr sz="800"/>
            </a:lvl4pPr>
            <a:lvl5pPr marL="1571305" indent="0">
              <a:buNone/>
              <a:defRPr sz="800"/>
            </a:lvl5pPr>
            <a:lvl6pPr marL="1964131" indent="0">
              <a:buNone/>
              <a:defRPr sz="800"/>
            </a:lvl6pPr>
            <a:lvl7pPr marL="2356957" indent="0">
              <a:buNone/>
              <a:defRPr sz="800"/>
            </a:lvl7pPr>
            <a:lvl8pPr marL="2749784" indent="0">
              <a:buNone/>
              <a:defRPr sz="800"/>
            </a:lvl8pPr>
            <a:lvl9pPr marL="3142610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0373" y="4965073"/>
            <a:ext cx="3521393" cy="586153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50373" y="633771"/>
            <a:ext cx="3521393" cy="4255770"/>
          </a:xfrm>
        </p:spPr>
        <p:txBody>
          <a:bodyPr/>
          <a:lstStyle>
            <a:lvl1pPr marL="0" indent="0">
              <a:buNone/>
              <a:defRPr sz="2700"/>
            </a:lvl1pPr>
            <a:lvl2pPr marL="392826" indent="0">
              <a:buNone/>
              <a:defRPr sz="2400"/>
            </a:lvl2pPr>
            <a:lvl3pPr marL="785652" indent="0">
              <a:buNone/>
              <a:defRPr sz="2100"/>
            </a:lvl3pPr>
            <a:lvl4pPr marL="1178479" indent="0">
              <a:buNone/>
              <a:defRPr sz="1700"/>
            </a:lvl4pPr>
            <a:lvl5pPr marL="1571305" indent="0">
              <a:buNone/>
              <a:defRPr sz="1700"/>
            </a:lvl5pPr>
            <a:lvl6pPr marL="1964131" indent="0">
              <a:buNone/>
              <a:defRPr sz="1700"/>
            </a:lvl6pPr>
            <a:lvl7pPr marL="2356957" indent="0">
              <a:buNone/>
              <a:defRPr sz="1700"/>
            </a:lvl7pPr>
            <a:lvl8pPr marL="2749784" indent="0">
              <a:buNone/>
              <a:defRPr sz="1700"/>
            </a:lvl8pPr>
            <a:lvl9pPr marL="3142610" indent="0">
              <a:buNone/>
              <a:defRPr sz="17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50373" y="5551227"/>
            <a:ext cx="3521393" cy="832436"/>
          </a:xfrm>
        </p:spPr>
        <p:txBody>
          <a:bodyPr/>
          <a:lstStyle>
            <a:lvl1pPr marL="0" indent="0">
              <a:buNone/>
              <a:defRPr sz="1200"/>
            </a:lvl1pPr>
            <a:lvl2pPr marL="392826" indent="0">
              <a:buNone/>
              <a:defRPr sz="1000"/>
            </a:lvl2pPr>
            <a:lvl3pPr marL="785652" indent="0">
              <a:buNone/>
              <a:defRPr sz="900"/>
            </a:lvl3pPr>
            <a:lvl4pPr marL="1178479" indent="0">
              <a:buNone/>
              <a:defRPr sz="800"/>
            </a:lvl4pPr>
            <a:lvl5pPr marL="1571305" indent="0">
              <a:buNone/>
              <a:defRPr sz="800"/>
            </a:lvl5pPr>
            <a:lvl6pPr marL="1964131" indent="0">
              <a:buNone/>
              <a:defRPr sz="800"/>
            </a:lvl6pPr>
            <a:lvl7pPr marL="2356957" indent="0">
              <a:buNone/>
              <a:defRPr sz="800"/>
            </a:lvl7pPr>
            <a:lvl8pPr marL="2749784" indent="0">
              <a:buNone/>
              <a:defRPr sz="800"/>
            </a:lvl8pPr>
            <a:lvl9pPr marL="3142610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255018" y="284054"/>
            <a:ext cx="1320522" cy="605199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93459" y="284054"/>
            <a:ext cx="3863751" cy="605199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93456" y="284049"/>
            <a:ext cx="5282089" cy="1182159"/>
          </a:xfrm>
          <a:prstGeom prst="rect">
            <a:avLst/>
          </a:prstGeom>
        </p:spPr>
        <p:txBody>
          <a:bodyPr vert="horz" lIns="78565" tIns="39283" rIns="78565" bIns="39283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3456" y="1655031"/>
            <a:ext cx="5282089" cy="4681019"/>
          </a:xfrm>
          <a:prstGeom prst="rect">
            <a:avLst/>
          </a:prstGeom>
        </p:spPr>
        <p:txBody>
          <a:bodyPr vert="horz" lIns="78565" tIns="39283" rIns="78565" bIns="39283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93454" y="6574120"/>
            <a:ext cx="1369431" cy="377634"/>
          </a:xfrm>
          <a:prstGeom prst="rect">
            <a:avLst/>
          </a:prstGeom>
        </p:spPr>
        <p:txBody>
          <a:bodyPr vert="horz" lIns="78565" tIns="39283" rIns="78565" bIns="3928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10/16/2017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005239" y="6574120"/>
            <a:ext cx="1858512" cy="377634"/>
          </a:xfrm>
          <a:prstGeom prst="rect">
            <a:avLst/>
          </a:prstGeom>
        </p:spPr>
        <p:txBody>
          <a:bodyPr vert="horz" lIns="78565" tIns="39283" rIns="78565" bIns="3928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206117" y="6574120"/>
            <a:ext cx="1369431" cy="377634"/>
          </a:xfrm>
          <a:prstGeom prst="rect">
            <a:avLst/>
          </a:prstGeom>
        </p:spPr>
        <p:txBody>
          <a:bodyPr vert="horz" lIns="78565" tIns="39283" rIns="78565" bIns="3928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5652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4620" indent="-294620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8343" indent="-245516" algn="l" defTabSz="785652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82066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4892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67718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544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53371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46197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39023" indent="-196413" algn="l" defTabSz="78565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2826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5652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8479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71305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64131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56957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9784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42610" algn="l" defTabSz="78565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0"/>
          <a:stretch/>
        </p:blipFill>
        <p:spPr bwMode="auto">
          <a:xfrm>
            <a:off x="-68400" y="2641728"/>
            <a:ext cx="6318000" cy="4505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5" b="11717"/>
          <a:stretch/>
        </p:blipFill>
        <p:spPr bwMode="auto">
          <a:xfrm>
            <a:off x="-89842" y="226128"/>
            <a:ext cx="6181200" cy="2447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ZoneTexte 33"/>
          <p:cNvSpPr txBox="1"/>
          <p:nvPr/>
        </p:nvSpPr>
        <p:spPr>
          <a:xfrm>
            <a:off x="-82293" y="-57908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-54124" y="2569776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4113455" y="2757810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V=5.5V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1163031" y="-94520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sz="24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-Mn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4302646" y="-94520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X-Mn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5234</TotalTime>
  <Words>12</Words>
  <Application>Microsoft Office PowerPoint</Application>
  <PresentationFormat>Personnalisé</PresentationFormat>
  <Paragraphs>6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313</cp:revision>
  <cp:lastPrinted>2016-11-10T12:00:43Z</cp:lastPrinted>
  <dcterms:created xsi:type="dcterms:W3CDTF">2013-09-27T09:14:25Z</dcterms:created>
  <dcterms:modified xsi:type="dcterms:W3CDTF">2017-10-16T13:56:17Z</dcterms:modified>
</cp:coreProperties>
</file>