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93" r:id="rId2"/>
  </p:sldIdLst>
  <p:sldSz cx="5940425" cy="9144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829" autoAdjust="0"/>
  </p:normalViewPr>
  <p:slideViewPr>
    <p:cSldViewPr>
      <p:cViewPr>
        <p:scale>
          <a:sx n="66" d="100"/>
          <a:sy n="66" d="100"/>
        </p:scale>
        <p:origin x="-2496" y="-144"/>
      </p:cViewPr>
      <p:guideLst>
        <p:guide orient="horz" pos="2880"/>
        <p:guide pos="187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2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50296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r">
              <a:defRPr sz="1200"/>
            </a:lvl1pPr>
          </a:lstStyle>
          <a:p>
            <a:fld id="{A732596A-CC33-44AB-A517-CD91BCF05E15}" type="datetimeFigureOut">
              <a:rPr lang="en-US" smtClean="0"/>
              <a:t>7/10/2017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190750" y="744538"/>
            <a:ext cx="2416175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182" tIns="44091" rIns="88182" bIns="44091" rtlCol="0" anchor="ctr"/>
          <a:lstStyle/>
          <a:p>
            <a:endParaRPr lang="en-US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79467" y="4714653"/>
            <a:ext cx="5438748" cy="4466756"/>
          </a:xfrm>
          <a:prstGeom prst="rect">
            <a:avLst/>
          </a:prstGeom>
        </p:spPr>
        <p:txBody>
          <a:bodyPr vert="horz" lIns="88182" tIns="44091" rIns="88182" bIns="44091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2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50296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r">
              <a:defRPr sz="1200"/>
            </a:lvl1pPr>
          </a:lstStyle>
          <a:p>
            <a:fld id="{062323BE-C712-422A-9927-239FDB89279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1010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2190750" y="744538"/>
            <a:ext cx="2416175" cy="37211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2323BE-C712-422A-9927-239FDB89279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0523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445532" y="2840569"/>
            <a:ext cx="5049361" cy="196003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891064" y="5181600"/>
            <a:ext cx="4158298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7/10/2017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807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7/10/2017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03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69253" y="5875867"/>
            <a:ext cx="5049361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69253" y="3875621"/>
            <a:ext cx="5049361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7/10/2017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022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97021" y="2133604"/>
            <a:ext cx="2623688" cy="603461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019716" y="2133604"/>
            <a:ext cx="2623688" cy="603461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7/10/2017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634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97022" y="2046817"/>
            <a:ext cx="2624720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97022" y="2899833"/>
            <a:ext cx="2624720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017654" y="2046817"/>
            <a:ext cx="262575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017654" y="2899833"/>
            <a:ext cx="262575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7/10/2017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172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7/10/2017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100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7/10/2017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055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97023" y="364067"/>
            <a:ext cx="1954359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322541" y="364070"/>
            <a:ext cx="332086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97023" y="1913470"/>
            <a:ext cx="1954359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7/10/2017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348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64365" y="6400803"/>
            <a:ext cx="3564255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164365" y="817033"/>
            <a:ext cx="3564255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164365" y="7156454"/>
            <a:ext cx="3564255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7/10/2017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604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7/10/2017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05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306809" y="366188"/>
            <a:ext cx="1336596" cy="7802033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297022" y="366188"/>
            <a:ext cx="3910780" cy="7802033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7/10/2017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30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297022" y="366184"/>
            <a:ext cx="5346382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97022" y="2133604"/>
            <a:ext cx="5346382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97022" y="8475137"/>
            <a:ext cx="1386099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2CF840-51FB-49D9-ADDC-0C52DA34DC77}" type="datetimeFigureOut">
              <a:rPr lang="en-US" smtClean="0"/>
              <a:t>7/10/2017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029646" y="8475137"/>
            <a:ext cx="1881134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257304" y="8475137"/>
            <a:ext cx="1386099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99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8" name="Picture 1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3713" y="6133070"/>
            <a:ext cx="3375174" cy="16583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9" name="ZoneTexte 288"/>
          <p:cNvSpPr txBox="1"/>
          <p:nvPr/>
        </p:nvSpPr>
        <p:spPr>
          <a:xfrm>
            <a:off x="219298" y="4881342"/>
            <a:ext cx="388209" cy="3250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90" name="Picture 2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78"/>
          <a:stretch/>
        </p:blipFill>
        <p:spPr bwMode="auto">
          <a:xfrm>
            <a:off x="185268" y="66675"/>
            <a:ext cx="5927166" cy="2165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1" name="ZoneTexte 290"/>
          <p:cNvSpPr txBox="1"/>
          <p:nvPr/>
        </p:nvSpPr>
        <p:spPr>
          <a:xfrm>
            <a:off x="-9962" y="-1484"/>
            <a:ext cx="388209" cy="3250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92" name="Picture 9"/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3" b="1405"/>
          <a:stretch/>
        </p:blipFill>
        <p:spPr bwMode="auto">
          <a:xfrm>
            <a:off x="155932" y="1874765"/>
            <a:ext cx="5982955" cy="43534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0" name="ZoneTexte 349"/>
          <p:cNvSpPr txBox="1"/>
          <p:nvPr/>
        </p:nvSpPr>
        <p:spPr>
          <a:xfrm>
            <a:off x="18207" y="1835696"/>
            <a:ext cx="399494" cy="3250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4" name="ZoneTexte 353"/>
          <p:cNvSpPr txBox="1"/>
          <p:nvPr/>
        </p:nvSpPr>
        <p:spPr>
          <a:xfrm>
            <a:off x="4185786" y="2023730"/>
            <a:ext cx="749333" cy="2979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V=5.5V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5" name="ZoneTexte 354"/>
          <p:cNvSpPr txBox="1"/>
          <p:nvPr/>
        </p:nvSpPr>
        <p:spPr>
          <a:xfrm>
            <a:off x="3298899" y="6228184"/>
            <a:ext cx="4042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fr-FR" sz="14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endParaRPr lang="en-US" sz="1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57" name="Picture 4"/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05" r="7363"/>
          <a:stretch/>
        </p:blipFill>
        <p:spPr bwMode="auto">
          <a:xfrm>
            <a:off x="11767" y="7490434"/>
            <a:ext cx="3236076" cy="16180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58" name="Picture 5"/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89" r="8247" b="20542"/>
          <a:stretch/>
        </p:blipFill>
        <p:spPr bwMode="auto">
          <a:xfrm>
            <a:off x="2980" y="6243216"/>
            <a:ext cx="3225872" cy="12577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9" name="ZoneTexte 358"/>
          <p:cNvSpPr txBox="1"/>
          <p:nvPr/>
        </p:nvSpPr>
        <p:spPr>
          <a:xfrm>
            <a:off x="-53801" y="5940152"/>
            <a:ext cx="388209" cy="3250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0" name="ZoneTexte 359"/>
          <p:cNvSpPr txBox="1"/>
          <p:nvPr/>
        </p:nvSpPr>
        <p:spPr>
          <a:xfrm>
            <a:off x="614950" y="6228184"/>
            <a:ext cx="494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</a:t>
            </a:r>
            <a:endParaRPr lang="en-US" sz="1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61" name="Picture 6"/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01" t="4473" r="7813"/>
          <a:stretch/>
        </p:blipFill>
        <p:spPr bwMode="auto">
          <a:xfrm>
            <a:off x="3220293" y="7500956"/>
            <a:ext cx="2680320" cy="1620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28196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5205</TotalTime>
  <Words>16</Words>
  <Application>Microsoft Office PowerPoint</Application>
  <PresentationFormat>Personnalisé</PresentationFormat>
  <Paragraphs>8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Alban Lafuente</cp:lastModifiedBy>
  <cp:revision>303</cp:revision>
  <cp:lastPrinted>2016-11-10T12:00:43Z</cp:lastPrinted>
  <dcterms:created xsi:type="dcterms:W3CDTF">2013-09-27T09:14:25Z</dcterms:created>
  <dcterms:modified xsi:type="dcterms:W3CDTF">2017-07-10T14:59:07Z</dcterms:modified>
</cp:coreProperties>
</file>