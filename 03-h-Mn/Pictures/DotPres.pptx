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3" r:id="rId2"/>
  </p:sldIdLst>
  <p:sldSz cx="5868988" cy="6372225"/>
  <p:notesSz cx="6797675" cy="9926638"/>
  <p:defaultTextStyle>
    <a:defPPr>
      <a:defRPr lang="en-US"/>
    </a:defPPr>
    <a:lvl1pPr marL="0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392826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785652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178479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1571305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1964131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2356957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2749784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3142610" algn="l" defTabSz="785652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829" autoAdjust="0"/>
  </p:normalViewPr>
  <p:slideViewPr>
    <p:cSldViewPr>
      <p:cViewPr>
        <p:scale>
          <a:sx n="100" d="100"/>
          <a:sy n="100" d="100"/>
        </p:scale>
        <p:origin x="-1806" y="-30"/>
      </p:cViewPr>
      <p:guideLst>
        <p:guide orient="horz" pos="2007"/>
        <p:guide pos="185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296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r">
              <a:defRPr sz="1200"/>
            </a:lvl1pPr>
          </a:lstStyle>
          <a:p>
            <a:fld id="{A732596A-CC33-44AB-A517-CD91BCF05E15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685925" y="744538"/>
            <a:ext cx="3425825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82" tIns="44091" rIns="88182" bIns="44091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79467" y="4714653"/>
            <a:ext cx="5438748" cy="4466756"/>
          </a:xfrm>
          <a:prstGeom prst="rect">
            <a:avLst/>
          </a:prstGeom>
        </p:spPr>
        <p:txBody>
          <a:bodyPr vert="horz" lIns="88182" tIns="44091" rIns="88182" bIns="44091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296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r">
              <a:defRPr sz="1200"/>
            </a:lvl1pPr>
          </a:lstStyle>
          <a:p>
            <a:fld id="{062323BE-C712-422A-9927-239FDB89279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01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392826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785652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178479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571305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964131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2356957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2749784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3142610" algn="l" defTabSz="785652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685925" y="744538"/>
            <a:ext cx="3425825" cy="37211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2323BE-C712-422A-9927-239FDB89279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052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40180" y="1979523"/>
            <a:ext cx="4988639" cy="136589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80350" y="3610931"/>
            <a:ext cx="4108292" cy="162845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928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856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784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713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64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3569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7497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142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0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3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63612" y="4094747"/>
            <a:ext cx="4988639" cy="1265595"/>
          </a:xfrm>
        </p:spPr>
        <p:txBody>
          <a:bodyPr anchor="t"/>
          <a:lstStyle>
            <a:lvl1pPr algn="l">
              <a:defRPr sz="34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63612" y="2700824"/>
            <a:ext cx="4988639" cy="1393924"/>
          </a:xfrm>
        </p:spPr>
        <p:txBody>
          <a:bodyPr anchor="b"/>
          <a:lstStyle>
            <a:lvl1pPr marL="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1pPr>
            <a:lvl2pPr marL="39282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8565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17847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5713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964131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3569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74978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14261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2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93455" y="1486860"/>
            <a:ext cx="2592137" cy="420537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983407" y="1486860"/>
            <a:ext cx="2592137" cy="420537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7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34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93450" y="1426376"/>
            <a:ext cx="2593157" cy="594447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392826" indent="0">
              <a:buNone/>
              <a:defRPr sz="1700" b="1"/>
            </a:lvl2pPr>
            <a:lvl3pPr marL="785652" indent="0">
              <a:buNone/>
              <a:defRPr sz="1500" b="1"/>
            </a:lvl3pPr>
            <a:lvl4pPr marL="1178479" indent="0">
              <a:buNone/>
              <a:defRPr sz="1400" b="1"/>
            </a:lvl4pPr>
            <a:lvl5pPr marL="1571305" indent="0">
              <a:buNone/>
              <a:defRPr sz="1400" b="1"/>
            </a:lvl5pPr>
            <a:lvl6pPr marL="1964131" indent="0">
              <a:buNone/>
              <a:defRPr sz="1400" b="1"/>
            </a:lvl6pPr>
            <a:lvl7pPr marL="2356957" indent="0">
              <a:buNone/>
              <a:defRPr sz="1400" b="1"/>
            </a:lvl7pPr>
            <a:lvl8pPr marL="2749784" indent="0">
              <a:buNone/>
              <a:defRPr sz="1400" b="1"/>
            </a:lvl8pPr>
            <a:lvl9pPr marL="3142610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93450" y="2020822"/>
            <a:ext cx="2593157" cy="3671405"/>
          </a:xfrm>
        </p:spPr>
        <p:txBody>
          <a:bodyPr/>
          <a:lstStyle>
            <a:lvl1pPr>
              <a:defRPr sz="2100"/>
            </a:lvl1pPr>
            <a:lvl2pPr>
              <a:defRPr sz="1700"/>
            </a:lvl2pPr>
            <a:lvl3pPr>
              <a:defRPr sz="15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981368" y="1426376"/>
            <a:ext cx="2594174" cy="594447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392826" indent="0">
              <a:buNone/>
              <a:defRPr sz="1700" b="1"/>
            </a:lvl2pPr>
            <a:lvl3pPr marL="785652" indent="0">
              <a:buNone/>
              <a:defRPr sz="1500" b="1"/>
            </a:lvl3pPr>
            <a:lvl4pPr marL="1178479" indent="0">
              <a:buNone/>
              <a:defRPr sz="1400" b="1"/>
            </a:lvl4pPr>
            <a:lvl5pPr marL="1571305" indent="0">
              <a:buNone/>
              <a:defRPr sz="1400" b="1"/>
            </a:lvl5pPr>
            <a:lvl6pPr marL="1964131" indent="0">
              <a:buNone/>
              <a:defRPr sz="1400" b="1"/>
            </a:lvl6pPr>
            <a:lvl7pPr marL="2356957" indent="0">
              <a:buNone/>
              <a:defRPr sz="1400" b="1"/>
            </a:lvl7pPr>
            <a:lvl8pPr marL="2749784" indent="0">
              <a:buNone/>
              <a:defRPr sz="1400" b="1"/>
            </a:lvl8pPr>
            <a:lvl9pPr marL="3142610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981368" y="2020822"/>
            <a:ext cx="2594174" cy="3671405"/>
          </a:xfrm>
        </p:spPr>
        <p:txBody>
          <a:bodyPr/>
          <a:lstStyle>
            <a:lvl1pPr>
              <a:defRPr sz="2100"/>
            </a:lvl1pPr>
            <a:lvl2pPr>
              <a:defRPr sz="1700"/>
            </a:lvl2pPr>
            <a:lvl3pPr>
              <a:defRPr sz="15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7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0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93456" y="253712"/>
            <a:ext cx="1930857" cy="1079738"/>
          </a:xfrm>
        </p:spPr>
        <p:txBody>
          <a:bodyPr anchor="b"/>
          <a:lstStyle>
            <a:lvl1pPr algn="l">
              <a:defRPr sz="17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294612" y="253712"/>
            <a:ext cx="3280928" cy="5438519"/>
          </a:xfrm>
        </p:spPr>
        <p:txBody>
          <a:bodyPr/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93456" y="1333452"/>
            <a:ext cx="1930857" cy="4358778"/>
          </a:xfrm>
        </p:spPr>
        <p:txBody>
          <a:bodyPr/>
          <a:lstStyle>
            <a:lvl1pPr marL="0" indent="0">
              <a:buNone/>
              <a:defRPr sz="1200"/>
            </a:lvl1pPr>
            <a:lvl2pPr marL="392826" indent="0">
              <a:buNone/>
              <a:defRPr sz="1000"/>
            </a:lvl2pPr>
            <a:lvl3pPr marL="785652" indent="0">
              <a:buNone/>
              <a:defRPr sz="900"/>
            </a:lvl3pPr>
            <a:lvl4pPr marL="1178479" indent="0">
              <a:buNone/>
              <a:defRPr sz="800"/>
            </a:lvl4pPr>
            <a:lvl5pPr marL="1571305" indent="0">
              <a:buNone/>
              <a:defRPr sz="800"/>
            </a:lvl5pPr>
            <a:lvl6pPr marL="1964131" indent="0">
              <a:buNone/>
              <a:defRPr sz="800"/>
            </a:lvl6pPr>
            <a:lvl7pPr marL="2356957" indent="0">
              <a:buNone/>
              <a:defRPr sz="800"/>
            </a:lvl7pPr>
            <a:lvl8pPr marL="2749784" indent="0">
              <a:buNone/>
              <a:defRPr sz="800"/>
            </a:lvl8pPr>
            <a:lvl9pPr marL="3142610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50369" y="4460563"/>
            <a:ext cx="3521393" cy="526593"/>
          </a:xfrm>
        </p:spPr>
        <p:txBody>
          <a:bodyPr anchor="b"/>
          <a:lstStyle>
            <a:lvl1pPr algn="l">
              <a:defRPr sz="17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50369" y="569372"/>
            <a:ext cx="3521393" cy="3823335"/>
          </a:xfrm>
        </p:spPr>
        <p:txBody>
          <a:bodyPr/>
          <a:lstStyle>
            <a:lvl1pPr marL="0" indent="0">
              <a:buNone/>
              <a:defRPr sz="2700"/>
            </a:lvl1pPr>
            <a:lvl2pPr marL="392826" indent="0">
              <a:buNone/>
              <a:defRPr sz="2400"/>
            </a:lvl2pPr>
            <a:lvl3pPr marL="785652" indent="0">
              <a:buNone/>
              <a:defRPr sz="2100"/>
            </a:lvl3pPr>
            <a:lvl4pPr marL="1178479" indent="0">
              <a:buNone/>
              <a:defRPr sz="1700"/>
            </a:lvl4pPr>
            <a:lvl5pPr marL="1571305" indent="0">
              <a:buNone/>
              <a:defRPr sz="1700"/>
            </a:lvl5pPr>
            <a:lvl6pPr marL="1964131" indent="0">
              <a:buNone/>
              <a:defRPr sz="1700"/>
            </a:lvl6pPr>
            <a:lvl7pPr marL="2356957" indent="0">
              <a:buNone/>
              <a:defRPr sz="1700"/>
            </a:lvl7pPr>
            <a:lvl8pPr marL="2749784" indent="0">
              <a:buNone/>
              <a:defRPr sz="1700"/>
            </a:lvl8pPr>
            <a:lvl9pPr marL="3142610" indent="0">
              <a:buNone/>
              <a:defRPr sz="17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50369" y="4987157"/>
            <a:ext cx="3521393" cy="747851"/>
          </a:xfrm>
        </p:spPr>
        <p:txBody>
          <a:bodyPr/>
          <a:lstStyle>
            <a:lvl1pPr marL="0" indent="0">
              <a:buNone/>
              <a:defRPr sz="1200"/>
            </a:lvl1pPr>
            <a:lvl2pPr marL="392826" indent="0">
              <a:buNone/>
              <a:defRPr sz="1000"/>
            </a:lvl2pPr>
            <a:lvl3pPr marL="785652" indent="0">
              <a:buNone/>
              <a:defRPr sz="900"/>
            </a:lvl3pPr>
            <a:lvl4pPr marL="1178479" indent="0">
              <a:buNone/>
              <a:defRPr sz="800"/>
            </a:lvl4pPr>
            <a:lvl5pPr marL="1571305" indent="0">
              <a:buNone/>
              <a:defRPr sz="800"/>
            </a:lvl5pPr>
            <a:lvl6pPr marL="1964131" indent="0">
              <a:buNone/>
              <a:defRPr sz="800"/>
            </a:lvl6pPr>
            <a:lvl7pPr marL="2356957" indent="0">
              <a:buNone/>
              <a:defRPr sz="800"/>
            </a:lvl7pPr>
            <a:lvl8pPr marL="2749784" indent="0">
              <a:buNone/>
              <a:defRPr sz="800"/>
            </a:lvl8pPr>
            <a:lvl9pPr marL="3142610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0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255018" y="255190"/>
            <a:ext cx="1320522" cy="5437041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93455" y="255190"/>
            <a:ext cx="3863751" cy="5437041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30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93455" y="255186"/>
            <a:ext cx="5282089" cy="1062038"/>
          </a:xfrm>
          <a:prstGeom prst="rect">
            <a:avLst/>
          </a:prstGeom>
        </p:spPr>
        <p:txBody>
          <a:bodyPr vert="horz" lIns="78565" tIns="39283" rIns="78565" bIns="39283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93455" y="1486860"/>
            <a:ext cx="5282089" cy="4205374"/>
          </a:xfrm>
          <a:prstGeom prst="rect">
            <a:avLst/>
          </a:prstGeom>
        </p:spPr>
        <p:txBody>
          <a:bodyPr vert="horz" lIns="78565" tIns="39283" rIns="78565" bIns="39283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93454" y="5906113"/>
            <a:ext cx="1369431" cy="339263"/>
          </a:xfrm>
          <a:prstGeom prst="rect">
            <a:avLst/>
          </a:prstGeom>
        </p:spPr>
        <p:txBody>
          <a:bodyPr vert="horz" lIns="78565" tIns="39283" rIns="78565" bIns="39283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CF840-51FB-49D9-ADDC-0C52DA34DC77}" type="datetimeFigureOut">
              <a:rPr lang="en-US" smtClean="0"/>
              <a:t>7/12/2017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005239" y="5906113"/>
            <a:ext cx="1858512" cy="339263"/>
          </a:xfrm>
          <a:prstGeom prst="rect">
            <a:avLst/>
          </a:prstGeom>
        </p:spPr>
        <p:txBody>
          <a:bodyPr vert="horz" lIns="78565" tIns="39283" rIns="78565" bIns="39283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206113" y="5906113"/>
            <a:ext cx="1369431" cy="339263"/>
          </a:xfrm>
          <a:prstGeom prst="rect">
            <a:avLst/>
          </a:prstGeom>
        </p:spPr>
        <p:txBody>
          <a:bodyPr vert="horz" lIns="78565" tIns="39283" rIns="78565" bIns="39283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9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785652" rtl="0" eaLnBrk="1" latinLnBrk="0" hangingPunct="1">
        <a:spcBef>
          <a:spcPct val="0"/>
        </a:spcBef>
        <a:buNone/>
        <a:defRPr sz="3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4620" indent="-294620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38343" indent="-245516" algn="l" defTabSz="785652" rtl="0" eaLnBrk="1" latinLnBrk="0" hangingPunct="1">
        <a:spcBef>
          <a:spcPct val="20000"/>
        </a:spcBef>
        <a:buFont typeface="Arial" panose="020B06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82066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374892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67718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»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60544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53371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2946197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339023" indent="-196413" algn="l" defTabSz="785652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92826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85652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78479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71305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64131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356957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9784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142610" algn="l" defTabSz="78565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/>
          <p:cNvSpPr txBox="1"/>
          <p:nvPr/>
        </p:nvSpPr>
        <p:spPr>
          <a:xfrm>
            <a:off x="146967" y="5008193"/>
            <a:ext cx="388209" cy="325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" name="Picture 2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8"/>
          <a:stretch/>
        </p:blipFill>
        <p:spPr bwMode="auto">
          <a:xfrm>
            <a:off x="112937" y="193526"/>
            <a:ext cx="5927166" cy="2165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ZoneTexte 15"/>
          <p:cNvSpPr txBox="1"/>
          <p:nvPr/>
        </p:nvSpPr>
        <p:spPr>
          <a:xfrm>
            <a:off x="-82293" y="125367"/>
            <a:ext cx="388209" cy="325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9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13" b="1405"/>
          <a:stretch/>
        </p:blipFill>
        <p:spPr bwMode="auto">
          <a:xfrm>
            <a:off x="83601" y="2001616"/>
            <a:ext cx="5982955" cy="43534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ZoneTexte 17"/>
          <p:cNvSpPr txBox="1"/>
          <p:nvPr/>
        </p:nvSpPr>
        <p:spPr>
          <a:xfrm>
            <a:off x="-54124" y="1962547"/>
            <a:ext cx="399494" cy="3250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ZoneTexte 18"/>
          <p:cNvSpPr txBox="1"/>
          <p:nvPr/>
        </p:nvSpPr>
        <p:spPr>
          <a:xfrm>
            <a:off x="4113455" y="2150581"/>
            <a:ext cx="749333" cy="2979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V=5.5V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ZoneTexte 19"/>
          <p:cNvSpPr txBox="1"/>
          <p:nvPr/>
        </p:nvSpPr>
        <p:spPr>
          <a:xfrm>
            <a:off x="1163031" y="-54248"/>
            <a:ext cx="7633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fr-FR" sz="16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-Mn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4302646" y="-54248"/>
            <a:ext cx="6864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X-Mn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206302" y="5274344"/>
            <a:ext cx="576064" cy="216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/>
          <p:cNvSpPr/>
          <p:nvPr/>
        </p:nvSpPr>
        <p:spPr>
          <a:xfrm>
            <a:off x="4302646" y="5614924"/>
            <a:ext cx="576064" cy="216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8196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5207</TotalTime>
  <Words>15</Words>
  <Application>Microsoft Office PowerPoint</Application>
  <PresentationFormat>Personnalisé</PresentationFormat>
  <Paragraphs>7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307</cp:revision>
  <cp:lastPrinted>2016-11-10T12:00:43Z</cp:lastPrinted>
  <dcterms:created xsi:type="dcterms:W3CDTF">2013-09-27T09:14:25Z</dcterms:created>
  <dcterms:modified xsi:type="dcterms:W3CDTF">2017-07-12T17:50:28Z</dcterms:modified>
</cp:coreProperties>
</file>