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960813" cy="4140200"/>
  <p:notesSz cx="6858000" cy="9144000"/>
  <p:defaultTextStyle>
    <a:defPPr>
      <a:defRPr lang="fr-FR"/>
    </a:defPPr>
    <a:lvl1pPr marL="0" algn="l" defTabSz="45250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6252" algn="l" defTabSz="45250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2504" algn="l" defTabSz="45250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78757" algn="l" defTabSz="45250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05009" algn="l" defTabSz="45250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31261" algn="l" defTabSz="45250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57514" algn="l" defTabSz="45250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583766" algn="l" defTabSz="45250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10018" algn="l" defTabSz="45250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4" d="100"/>
          <a:sy n="144" d="100"/>
        </p:scale>
        <p:origin x="-2010" y="-96"/>
      </p:cViewPr>
      <p:guideLst>
        <p:guide orient="horz" pos="1305"/>
        <p:guide pos="12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97064" y="1286147"/>
            <a:ext cx="3366691" cy="88746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94124" y="2346115"/>
            <a:ext cx="2772570" cy="105805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62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25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78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05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31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57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83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100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9941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976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12879" y="2660464"/>
            <a:ext cx="3366691" cy="822289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12879" y="1754795"/>
            <a:ext cx="3366691" cy="905669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6252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250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78757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4pPr>
            <a:lvl5pPr marL="905009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5pPr>
            <a:lvl6pPr marL="1131261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6pPr>
            <a:lvl7pPr marL="1357514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7pPr>
            <a:lvl8pPr marL="1583766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8pPr>
            <a:lvl9pPr marL="181001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405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98043" y="966048"/>
            <a:ext cx="1749359" cy="2732341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013417" y="966048"/>
            <a:ext cx="1749359" cy="2732341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7319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98043" y="926754"/>
            <a:ext cx="1750047" cy="386226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6252" indent="0">
              <a:buNone/>
              <a:defRPr sz="1000" b="1"/>
            </a:lvl2pPr>
            <a:lvl3pPr marL="452504" indent="0">
              <a:buNone/>
              <a:defRPr sz="900" b="1"/>
            </a:lvl3pPr>
            <a:lvl4pPr marL="678757" indent="0">
              <a:buNone/>
              <a:defRPr sz="800" b="1"/>
            </a:lvl4pPr>
            <a:lvl5pPr marL="905009" indent="0">
              <a:buNone/>
              <a:defRPr sz="800" b="1"/>
            </a:lvl5pPr>
            <a:lvl6pPr marL="1131261" indent="0">
              <a:buNone/>
              <a:defRPr sz="800" b="1"/>
            </a:lvl6pPr>
            <a:lvl7pPr marL="1357514" indent="0">
              <a:buNone/>
              <a:defRPr sz="800" b="1"/>
            </a:lvl7pPr>
            <a:lvl8pPr marL="1583766" indent="0">
              <a:buNone/>
              <a:defRPr sz="800" b="1"/>
            </a:lvl8pPr>
            <a:lvl9pPr marL="1810018" indent="0">
              <a:buNone/>
              <a:defRPr sz="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98043" y="1312981"/>
            <a:ext cx="1750047" cy="2385407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2012040" y="926754"/>
            <a:ext cx="1750734" cy="386226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6252" indent="0">
              <a:buNone/>
              <a:defRPr sz="1000" b="1"/>
            </a:lvl2pPr>
            <a:lvl3pPr marL="452504" indent="0">
              <a:buNone/>
              <a:defRPr sz="900" b="1"/>
            </a:lvl3pPr>
            <a:lvl4pPr marL="678757" indent="0">
              <a:buNone/>
              <a:defRPr sz="800" b="1"/>
            </a:lvl4pPr>
            <a:lvl5pPr marL="905009" indent="0">
              <a:buNone/>
              <a:defRPr sz="800" b="1"/>
            </a:lvl5pPr>
            <a:lvl6pPr marL="1131261" indent="0">
              <a:buNone/>
              <a:defRPr sz="800" b="1"/>
            </a:lvl6pPr>
            <a:lvl7pPr marL="1357514" indent="0">
              <a:buNone/>
              <a:defRPr sz="800" b="1"/>
            </a:lvl7pPr>
            <a:lvl8pPr marL="1583766" indent="0">
              <a:buNone/>
              <a:defRPr sz="800" b="1"/>
            </a:lvl8pPr>
            <a:lvl9pPr marL="1810018" indent="0">
              <a:buNone/>
              <a:defRPr sz="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012040" y="1312981"/>
            <a:ext cx="1750734" cy="2385407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813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879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670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8043" y="164841"/>
            <a:ext cx="1303079" cy="701534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48570" y="164844"/>
            <a:ext cx="2214205" cy="3533546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98043" y="866376"/>
            <a:ext cx="1303079" cy="2832012"/>
          </a:xfrm>
        </p:spPr>
        <p:txBody>
          <a:bodyPr/>
          <a:lstStyle>
            <a:lvl1pPr marL="0" indent="0">
              <a:buNone/>
              <a:defRPr sz="600"/>
            </a:lvl1pPr>
            <a:lvl2pPr marL="226252" indent="0">
              <a:buNone/>
              <a:defRPr sz="500"/>
            </a:lvl2pPr>
            <a:lvl3pPr marL="452504" indent="0">
              <a:buNone/>
              <a:defRPr sz="500"/>
            </a:lvl3pPr>
            <a:lvl4pPr marL="678757" indent="0">
              <a:buNone/>
              <a:defRPr sz="500"/>
            </a:lvl4pPr>
            <a:lvl5pPr marL="905009" indent="0">
              <a:buNone/>
              <a:defRPr sz="500"/>
            </a:lvl5pPr>
            <a:lvl6pPr marL="1131261" indent="0">
              <a:buNone/>
              <a:defRPr sz="500"/>
            </a:lvl6pPr>
            <a:lvl7pPr marL="1357514" indent="0">
              <a:buNone/>
              <a:defRPr sz="500"/>
            </a:lvl7pPr>
            <a:lvl8pPr marL="1583766" indent="0">
              <a:buNone/>
              <a:defRPr sz="500"/>
            </a:lvl8pPr>
            <a:lvl9pPr marL="1810018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564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76348" y="2898143"/>
            <a:ext cx="2376488" cy="342141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776348" y="369936"/>
            <a:ext cx="2376488" cy="2484120"/>
          </a:xfrm>
        </p:spPr>
        <p:txBody>
          <a:bodyPr/>
          <a:lstStyle>
            <a:lvl1pPr marL="0" indent="0">
              <a:buNone/>
              <a:defRPr sz="1600"/>
            </a:lvl1pPr>
            <a:lvl2pPr marL="226252" indent="0">
              <a:buNone/>
              <a:defRPr sz="1500"/>
            </a:lvl2pPr>
            <a:lvl3pPr marL="452504" indent="0">
              <a:buNone/>
              <a:defRPr sz="1200"/>
            </a:lvl3pPr>
            <a:lvl4pPr marL="678757" indent="0">
              <a:buNone/>
              <a:defRPr sz="1000"/>
            </a:lvl4pPr>
            <a:lvl5pPr marL="905009" indent="0">
              <a:buNone/>
              <a:defRPr sz="1000"/>
            </a:lvl5pPr>
            <a:lvl6pPr marL="1131261" indent="0">
              <a:buNone/>
              <a:defRPr sz="1000"/>
            </a:lvl6pPr>
            <a:lvl7pPr marL="1357514" indent="0">
              <a:buNone/>
              <a:defRPr sz="1000"/>
            </a:lvl7pPr>
            <a:lvl8pPr marL="1583766" indent="0">
              <a:buNone/>
              <a:defRPr sz="1000"/>
            </a:lvl8pPr>
            <a:lvl9pPr marL="1810018" indent="0">
              <a:buNone/>
              <a:defRPr sz="1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76348" y="3240281"/>
            <a:ext cx="2376488" cy="485899"/>
          </a:xfrm>
        </p:spPr>
        <p:txBody>
          <a:bodyPr/>
          <a:lstStyle>
            <a:lvl1pPr marL="0" indent="0">
              <a:buNone/>
              <a:defRPr sz="600"/>
            </a:lvl1pPr>
            <a:lvl2pPr marL="226252" indent="0">
              <a:buNone/>
              <a:defRPr sz="500"/>
            </a:lvl2pPr>
            <a:lvl3pPr marL="452504" indent="0">
              <a:buNone/>
              <a:defRPr sz="500"/>
            </a:lvl3pPr>
            <a:lvl4pPr marL="678757" indent="0">
              <a:buNone/>
              <a:defRPr sz="500"/>
            </a:lvl4pPr>
            <a:lvl5pPr marL="905009" indent="0">
              <a:buNone/>
              <a:defRPr sz="500"/>
            </a:lvl5pPr>
            <a:lvl6pPr marL="1131261" indent="0">
              <a:buNone/>
              <a:defRPr sz="500"/>
            </a:lvl6pPr>
            <a:lvl7pPr marL="1357514" indent="0">
              <a:buNone/>
              <a:defRPr sz="500"/>
            </a:lvl7pPr>
            <a:lvl8pPr marL="1583766" indent="0">
              <a:buNone/>
              <a:defRPr sz="500"/>
            </a:lvl8pPr>
            <a:lvl9pPr marL="1810018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7448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393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871591" y="165803"/>
            <a:ext cx="891183" cy="353258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98043" y="165803"/>
            <a:ext cx="2607535" cy="353258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4007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98042" y="165801"/>
            <a:ext cx="3564732" cy="690034"/>
          </a:xfrm>
          <a:prstGeom prst="rect">
            <a:avLst/>
          </a:prstGeom>
        </p:spPr>
        <p:txBody>
          <a:bodyPr vert="horz" lIns="45251" tIns="22625" rIns="45251" bIns="22625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98042" y="966048"/>
            <a:ext cx="3564732" cy="2732341"/>
          </a:xfrm>
          <a:prstGeom prst="rect">
            <a:avLst/>
          </a:prstGeom>
        </p:spPr>
        <p:txBody>
          <a:bodyPr vert="horz" lIns="45251" tIns="22625" rIns="45251" bIns="22625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98042" y="3837354"/>
            <a:ext cx="924190" cy="220428"/>
          </a:xfrm>
          <a:prstGeom prst="rect">
            <a:avLst/>
          </a:prstGeom>
        </p:spPr>
        <p:txBody>
          <a:bodyPr vert="horz" lIns="45251" tIns="22625" rIns="45251" bIns="22625" rtlCol="0" anchor="ctr"/>
          <a:lstStyle>
            <a:lvl1pPr algn="l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565EF-4A01-45A7-A583-43ECF94838B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53279" y="3837354"/>
            <a:ext cx="1254258" cy="220428"/>
          </a:xfrm>
          <a:prstGeom prst="rect">
            <a:avLst/>
          </a:prstGeom>
        </p:spPr>
        <p:txBody>
          <a:bodyPr vert="horz" lIns="45251" tIns="22625" rIns="45251" bIns="22625" rtlCol="0" anchor="ctr"/>
          <a:lstStyle>
            <a:lvl1pPr algn="ctr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838584" y="3837354"/>
            <a:ext cx="924190" cy="220428"/>
          </a:xfrm>
          <a:prstGeom prst="rect">
            <a:avLst/>
          </a:prstGeom>
        </p:spPr>
        <p:txBody>
          <a:bodyPr vert="horz" lIns="45251" tIns="22625" rIns="45251" bIns="22625" rtlCol="0" anchor="ctr"/>
          <a:lstStyle>
            <a:lvl1pPr algn="r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4207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2504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9689" indent="-169689" algn="l" defTabSz="452504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7661" indent="-141408" algn="l" defTabSz="452504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565631" indent="-113127" algn="l" defTabSz="452504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91883" indent="-113127" algn="l" defTabSz="452504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18135" indent="-113127" algn="l" defTabSz="452504" rtl="0" eaLnBrk="1" latinLnBrk="0" hangingPunct="1">
        <a:spcBef>
          <a:spcPct val="20000"/>
        </a:spcBef>
        <a:buFont typeface="Arial" panose="020B0604020202020204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44388" indent="-113127" algn="l" defTabSz="45250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70640" indent="-113127" algn="l" defTabSz="45250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696892" indent="-113127" algn="l" defTabSz="45250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23144" indent="-113127" algn="l" defTabSz="45250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250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6252" algn="l" defTabSz="45250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2504" algn="l" defTabSz="45250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78757" algn="l" defTabSz="45250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05009" algn="l" defTabSz="45250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31261" algn="l" defTabSz="45250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57514" algn="l" defTabSz="45250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83766" algn="l" defTabSz="45250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10018" algn="l" defTabSz="45250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oupe 286"/>
          <p:cNvGrpSpPr/>
          <p:nvPr/>
        </p:nvGrpSpPr>
        <p:grpSpPr>
          <a:xfrm>
            <a:off x="-5914" y="-1965"/>
            <a:ext cx="4038709" cy="4176464"/>
            <a:chOff x="1277026" y="-1965"/>
            <a:chExt cx="4038709" cy="4176464"/>
          </a:xfrm>
        </p:grpSpPr>
        <p:sp>
          <p:nvSpPr>
            <p:cNvPr id="288" name="Line 17"/>
            <p:cNvSpPr>
              <a:spLocks noChangeShapeType="1"/>
            </p:cNvSpPr>
            <p:nvPr/>
          </p:nvSpPr>
          <p:spPr bwMode="auto">
            <a:xfrm>
              <a:off x="2527691" y="502091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" name="Line 17"/>
            <p:cNvSpPr>
              <a:spLocks noChangeShapeType="1"/>
            </p:cNvSpPr>
            <p:nvPr/>
          </p:nvSpPr>
          <p:spPr bwMode="auto">
            <a:xfrm>
              <a:off x="2967332" y="405946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Line 17"/>
            <p:cNvSpPr>
              <a:spLocks noChangeShapeType="1"/>
            </p:cNvSpPr>
            <p:nvPr/>
          </p:nvSpPr>
          <p:spPr bwMode="auto">
            <a:xfrm>
              <a:off x="3404001" y="502091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1" name="Line 17"/>
            <p:cNvSpPr>
              <a:spLocks noChangeShapeType="1"/>
            </p:cNvSpPr>
            <p:nvPr/>
          </p:nvSpPr>
          <p:spPr bwMode="auto">
            <a:xfrm>
              <a:off x="3375558" y="1078155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Line 17"/>
            <p:cNvSpPr>
              <a:spLocks noChangeShapeType="1"/>
            </p:cNvSpPr>
            <p:nvPr/>
          </p:nvSpPr>
          <p:spPr bwMode="auto">
            <a:xfrm>
              <a:off x="3651126" y="1222171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Line 17"/>
            <p:cNvSpPr>
              <a:spLocks noChangeShapeType="1"/>
            </p:cNvSpPr>
            <p:nvPr/>
          </p:nvSpPr>
          <p:spPr bwMode="auto">
            <a:xfrm>
              <a:off x="2517326" y="1078155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Line 17"/>
            <p:cNvSpPr>
              <a:spLocks noChangeShapeType="1"/>
            </p:cNvSpPr>
            <p:nvPr/>
          </p:nvSpPr>
          <p:spPr bwMode="auto">
            <a:xfrm>
              <a:off x="2288051" y="1222171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Rectangle 294"/>
            <p:cNvSpPr/>
            <p:nvPr/>
          </p:nvSpPr>
          <p:spPr>
            <a:xfrm>
              <a:off x="3136012" y="-1965"/>
              <a:ext cx="217128" cy="23087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1600" dirty="0"/>
            </a:p>
          </p:txBody>
        </p:sp>
        <p:sp>
          <p:nvSpPr>
            <p:cNvPr id="296" name="Rectangle 295"/>
            <p:cNvSpPr/>
            <p:nvPr/>
          </p:nvSpPr>
          <p:spPr>
            <a:xfrm>
              <a:off x="3981156" y="977741"/>
              <a:ext cx="591710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M=3</a:t>
              </a:r>
              <a:endParaRPr lang="en-US" sz="1400" dirty="0"/>
            </a:p>
          </p:txBody>
        </p:sp>
        <p:cxnSp>
          <p:nvCxnSpPr>
            <p:cNvPr id="297" name="Connecteur droit avec flèche 296"/>
            <p:cNvCxnSpPr>
              <a:stCxn id="307" idx="0"/>
            </p:cNvCxnSpPr>
            <p:nvPr/>
          </p:nvCxnSpPr>
          <p:spPr>
            <a:xfrm flipV="1">
              <a:off x="3049698" y="113471"/>
              <a:ext cx="16156" cy="372553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necteur droit avec flèche 297"/>
            <p:cNvCxnSpPr/>
            <p:nvPr/>
          </p:nvCxnSpPr>
          <p:spPr>
            <a:xfrm flipV="1">
              <a:off x="1660780" y="3685134"/>
              <a:ext cx="3238663" cy="339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Connecteur droit 298"/>
            <p:cNvCxnSpPr/>
            <p:nvPr/>
          </p:nvCxnSpPr>
          <p:spPr>
            <a:xfrm flipH="1">
              <a:off x="3293642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Connecteur droit 299"/>
            <p:cNvCxnSpPr/>
            <p:nvPr/>
          </p:nvCxnSpPr>
          <p:spPr>
            <a:xfrm flipH="1">
              <a:off x="3536366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Connecteur droit 300"/>
            <p:cNvCxnSpPr/>
            <p:nvPr/>
          </p:nvCxnSpPr>
          <p:spPr>
            <a:xfrm flipH="1">
              <a:off x="3763546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necteur droit 301"/>
            <p:cNvCxnSpPr/>
            <p:nvPr/>
          </p:nvCxnSpPr>
          <p:spPr>
            <a:xfrm flipH="1">
              <a:off x="3990725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Connecteur droit 302"/>
            <p:cNvCxnSpPr/>
            <p:nvPr/>
          </p:nvCxnSpPr>
          <p:spPr>
            <a:xfrm flipH="1">
              <a:off x="2816969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Connecteur droit 303"/>
            <p:cNvCxnSpPr/>
            <p:nvPr/>
          </p:nvCxnSpPr>
          <p:spPr>
            <a:xfrm flipH="1">
              <a:off x="2589790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Connecteur droit 304"/>
            <p:cNvCxnSpPr/>
            <p:nvPr/>
          </p:nvCxnSpPr>
          <p:spPr>
            <a:xfrm flipH="1">
              <a:off x="2362610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Connecteur droit 305"/>
            <p:cNvCxnSpPr/>
            <p:nvPr/>
          </p:nvCxnSpPr>
          <p:spPr>
            <a:xfrm flipH="1">
              <a:off x="2135431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" name="Rectangle 306"/>
            <p:cNvSpPr/>
            <p:nvPr/>
          </p:nvSpPr>
          <p:spPr>
            <a:xfrm>
              <a:off x="2898141" y="3839006"/>
              <a:ext cx="303114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400" dirty="0"/>
            </a:p>
          </p:txBody>
        </p:sp>
        <p:sp>
          <p:nvSpPr>
            <p:cNvPr id="308" name="Rectangle 307"/>
            <p:cNvSpPr/>
            <p:nvPr/>
          </p:nvSpPr>
          <p:spPr>
            <a:xfrm>
              <a:off x="3088649" y="3839006"/>
              <a:ext cx="414658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endParaRPr lang="en-US" sz="1400" dirty="0"/>
            </a:p>
          </p:txBody>
        </p:sp>
        <p:sp>
          <p:nvSpPr>
            <p:cNvPr id="309" name="Rectangle 308"/>
            <p:cNvSpPr/>
            <p:nvPr/>
          </p:nvSpPr>
          <p:spPr>
            <a:xfrm>
              <a:off x="3306406" y="3839006"/>
              <a:ext cx="414658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+2</a:t>
              </a:r>
              <a:endParaRPr lang="en-US" sz="1400" dirty="0"/>
            </a:p>
          </p:txBody>
        </p:sp>
        <p:sp>
          <p:nvSpPr>
            <p:cNvPr id="310" name="Rectangle 309"/>
            <p:cNvSpPr/>
            <p:nvPr/>
          </p:nvSpPr>
          <p:spPr>
            <a:xfrm>
              <a:off x="3549131" y="3839006"/>
              <a:ext cx="414658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+3</a:t>
              </a:r>
              <a:endParaRPr lang="en-US" sz="1400" dirty="0"/>
            </a:p>
          </p:txBody>
        </p:sp>
        <p:sp>
          <p:nvSpPr>
            <p:cNvPr id="311" name="Rectangle 310"/>
            <p:cNvSpPr/>
            <p:nvPr/>
          </p:nvSpPr>
          <p:spPr>
            <a:xfrm>
              <a:off x="3787300" y="3839006"/>
              <a:ext cx="414658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+4</a:t>
              </a:r>
              <a:endParaRPr lang="en-US" sz="1400" dirty="0"/>
            </a:p>
          </p:txBody>
        </p:sp>
        <p:sp>
          <p:nvSpPr>
            <p:cNvPr id="312" name="Rectangle 311"/>
            <p:cNvSpPr/>
            <p:nvPr/>
          </p:nvSpPr>
          <p:spPr>
            <a:xfrm>
              <a:off x="2594829" y="3839006"/>
              <a:ext cx="368624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400" dirty="0"/>
            </a:p>
          </p:txBody>
        </p:sp>
        <p:sp>
          <p:nvSpPr>
            <p:cNvPr id="313" name="Rectangle 312"/>
            <p:cNvSpPr/>
            <p:nvPr/>
          </p:nvSpPr>
          <p:spPr>
            <a:xfrm>
              <a:off x="2367650" y="3839006"/>
              <a:ext cx="368624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dirty="0"/>
            </a:p>
          </p:txBody>
        </p:sp>
        <p:sp>
          <p:nvSpPr>
            <p:cNvPr id="314" name="Rectangle 313"/>
            <p:cNvSpPr/>
            <p:nvPr/>
          </p:nvSpPr>
          <p:spPr>
            <a:xfrm>
              <a:off x="2140471" y="3839006"/>
              <a:ext cx="368624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400" dirty="0"/>
            </a:p>
          </p:txBody>
        </p:sp>
        <p:sp>
          <p:nvSpPr>
            <p:cNvPr id="315" name="Rectangle 314"/>
            <p:cNvSpPr/>
            <p:nvPr/>
          </p:nvSpPr>
          <p:spPr>
            <a:xfrm>
              <a:off x="1913292" y="3839006"/>
              <a:ext cx="368624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1400" dirty="0"/>
            </a:p>
          </p:txBody>
        </p:sp>
        <p:sp>
          <p:nvSpPr>
            <p:cNvPr id="316" name="Rectangle 315"/>
            <p:cNvSpPr/>
            <p:nvPr/>
          </p:nvSpPr>
          <p:spPr>
            <a:xfrm>
              <a:off x="4623398" y="3717032"/>
              <a:ext cx="300293" cy="23087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fr-FR" sz="16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sz="1600" baseline="-25000" dirty="0"/>
            </a:p>
          </p:txBody>
        </p:sp>
        <p:sp>
          <p:nvSpPr>
            <p:cNvPr id="317" name="ZoneTexte 316"/>
            <p:cNvSpPr txBox="1"/>
            <p:nvPr/>
          </p:nvSpPr>
          <p:spPr>
            <a:xfrm>
              <a:off x="4170576" y="1972759"/>
              <a:ext cx="538550" cy="209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fr-FR" sz="1400" baseline="-25000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fr-FR" sz="1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=+5/2</a:t>
              </a:r>
              <a:endPara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8" name="ZoneTexte 317"/>
            <p:cNvSpPr txBox="1"/>
            <p:nvPr/>
          </p:nvSpPr>
          <p:spPr>
            <a:xfrm>
              <a:off x="1913292" y="3282221"/>
              <a:ext cx="509330" cy="209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fr-FR" sz="1400" baseline="-25000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fr-FR" sz="1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=-5/2</a:t>
              </a:r>
              <a:endPara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9" name="Rectangle 318"/>
            <p:cNvSpPr/>
            <p:nvPr/>
          </p:nvSpPr>
          <p:spPr>
            <a:xfrm>
              <a:off x="3981156" y="238199"/>
              <a:ext cx="591710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M=2</a:t>
              </a:r>
              <a:endParaRPr lang="en-US" sz="1400" dirty="0"/>
            </a:p>
          </p:txBody>
        </p:sp>
        <p:sp>
          <p:nvSpPr>
            <p:cNvPr id="320" name="Rectangle 319"/>
            <p:cNvSpPr/>
            <p:nvPr/>
          </p:nvSpPr>
          <p:spPr>
            <a:xfrm>
              <a:off x="4528811" y="2996952"/>
              <a:ext cx="449766" cy="23087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fr-F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-Mn</a:t>
              </a:r>
              <a:endParaRPr lang="en-US" sz="1600" dirty="0"/>
            </a:p>
          </p:txBody>
        </p:sp>
        <p:sp>
          <p:nvSpPr>
            <p:cNvPr id="321" name="Line 17"/>
            <p:cNvSpPr>
              <a:spLocks noChangeShapeType="1"/>
            </p:cNvSpPr>
            <p:nvPr/>
          </p:nvSpPr>
          <p:spPr bwMode="auto">
            <a:xfrm>
              <a:off x="3874881" y="2182644"/>
              <a:ext cx="191572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2" name="Line 17"/>
            <p:cNvSpPr>
              <a:spLocks noChangeShapeType="1"/>
            </p:cNvSpPr>
            <p:nvPr/>
          </p:nvSpPr>
          <p:spPr bwMode="auto">
            <a:xfrm>
              <a:off x="2720719" y="2903524"/>
              <a:ext cx="642506" cy="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3" name="Line 17"/>
            <p:cNvSpPr>
              <a:spLocks noChangeShapeType="1"/>
            </p:cNvSpPr>
            <p:nvPr/>
          </p:nvSpPr>
          <p:spPr bwMode="auto">
            <a:xfrm>
              <a:off x="2970678" y="3230213"/>
              <a:ext cx="191572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4" name="Line 17"/>
            <p:cNvSpPr>
              <a:spLocks noChangeShapeType="1"/>
            </p:cNvSpPr>
            <p:nvPr/>
          </p:nvSpPr>
          <p:spPr bwMode="auto">
            <a:xfrm>
              <a:off x="2059705" y="2182644"/>
              <a:ext cx="191572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5" name="Line 17"/>
            <p:cNvSpPr>
              <a:spLocks noChangeShapeType="1"/>
            </p:cNvSpPr>
            <p:nvPr/>
          </p:nvSpPr>
          <p:spPr bwMode="auto">
            <a:xfrm>
              <a:off x="2282371" y="2444535"/>
              <a:ext cx="191572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6" name="Line 17"/>
            <p:cNvSpPr>
              <a:spLocks noChangeShapeType="1"/>
            </p:cNvSpPr>
            <p:nvPr/>
          </p:nvSpPr>
          <p:spPr bwMode="auto">
            <a:xfrm>
              <a:off x="2511806" y="2706428"/>
              <a:ext cx="191572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" name="Line 17"/>
            <p:cNvSpPr>
              <a:spLocks noChangeShapeType="1"/>
            </p:cNvSpPr>
            <p:nvPr/>
          </p:nvSpPr>
          <p:spPr bwMode="auto">
            <a:xfrm>
              <a:off x="2966164" y="3230213"/>
              <a:ext cx="191572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" name="Line 17"/>
            <p:cNvSpPr>
              <a:spLocks noChangeShapeType="1"/>
            </p:cNvSpPr>
            <p:nvPr/>
          </p:nvSpPr>
          <p:spPr bwMode="auto">
            <a:xfrm>
              <a:off x="3193343" y="3492105"/>
              <a:ext cx="191572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" name="ZoneTexte 328"/>
            <p:cNvSpPr txBox="1"/>
            <p:nvPr/>
          </p:nvSpPr>
          <p:spPr>
            <a:xfrm>
              <a:off x="1277026" y="1992075"/>
              <a:ext cx="509330" cy="209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err="1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fr-FR" sz="1400" baseline="-25000" dirty="0" err="1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fr-FR" sz="14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=-5/2</a:t>
              </a:r>
              <a:endParaRPr lang="en-US" sz="14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0" name="ZoneTexte 329"/>
            <p:cNvSpPr txBox="1"/>
            <p:nvPr/>
          </p:nvSpPr>
          <p:spPr>
            <a:xfrm>
              <a:off x="3424424" y="3284337"/>
              <a:ext cx="538550" cy="209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err="1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fr-FR" sz="1400" baseline="-25000" dirty="0" err="1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fr-FR" sz="14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=+5/2</a:t>
              </a:r>
              <a:endParaRPr lang="en-US" sz="14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1" name="Line 17"/>
            <p:cNvSpPr>
              <a:spLocks noChangeShapeType="1"/>
            </p:cNvSpPr>
            <p:nvPr/>
          </p:nvSpPr>
          <p:spPr bwMode="auto">
            <a:xfrm>
              <a:off x="3661637" y="2444535"/>
              <a:ext cx="191572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2" name="Line 17"/>
            <p:cNvSpPr>
              <a:spLocks noChangeShapeType="1"/>
            </p:cNvSpPr>
            <p:nvPr/>
          </p:nvSpPr>
          <p:spPr bwMode="auto">
            <a:xfrm>
              <a:off x="3434458" y="2706428"/>
              <a:ext cx="191572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3" name="Line 17"/>
            <p:cNvSpPr>
              <a:spLocks noChangeShapeType="1"/>
            </p:cNvSpPr>
            <p:nvPr/>
          </p:nvSpPr>
          <p:spPr bwMode="auto">
            <a:xfrm>
              <a:off x="3071174" y="3230213"/>
              <a:ext cx="100498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4" name="Line 17"/>
            <p:cNvSpPr>
              <a:spLocks noChangeShapeType="1"/>
            </p:cNvSpPr>
            <p:nvPr/>
          </p:nvSpPr>
          <p:spPr bwMode="auto">
            <a:xfrm>
              <a:off x="2752922" y="3492105"/>
              <a:ext cx="191572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5" name="ZoneTexte 334"/>
            <p:cNvSpPr txBox="1"/>
            <p:nvPr/>
          </p:nvSpPr>
          <p:spPr>
            <a:xfrm>
              <a:off x="3405004" y="1582211"/>
              <a:ext cx="3770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>
                  <a:solidFill>
                    <a:srgbClr val="FF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sz="1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6" name="ZoneTexte 335"/>
            <p:cNvSpPr txBox="1"/>
            <p:nvPr/>
          </p:nvSpPr>
          <p:spPr>
            <a:xfrm>
              <a:off x="2255339" y="1582211"/>
              <a:ext cx="6613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 smtClean="0">
                  <a:solidFill>
                    <a:srgbClr val="0070C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6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7" name="Connecteur droit avec flèche 336"/>
            <p:cNvCxnSpPr/>
            <p:nvPr/>
          </p:nvCxnSpPr>
          <p:spPr>
            <a:xfrm>
              <a:off x="3285944" y="993367"/>
              <a:ext cx="252000" cy="170280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" name="Line 17"/>
            <p:cNvSpPr>
              <a:spLocks noChangeShapeType="1"/>
            </p:cNvSpPr>
            <p:nvPr/>
          </p:nvSpPr>
          <p:spPr bwMode="auto">
            <a:xfrm>
              <a:off x="2731884" y="2902848"/>
              <a:ext cx="657858" cy="677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" name="Line 17"/>
            <p:cNvSpPr>
              <a:spLocks noChangeShapeType="1"/>
            </p:cNvSpPr>
            <p:nvPr/>
          </p:nvSpPr>
          <p:spPr bwMode="auto">
            <a:xfrm>
              <a:off x="2721560" y="3033794"/>
              <a:ext cx="642506" cy="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0" name="Line 17"/>
            <p:cNvSpPr>
              <a:spLocks noChangeShapeType="1"/>
            </p:cNvSpPr>
            <p:nvPr/>
          </p:nvSpPr>
          <p:spPr bwMode="auto">
            <a:xfrm>
              <a:off x="2732726" y="3033117"/>
              <a:ext cx="657858" cy="677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" name="Line 17"/>
            <p:cNvSpPr>
              <a:spLocks noChangeShapeType="1"/>
            </p:cNvSpPr>
            <p:nvPr/>
          </p:nvSpPr>
          <p:spPr bwMode="auto">
            <a:xfrm>
              <a:off x="2971683" y="929731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2" name="Forme libre 341"/>
            <p:cNvSpPr/>
            <p:nvPr/>
          </p:nvSpPr>
          <p:spPr>
            <a:xfrm>
              <a:off x="2818152" y="681361"/>
              <a:ext cx="466190" cy="259047"/>
            </a:xfrm>
            <a:custGeom>
              <a:avLst/>
              <a:gdLst>
                <a:gd name="connsiteX0" fmla="*/ 0 w 952500"/>
                <a:gd name="connsiteY0" fmla="*/ 361955 h 361955"/>
                <a:gd name="connsiteX1" fmla="*/ 495300 w 952500"/>
                <a:gd name="connsiteY1" fmla="*/ 5 h 361955"/>
                <a:gd name="connsiteX2" fmla="*/ 952500 w 952500"/>
                <a:gd name="connsiteY2" fmla="*/ 352430 h 361955"/>
                <a:gd name="connsiteX3" fmla="*/ 952500 w 952500"/>
                <a:gd name="connsiteY3" fmla="*/ 352430 h 36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00" h="361955">
                  <a:moveTo>
                    <a:pt x="0" y="361955"/>
                  </a:moveTo>
                  <a:cubicBezTo>
                    <a:pt x="168275" y="181773"/>
                    <a:pt x="336550" y="1592"/>
                    <a:pt x="495300" y="5"/>
                  </a:cubicBezTo>
                  <a:cubicBezTo>
                    <a:pt x="654050" y="-1582"/>
                    <a:pt x="952500" y="352430"/>
                    <a:pt x="952500" y="352430"/>
                  </a:cubicBezTo>
                  <a:lnTo>
                    <a:pt x="952500" y="352430"/>
                  </a:lnTo>
                </a:path>
              </a:pathLst>
            </a:custGeom>
            <a:noFill/>
            <a:ln w="19050">
              <a:solidFill>
                <a:srgbClr val="00B050"/>
              </a:solidFill>
              <a:headEnd type="arrow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3" name="Connecteur droit avec flèche 342"/>
            <p:cNvCxnSpPr/>
            <p:nvPr/>
          </p:nvCxnSpPr>
          <p:spPr>
            <a:xfrm flipH="1">
              <a:off x="2610283" y="1007189"/>
              <a:ext cx="223200" cy="1692000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4" name="Rectangle 343"/>
            <p:cNvSpPr/>
            <p:nvPr/>
          </p:nvSpPr>
          <p:spPr>
            <a:xfrm>
              <a:off x="4472609" y="608699"/>
              <a:ext cx="843126" cy="3690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fr-FR" sz="16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-Mn</a:t>
              </a:r>
              <a:endParaRPr lang="en-US" sz="1600" dirty="0"/>
            </a:p>
          </p:txBody>
        </p:sp>
        <p:sp>
          <p:nvSpPr>
            <p:cNvPr id="345" name="Line 17"/>
            <p:cNvSpPr>
              <a:spLocks noChangeShapeType="1"/>
            </p:cNvSpPr>
            <p:nvPr/>
          </p:nvSpPr>
          <p:spPr bwMode="auto">
            <a:xfrm>
              <a:off x="3184680" y="430083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6" name="Line 17"/>
            <p:cNvSpPr>
              <a:spLocks noChangeShapeType="1"/>
            </p:cNvSpPr>
            <p:nvPr/>
          </p:nvSpPr>
          <p:spPr bwMode="auto">
            <a:xfrm>
              <a:off x="3184926" y="1006147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7" name="Line 17"/>
            <p:cNvSpPr>
              <a:spLocks noChangeShapeType="1"/>
            </p:cNvSpPr>
            <p:nvPr/>
          </p:nvSpPr>
          <p:spPr bwMode="auto">
            <a:xfrm>
              <a:off x="2736274" y="430083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" name="Line 17"/>
            <p:cNvSpPr>
              <a:spLocks noChangeShapeType="1"/>
            </p:cNvSpPr>
            <p:nvPr/>
          </p:nvSpPr>
          <p:spPr bwMode="auto">
            <a:xfrm>
              <a:off x="2752563" y="992314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" name="Text Box 56"/>
            <p:cNvSpPr txBox="1">
              <a:spLocks noChangeArrowheads="1"/>
            </p:cNvSpPr>
            <p:nvPr/>
          </p:nvSpPr>
          <p:spPr bwMode="auto">
            <a:xfrm>
              <a:off x="1352076" y="476672"/>
              <a:ext cx="12037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hangingPunct="0"/>
              <a:r>
                <a:rPr lang="en-US" sz="1800" b="1" dirty="0" smtClean="0">
                  <a:solidFill>
                    <a:srgbClr val="009900"/>
                  </a:solidFill>
                  <a:latin typeface="Monotype Corsiva" panose="03010101010201010101" pitchFamily="66" charset="0"/>
                </a:rPr>
                <a:t>E </a:t>
              </a:r>
              <a:r>
                <a:rPr lang="en-US" sz="1800" b="1" dirty="0">
                  <a:solidFill>
                    <a:srgbClr val="009900"/>
                  </a:solidFill>
                  <a:latin typeface="Monotype Corsiva" panose="03010101010201010101" pitchFamily="66" charset="0"/>
                </a:rPr>
                <a:t>(</a:t>
              </a:r>
              <a:r>
                <a:rPr lang="en-US" sz="1800" b="1" i="1" dirty="0" smtClean="0">
                  <a:solidFill>
                    <a:srgbClr val="009900"/>
                  </a:solidFill>
                  <a:latin typeface="Monotype Corsiva" panose="03010101010201010101" pitchFamily="66" charset="0"/>
                </a:rPr>
                <a:t>S</a:t>
              </a:r>
              <a:r>
                <a:rPr lang="en-US" sz="1800" b="1" i="1" baseline="-25000" dirty="0">
                  <a:solidFill>
                    <a:srgbClr val="009900"/>
                  </a:solidFill>
                  <a:latin typeface="Monotype Corsiva" panose="03010101010201010101" pitchFamily="66" charset="0"/>
                </a:rPr>
                <a:t>y</a:t>
              </a:r>
              <a:r>
                <a:rPr lang="en-US" sz="1800" b="1" baseline="30000" dirty="0" smtClean="0">
                  <a:solidFill>
                    <a:srgbClr val="009900"/>
                  </a:solidFill>
                  <a:latin typeface="Monotype Corsiva" panose="03010101010201010101" pitchFamily="66" charset="0"/>
                </a:rPr>
                <a:t>2</a:t>
              </a:r>
              <a:r>
                <a:rPr lang="en-US" sz="1800" b="1" dirty="0" smtClean="0">
                  <a:solidFill>
                    <a:srgbClr val="009900"/>
                  </a:solidFill>
                  <a:latin typeface="Monotype Corsiva" panose="03010101010201010101" pitchFamily="66" charset="0"/>
                </a:rPr>
                <a:t> </a:t>
              </a:r>
              <a:r>
                <a:rPr lang="en-US" sz="1800" b="1" dirty="0">
                  <a:solidFill>
                    <a:srgbClr val="009900"/>
                  </a:solidFill>
                  <a:latin typeface="Monotype Corsiva" panose="03010101010201010101" pitchFamily="66" charset="0"/>
                </a:rPr>
                <a:t>- </a:t>
              </a:r>
              <a:r>
                <a:rPr lang="en-US" sz="1800" b="1" i="1" dirty="0" smtClean="0">
                  <a:solidFill>
                    <a:srgbClr val="009900"/>
                  </a:solidFill>
                  <a:latin typeface="Monotype Corsiva" panose="03010101010201010101" pitchFamily="66" charset="0"/>
                </a:rPr>
                <a:t>S</a:t>
              </a:r>
              <a:r>
                <a:rPr lang="en-US" sz="1800" b="1" i="1" baseline="-25000" dirty="0">
                  <a:solidFill>
                    <a:srgbClr val="009900"/>
                  </a:solidFill>
                  <a:latin typeface="Monotype Corsiva" panose="03010101010201010101" pitchFamily="66" charset="0"/>
                </a:rPr>
                <a:t>x</a:t>
              </a:r>
              <a:r>
                <a:rPr lang="en-US" sz="1800" b="1" baseline="30000" dirty="0" smtClean="0">
                  <a:solidFill>
                    <a:srgbClr val="009900"/>
                  </a:solidFill>
                  <a:latin typeface="Monotype Corsiva" panose="03010101010201010101" pitchFamily="66" charset="0"/>
                </a:rPr>
                <a:t>2</a:t>
              </a:r>
              <a:r>
                <a:rPr lang="en-US" sz="1800" b="1" dirty="0">
                  <a:solidFill>
                    <a:srgbClr val="009900"/>
                  </a:solidFill>
                  <a:latin typeface="Monotype Corsiva" panose="030101010102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0" name="ZoneTexte 349"/>
                <p:cNvSpPr txBox="1"/>
                <p:nvPr/>
              </p:nvSpPr>
              <p:spPr>
                <a:xfrm>
                  <a:off x="4131603" y="2534193"/>
                  <a:ext cx="5282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"/>
                            <m:ctrlPr>
                              <a:rPr lang="fr-FR" sz="180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fr-FR" sz="180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fr-FR" sz="180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⇑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fr-FR" sz="1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50" name="ZoneTexte 3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1603" y="2534193"/>
                  <a:ext cx="528222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57471" t="-121667" r="-89655" b="-188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1" name="ZoneTexte 350"/>
                <p:cNvSpPr txBox="1"/>
                <p:nvPr/>
              </p:nvSpPr>
              <p:spPr>
                <a:xfrm>
                  <a:off x="1515149" y="2555612"/>
                  <a:ext cx="5282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"/>
                            <m:ctrlPr>
                              <a:rPr lang="fr-FR" sz="1800" i="1" smtClean="0">
                                <a:solidFill>
                                  <a:srgbClr val="0066FF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fr-FR" sz="1800" i="1" smtClean="0">
                                    <a:solidFill>
                                      <a:srgbClr val="0066FF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fr-FR" sz="1800" i="1">
                                    <a:solidFill>
                                      <a:srgbClr val="0066FF"/>
                                    </a:solidFill>
                                    <a:latin typeface="Cambria Math"/>
                                    <a:ea typeface="Cambria Math"/>
                                  </a:rPr>
                                  <m:t>⇓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fr-FR" sz="1800" dirty="0">
                    <a:solidFill>
                      <a:srgbClr val="0066FF"/>
                    </a:solidFill>
                  </a:endParaRPr>
                </a:p>
              </p:txBody>
            </p:sp>
          </mc:Choice>
          <mc:Fallback xmlns="">
            <p:sp>
              <p:nvSpPr>
                <p:cNvPr id="351" name="ZoneTexte 3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5149" y="2555612"/>
                  <a:ext cx="528222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57471" t="-119672" r="-89655" b="-18360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2" name="Forme libre 351"/>
            <p:cNvSpPr/>
            <p:nvPr/>
          </p:nvSpPr>
          <p:spPr>
            <a:xfrm>
              <a:off x="2843808" y="257892"/>
              <a:ext cx="466190" cy="146772"/>
            </a:xfrm>
            <a:custGeom>
              <a:avLst/>
              <a:gdLst>
                <a:gd name="connsiteX0" fmla="*/ 0 w 952500"/>
                <a:gd name="connsiteY0" fmla="*/ 361955 h 361955"/>
                <a:gd name="connsiteX1" fmla="*/ 495300 w 952500"/>
                <a:gd name="connsiteY1" fmla="*/ 5 h 361955"/>
                <a:gd name="connsiteX2" fmla="*/ 952500 w 952500"/>
                <a:gd name="connsiteY2" fmla="*/ 352430 h 361955"/>
                <a:gd name="connsiteX3" fmla="*/ 952500 w 952500"/>
                <a:gd name="connsiteY3" fmla="*/ 352430 h 36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00" h="361955">
                  <a:moveTo>
                    <a:pt x="0" y="361955"/>
                  </a:moveTo>
                  <a:cubicBezTo>
                    <a:pt x="168275" y="181773"/>
                    <a:pt x="336550" y="1592"/>
                    <a:pt x="495300" y="5"/>
                  </a:cubicBezTo>
                  <a:cubicBezTo>
                    <a:pt x="654050" y="-1582"/>
                    <a:pt x="952500" y="352430"/>
                    <a:pt x="952500" y="352430"/>
                  </a:cubicBezTo>
                  <a:lnTo>
                    <a:pt x="952500" y="352430"/>
                  </a:lnTo>
                </a:path>
              </a:pathLst>
            </a:custGeom>
            <a:noFill/>
            <a:ln w="19050">
              <a:solidFill>
                <a:srgbClr val="00B050"/>
              </a:solidFill>
              <a:headEnd type="arrow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4" name="Connecteur droit avec flèche 353"/>
            <p:cNvCxnSpPr/>
            <p:nvPr/>
          </p:nvCxnSpPr>
          <p:spPr>
            <a:xfrm flipV="1">
              <a:off x="3067469" y="1012145"/>
              <a:ext cx="221009" cy="2210083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1700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52</Words>
  <Application>Microsoft Office PowerPoint</Application>
  <PresentationFormat>Personnalisé</PresentationFormat>
  <Paragraphs>24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10</cp:revision>
  <dcterms:created xsi:type="dcterms:W3CDTF">2017-07-11T16:46:02Z</dcterms:created>
  <dcterms:modified xsi:type="dcterms:W3CDTF">2017-07-12T16:57:44Z</dcterms:modified>
</cp:coreProperties>
</file>