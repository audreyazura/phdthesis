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960813" cy="4140200"/>
  <p:notesSz cx="6858000" cy="9144000"/>
  <p:defaultTextStyle>
    <a:defPPr>
      <a:defRPr lang="fr-FR"/>
    </a:defPPr>
    <a:lvl1pPr marL="0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6252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250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78757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05009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31261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5751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583766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10018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4" d="100"/>
          <a:sy n="144" d="100"/>
        </p:scale>
        <p:origin x="-2034" y="-96"/>
      </p:cViewPr>
      <p:guideLst>
        <p:guide orient="horz" pos="1305"/>
        <p:guide pos="12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7064" y="1286147"/>
            <a:ext cx="3366691" cy="88746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94124" y="2346115"/>
            <a:ext cx="2772570" cy="105805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262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525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787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05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131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575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83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8100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9941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2976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12879" y="2660464"/>
            <a:ext cx="3366691" cy="822289"/>
          </a:xfrm>
        </p:spPr>
        <p:txBody>
          <a:bodyPr anchor="t"/>
          <a:lstStyle>
            <a:lvl1pPr algn="l">
              <a:defRPr sz="2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12879" y="1754795"/>
            <a:ext cx="3366691" cy="905669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2625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2pPr>
            <a:lvl3pPr marL="45250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678757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905009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113126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35751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58376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810018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405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98043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13417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31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3" y="926754"/>
            <a:ext cx="1750047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8043" y="1312981"/>
            <a:ext cx="1750047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012040" y="926754"/>
            <a:ext cx="1750734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012040" y="1312981"/>
            <a:ext cx="1750734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813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879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7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8043" y="164841"/>
            <a:ext cx="1303079" cy="701534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48570" y="164844"/>
            <a:ext cx="2214205" cy="3533546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8043" y="866376"/>
            <a:ext cx="1303079" cy="2832012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564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76348" y="2898143"/>
            <a:ext cx="2376488" cy="342141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76348" y="369936"/>
            <a:ext cx="2376488" cy="2484120"/>
          </a:xfrm>
        </p:spPr>
        <p:txBody>
          <a:bodyPr/>
          <a:lstStyle>
            <a:lvl1pPr marL="0" indent="0">
              <a:buNone/>
              <a:defRPr sz="1600"/>
            </a:lvl1pPr>
            <a:lvl2pPr marL="226252" indent="0">
              <a:buNone/>
              <a:defRPr sz="1500"/>
            </a:lvl2pPr>
            <a:lvl3pPr marL="452504" indent="0">
              <a:buNone/>
              <a:defRPr sz="1200"/>
            </a:lvl3pPr>
            <a:lvl4pPr marL="678757" indent="0">
              <a:buNone/>
              <a:defRPr sz="1000"/>
            </a:lvl4pPr>
            <a:lvl5pPr marL="905009" indent="0">
              <a:buNone/>
              <a:defRPr sz="1000"/>
            </a:lvl5pPr>
            <a:lvl6pPr marL="1131261" indent="0">
              <a:buNone/>
              <a:defRPr sz="1000"/>
            </a:lvl6pPr>
            <a:lvl7pPr marL="1357514" indent="0">
              <a:buNone/>
              <a:defRPr sz="1000"/>
            </a:lvl7pPr>
            <a:lvl8pPr marL="1583766" indent="0">
              <a:buNone/>
              <a:defRPr sz="1000"/>
            </a:lvl8pPr>
            <a:lvl9pPr marL="1810018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76348" y="3240281"/>
            <a:ext cx="2376488" cy="485899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744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393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871591" y="165803"/>
            <a:ext cx="891183" cy="353258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98043" y="165803"/>
            <a:ext cx="2607535" cy="353258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007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8042" y="165801"/>
            <a:ext cx="3564732" cy="690034"/>
          </a:xfrm>
          <a:prstGeom prst="rect">
            <a:avLst/>
          </a:prstGeom>
        </p:spPr>
        <p:txBody>
          <a:bodyPr vert="horz" lIns="45251" tIns="22625" rIns="45251" bIns="226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2" y="966048"/>
            <a:ext cx="3564732" cy="2732341"/>
          </a:xfrm>
          <a:prstGeom prst="rect">
            <a:avLst/>
          </a:prstGeom>
        </p:spPr>
        <p:txBody>
          <a:bodyPr vert="horz" lIns="45251" tIns="22625" rIns="45251" bIns="226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8042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53279" y="3837354"/>
            <a:ext cx="1254258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838584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4207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2504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689" indent="-169689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7661" indent="-141408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565631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91883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18135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44388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70640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696892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23144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6252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250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78757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05009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31261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51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583766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10018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Groupe 286"/>
          <p:cNvGrpSpPr/>
          <p:nvPr/>
        </p:nvGrpSpPr>
        <p:grpSpPr>
          <a:xfrm>
            <a:off x="-5914" y="-1965"/>
            <a:ext cx="4038709" cy="4176464"/>
            <a:chOff x="1277026" y="-1965"/>
            <a:chExt cx="4038709" cy="4176464"/>
          </a:xfrm>
        </p:grpSpPr>
        <p:sp>
          <p:nvSpPr>
            <p:cNvPr id="288" name="Line 17"/>
            <p:cNvSpPr>
              <a:spLocks noChangeShapeType="1"/>
            </p:cNvSpPr>
            <p:nvPr/>
          </p:nvSpPr>
          <p:spPr bwMode="auto">
            <a:xfrm>
              <a:off x="252769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Line 17"/>
            <p:cNvSpPr>
              <a:spLocks noChangeShapeType="1"/>
            </p:cNvSpPr>
            <p:nvPr/>
          </p:nvSpPr>
          <p:spPr bwMode="auto">
            <a:xfrm>
              <a:off x="2967332" y="405946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Line 17"/>
            <p:cNvSpPr>
              <a:spLocks noChangeShapeType="1"/>
            </p:cNvSpPr>
            <p:nvPr/>
          </p:nvSpPr>
          <p:spPr bwMode="auto">
            <a:xfrm>
              <a:off x="340400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Line 17"/>
            <p:cNvSpPr>
              <a:spLocks noChangeShapeType="1"/>
            </p:cNvSpPr>
            <p:nvPr/>
          </p:nvSpPr>
          <p:spPr bwMode="auto">
            <a:xfrm>
              <a:off x="3375558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Line 17"/>
            <p:cNvSpPr>
              <a:spLocks noChangeShapeType="1"/>
            </p:cNvSpPr>
            <p:nvPr/>
          </p:nvSpPr>
          <p:spPr bwMode="auto">
            <a:xfrm>
              <a:off x="3651126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17"/>
            <p:cNvSpPr>
              <a:spLocks noChangeShapeType="1"/>
            </p:cNvSpPr>
            <p:nvPr/>
          </p:nvSpPr>
          <p:spPr bwMode="auto">
            <a:xfrm>
              <a:off x="2517326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17"/>
            <p:cNvSpPr>
              <a:spLocks noChangeShapeType="1"/>
            </p:cNvSpPr>
            <p:nvPr/>
          </p:nvSpPr>
          <p:spPr bwMode="auto">
            <a:xfrm>
              <a:off x="2288051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3136012" y="-1965"/>
              <a:ext cx="217128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3981156" y="977741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M=3</a:t>
              </a:r>
              <a:endParaRPr lang="en-US" sz="1400" dirty="0"/>
            </a:p>
          </p:txBody>
        </p:sp>
        <p:cxnSp>
          <p:nvCxnSpPr>
            <p:cNvPr id="297" name="Connecteur droit avec flèche 296"/>
            <p:cNvCxnSpPr>
              <a:stCxn id="307" idx="0"/>
            </p:cNvCxnSpPr>
            <p:nvPr/>
          </p:nvCxnSpPr>
          <p:spPr>
            <a:xfrm flipV="1">
              <a:off x="3049698" y="113471"/>
              <a:ext cx="16156" cy="372553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eur droit avec flèche 297"/>
            <p:cNvCxnSpPr/>
            <p:nvPr/>
          </p:nvCxnSpPr>
          <p:spPr>
            <a:xfrm flipV="1">
              <a:off x="1660780" y="3685134"/>
              <a:ext cx="3238663" cy="339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eur droit 298"/>
            <p:cNvCxnSpPr/>
            <p:nvPr/>
          </p:nvCxnSpPr>
          <p:spPr>
            <a:xfrm flipH="1">
              <a:off x="3293642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necteur droit 299"/>
            <p:cNvCxnSpPr/>
            <p:nvPr/>
          </p:nvCxnSpPr>
          <p:spPr>
            <a:xfrm flipH="1">
              <a:off x="353636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necteur droit 300"/>
            <p:cNvCxnSpPr/>
            <p:nvPr/>
          </p:nvCxnSpPr>
          <p:spPr>
            <a:xfrm flipH="1">
              <a:off x="376354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necteur droit 301"/>
            <p:cNvCxnSpPr/>
            <p:nvPr/>
          </p:nvCxnSpPr>
          <p:spPr>
            <a:xfrm flipH="1">
              <a:off x="3990725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 droit 302"/>
            <p:cNvCxnSpPr/>
            <p:nvPr/>
          </p:nvCxnSpPr>
          <p:spPr>
            <a:xfrm flipH="1">
              <a:off x="2816969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necteur droit 303"/>
            <p:cNvCxnSpPr/>
            <p:nvPr/>
          </p:nvCxnSpPr>
          <p:spPr>
            <a:xfrm flipH="1">
              <a:off x="258979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Connecteur droit 304"/>
            <p:cNvCxnSpPr/>
            <p:nvPr/>
          </p:nvCxnSpPr>
          <p:spPr>
            <a:xfrm flipH="1">
              <a:off x="236261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 droit 305"/>
            <p:cNvCxnSpPr/>
            <p:nvPr/>
          </p:nvCxnSpPr>
          <p:spPr>
            <a:xfrm flipH="1">
              <a:off x="2135431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7" name="Rectangle 306"/>
            <p:cNvSpPr/>
            <p:nvPr/>
          </p:nvSpPr>
          <p:spPr>
            <a:xfrm>
              <a:off x="2898141" y="3839006"/>
              <a:ext cx="30311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3088649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400" dirty="0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3306406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400" dirty="0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3549131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400" dirty="0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3787300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400" dirty="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2594829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400" dirty="0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2367650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dirty="0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2140471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400" dirty="0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1913292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400" dirty="0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4623398" y="3717032"/>
              <a:ext cx="300293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317" name="ZoneTexte 316"/>
            <p:cNvSpPr txBox="1"/>
            <p:nvPr/>
          </p:nvSpPr>
          <p:spPr>
            <a:xfrm>
              <a:off x="4170576" y="1972759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8" name="ZoneTexte 317"/>
            <p:cNvSpPr txBox="1"/>
            <p:nvPr/>
          </p:nvSpPr>
          <p:spPr>
            <a:xfrm>
              <a:off x="1913292" y="3282221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3981156" y="238199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M=2</a:t>
              </a:r>
              <a:endParaRPr lang="en-US" sz="1400" dirty="0"/>
            </a:p>
          </p:txBody>
        </p:sp>
        <p:sp>
          <p:nvSpPr>
            <p:cNvPr id="320" name="Rectangle 319"/>
            <p:cNvSpPr/>
            <p:nvPr/>
          </p:nvSpPr>
          <p:spPr>
            <a:xfrm>
              <a:off x="4528811" y="2996952"/>
              <a:ext cx="449766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</a:t>
              </a:r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21" name="Line 17"/>
            <p:cNvSpPr>
              <a:spLocks noChangeShapeType="1"/>
            </p:cNvSpPr>
            <p:nvPr/>
          </p:nvSpPr>
          <p:spPr bwMode="auto">
            <a:xfrm>
              <a:off x="3874881" y="2182644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17"/>
            <p:cNvSpPr>
              <a:spLocks noChangeShapeType="1"/>
            </p:cNvSpPr>
            <p:nvPr/>
          </p:nvSpPr>
          <p:spPr bwMode="auto">
            <a:xfrm>
              <a:off x="2720719" y="290352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Line 17"/>
            <p:cNvSpPr>
              <a:spLocks noChangeShapeType="1"/>
            </p:cNvSpPr>
            <p:nvPr/>
          </p:nvSpPr>
          <p:spPr bwMode="auto">
            <a:xfrm>
              <a:off x="2970678" y="3230213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Line 17"/>
            <p:cNvSpPr>
              <a:spLocks noChangeShapeType="1"/>
            </p:cNvSpPr>
            <p:nvPr/>
          </p:nvSpPr>
          <p:spPr bwMode="auto">
            <a:xfrm>
              <a:off x="2059705" y="2182644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17"/>
            <p:cNvSpPr>
              <a:spLocks noChangeShapeType="1"/>
            </p:cNvSpPr>
            <p:nvPr/>
          </p:nvSpPr>
          <p:spPr bwMode="auto">
            <a:xfrm>
              <a:off x="2282371" y="244453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17"/>
            <p:cNvSpPr>
              <a:spLocks noChangeShapeType="1"/>
            </p:cNvSpPr>
            <p:nvPr/>
          </p:nvSpPr>
          <p:spPr bwMode="auto">
            <a:xfrm>
              <a:off x="2511806" y="2706428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17"/>
            <p:cNvSpPr>
              <a:spLocks noChangeShapeType="1"/>
            </p:cNvSpPr>
            <p:nvPr/>
          </p:nvSpPr>
          <p:spPr bwMode="auto">
            <a:xfrm>
              <a:off x="2966164" y="3230213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Line 17"/>
            <p:cNvSpPr>
              <a:spLocks noChangeShapeType="1"/>
            </p:cNvSpPr>
            <p:nvPr/>
          </p:nvSpPr>
          <p:spPr bwMode="auto">
            <a:xfrm>
              <a:off x="3193343" y="349210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ZoneTexte 328"/>
            <p:cNvSpPr txBox="1"/>
            <p:nvPr/>
          </p:nvSpPr>
          <p:spPr>
            <a:xfrm>
              <a:off x="1277026" y="1992075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0" name="ZoneTexte 329"/>
            <p:cNvSpPr txBox="1"/>
            <p:nvPr/>
          </p:nvSpPr>
          <p:spPr>
            <a:xfrm>
              <a:off x="3424424" y="3284337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1" name="Line 17"/>
            <p:cNvSpPr>
              <a:spLocks noChangeShapeType="1"/>
            </p:cNvSpPr>
            <p:nvPr/>
          </p:nvSpPr>
          <p:spPr bwMode="auto">
            <a:xfrm>
              <a:off x="3661637" y="244453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17"/>
            <p:cNvSpPr>
              <a:spLocks noChangeShapeType="1"/>
            </p:cNvSpPr>
            <p:nvPr/>
          </p:nvSpPr>
          <p:spPr bwMode="auto">
            <a:xfrm>
              <a:off x="3434458" y="2706428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17"/>
            <p:cNvSpPr>
              <a:spLocks noChangeShapeType="1"/>
            </p:cNvSpPr>
            <p:nvPr/>
          </p:nvSpPr>
          <p:spPr bwMode="auto">
            <a:xfrm>
              <a:off x="3071174" y="3230213"/>
              <a:ext cx="100498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17"/>
            <p:cNvSpPr>
              <a:spLocks noChangeShapeType="1"/>
            </p:cNvSpPr>
            <p:nvPr/>
          </p:nvSpPr>
          <p:spPr bwMode="auto">
            <a:xfrm>
              <a:off x="2752922" y="349210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5" name="ZoneTexte 334"/>
            <p:cNvSpPr txBox="1"/>
            <p:nvPr/>
          </p:nvSpPr>
          <p:spPr>
            <a:xfrm>
              <a:off x="3405004" y="1582211"/>
              <a:ext cx="3770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6" name="ZoneTexte 335"/>
            <p:cNvSpPr txBox="1"/>
            <p:nvPr/>
          </p:nvSpPr>
          <p:spPr>
            <a:xfrm>
              <a:off x="2255339" y="1582211"/>
              <a:ext cx="6613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37" name="Connecteur droit avec flèche 336"/>
            <p:cNvCxnSpPr/>
            <p:nvPr/>
          </p:nvCxnSpPr>
          <p:spPr>
            <a:xfrm>
              <a:off x="3285944" y="993367"/>
              <a:ext cx="252000" cy="17028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Line 17"/>
            <p:cNvSpPr>
              <a:spLocks noChangeShapeType="1"/>
            </p:cNvSpPr>
            <p:nvPr/>
          </p:nvSpPr>
          <p:spPr bwMode="auto">
            <a:xfrm>
              <a:off x="2731884" y="2902848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Line 17"/>
            <p:cNvSpPr>
              <a:spLocks noChangeShapeType="1"/>
            </p:cNvSpPr>
            <p:nvPr/>
          </p:nvSpPr>
          <p:spPr bwMode="auto">
            <a:xfrm>
              <a:off x="2721560" y="303379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0" name="Line 17"/>
            <p:cNvSpPr>
              <a:spLocks noChangeShapeType="1"/>
            </p:cNvSpPr>
            <p:nvPr/>
          </p:nvSpPr>
          <p:spPr bwMode="auto">
            <a:xfrm>
              <a:off x="2732726" y="3033117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Line 17"/>
            <p:cNvSpPr>
              <a:spLocks noChangeShapeType="1"/>
            </p:cNvSpPr>
            <p:nvPr/>
          </p:nvSpPr>
          <p:spPr bwMode="auto">
            <a:xfrm>
              <a:off x="2971683" y="92973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orme libre 341"/>
            <p:cNvSpPr/>
            <p:nvPr/>
          </p:nvSpPr>
          <p:spPr>
            <a:xfrm>
              <a:off x="2818152" y="681361"/>
              <a:ext cx="466190" cy="259047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3" name="Connecteur droit avec flèche 342"/>
            <p:cNvCxnSpPr/>
            <p:nvPr/>
          </p:nvCxnSpPr>
          <p:spPr>
            <a:xfrm flipH="1">
              <a:off x="2610283" y="1007189"/>
              <a:ext cx="223200" cy="1692000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4" name="Rectangle 343"/>
            <p:cNvSpPr/>
            <p:nvPr/>
          </p:nvSpPr>
          <p:spPr>
            <a:xfrm>
              <a:off x="4472609" y="608699"/>
              <a:ext cx="843126" cy="3690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fr-F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45" name="Line 17"/>
            <p:cNvSpPr>
              <a:spLocks noChangeShapeType="1"/>
            </p:cNvSpPr>
            <p:nvPr/>
          </p:nvSpPr>
          <p:spPr bwMode="auto">
            <a:xfrm>
              <a:off x="3184680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Line 17"/>
            <p:cNvSpPr>
              <a:spLocks noChangeShapeType="1"/>
            </p:cNvSpPr>
            <p:nvPr/>
          </p:nvSpPr>
          <p:spPr bwMode="auto">
            <a:xfrm>
              <a:off x="3184926" y="1006147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Line 17"/>
            <p:cNvSpPr>
              <a:spLocks noChangeShapeType="1"/>
            </p:cNvSpPr>
            <p:nvPr/>
          </p:nvSpPr>
          <p:spPr bwMode="auto">
            <a:xfrm>
              <a:off x="2736274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Line 17"/>
            <p:cNvSpPr>
              <a:spLocks noChangeShapeType="1"/>
            </p:cNvSpPr>
            <p:nvPr/>
          </p:nvSpPr>
          <p:spPr bwMode="auto">
            <a:xfrm>
              <a:off x="2752563" y="992314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Text Box 56"/>
            <p:cNvSpPr txBox="1">
              <a:spLocks noChangeArrowheads="1"/>
            </p:cNvSpPr>
            <p:nvPr/>
          </p:nvSpPr>
          <p:spPr bwMode="auto">
            <a:xfrm>
              <a:off x="1352076" y="476672"/>
              <a:ext cx="12037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0" hangingPunct="0"/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E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(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x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- 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y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0" name="ZoneTexte 349"/>
                <p:cNvSpPr txBox="1"/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  <m:t>⇑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50" name="ZoneTexte 3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57471" t="-121667" r="-89655" b="-188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1" name="ZoneTexte 350"/>
                <p:cNvSpPr txBox="1"/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0066FF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  <m:t>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0066FF"/>
                    </a:solidFill>
                  </a:endParaRPr>
                </a:p>
              </p:txBody>
            </p:sp>
          </mc:Choice>
          <mc:Fallback xmlns="">
            <p:sp>
              <p:nvSpPr>
                <p:cNvPr id="351" name="ZoneTexte 3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57471" t="-119672" r="-89655" b="-1836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2" name="Forme libre 351"/>
            <p:cNvSpPr/>
            <p:nvPr/>
          </p:nvSpPr>
          <p:spPr>
            <a:xfrm>
              <a:off x="2843808" y="257892"/>
              <a:ext cx="466190" cy="146772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4" name="Connecteur droit avec flèche 353"/>
            <p:cNvCxnSpPr/>
            <p:nvPr/>
          </p:nvCxnSpPr>
          <p:spPr>
            <a:xfrm flipV="1">
              <a:off x="3067469" y="1012145"/>
              <a:ext cx="221009" cy="2210083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1700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52</Words>
  <Application>Microsoft Office PowerPoint</Application>
  <PresentationFormat>Personnalisé</PresentationFormat>
  <Paragraphs>24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11</cp:revision>
  <dcterms:created xsi:type="dcterms:W3CDTF">2017-07-11T16:46:02Z</dcterms:created>
  <dcterms:modified xsi:type="dcterms:W3CDTF">2017-07-13T14:51:05Z</dcterms:modified>
</cp:coreProperties>
</file>