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3889375" cy="4789488"/>
  <p:notesSz cx="6797675" cy="9926638"/>
  <p:defaultTextStyle>
    <a:defPPr>
      <a:defRPr lang="en-US"/>
    </a:defPPr>
    <a:lvl1pPr marL="0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46821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493642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740463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987283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234105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1480925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1727747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1974567" algn="l" defTabSz="49364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2676" y="-528"/>
      </p:cViewPr>
      <p:guideLst>
        <p:guide orient="horz" pos="1509"/>
        <p:guide pos="12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889125" y="744538"/>
            <a:ext cx="301942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46821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93642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740463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87283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234105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480925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727747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974567" algn="l" defTabSz="493642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91706" y="1487848"/>
            <a:ext cx="3305968" cy="102663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3409" y="2714044"/>
            <a:ext cx="2722563" cy="12239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468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93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404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872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341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4809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7277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9745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7237" y="3077690"/>
            <a:ext cx="3305968" cy="951245"/>
          </a:xfrm>
        </p:spPr>
        <p:txBody>
          <a:bodyPr anchor="t"/>
          <a:lstStyle>
            <a:lvl1pPr algn="l">
              <a:defRPr sz="22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7237" y="2029992"/>
            <a:ext cx="3305968" cy="1047700"/>
          </a:xfrm>
        </p:spPr>
        <p:txBody>
          <a:bodyPr anchor="b"/>
          <a:lstStyle>
            <a:lvl1pPr marL="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1pPr>
            <a:lvl2pPr marL="246821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 marL="49364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40463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987283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234105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480925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727747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1974567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94472" y="1117549"/>
            <a:ext cx="1717807" cy="3160841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77103" y="1117549"/>
            <a:ext cx="1717807" cy="3160841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4474" y="1072093"/>
            <a:ext cx="1718483" cy="446796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6821" indent="0">
              <a:buNone/>
              <a:defRPr sz="1100" b="1"/>
            </a:lvl2pPr>
            <a:lvl3pPr marL="493642" indent="0">
              <a:buNone/>
              <a:defRPr sz="1000" b="1"/>
            </a:lvl3pPr>
            <a:lvl4pPr marL="740463" indent="0">
              <a:buNone/>
              <a:defRPr sz="900" b="1"/>
            </a:lvl4pPr>
            <a:lvl5pPr marL="987283" indent="0">
              <a:buNone/>
              <a:defRPr sz="900" b="1"/>
            </a:lvl5pPr>
            <a:lvl6pPr marL="1234105" indent="0">
              <a:buNone/>
              <a:defRPr sz="900" b="1"/>
            </a:lvl6pPr>
            <a:lvl7pPr marL="1480925" indent="0">
              <a:buNone/>
              <a:defRPr sz="900" b="1"/>
            </a:lvl7pPr>
            <a:lvl8pPr marL="1727747" indent="0">
              <a:buNone/>
              <a:defRPr sz="900" b="1"/>
            </a:lvl8pPr>
            <a:lvl9pPr marL="1974567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4474" y="1518890"/>
            <a:ext cx="1718483" cy="2759499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975751" y="1072093"/>
            <a:ext cx="1719157" cy="446796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6821" indent="0">
              <a:buNone/>
              <a:defRPr sz="1100" b="1"/>
            </a:lvl2pPr>
            <a:lvl3pPr marL="493642" indent="0">
              <a:buNone/>
              <a:defRPr sz="1000" b="1"/>
            </a:lvl3pPr>
            <a:lvl4pPr marL="740463" indent="0">
              <a:buNone/>
              <a:defRPr sz="900" b="1"/>
            </a:lvl4pPr>
            <a:lvl5pPr marL="987283" indent="0">
              <a:buNone/>
              <a:defRPr sz="900" b="1"/>
            </a:lvl5pPr>
            <a:lvl6pPr marL="1234105" indent="0">
              <a:buNone/>
              <a:defRPr sz="900" b="1"/>
            </a:lvl6pPr>
            <a:lvl7pPr marL="1480925" indent="0">
              <a:buNone/>
              <a:defRPr sz="900" b="1"/>
            </a:lvl7pPr>
            <a:lvl8pPr marL="1727747" indent="0">
              <a:buNone/>
              <a:defRPr sz="900" b="1"/>
            </a:lvl8pPr>
            <a:lvl9pPr marL="1974567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975751" y="1518890"/>
            <a:ext cx="1719157" cy="2759499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4471" y="190696"/>
            <a:ext cx="1279577" cy="811552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20642" y="190694"/>
            <a:ext cx="2174269" cy="408769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4471" y="1002244"/>
            <a:ext cx="1279577" cy="3276144"/>
          </a:xfrm>
        </p:spPr>
        <p:txBody>
          <a:bodyPr/>
          <a:lstStyle>
            <a:lvl1pPr marL="0" indent="0">
              <a:buNone/>
              <a:defRPr sz="800"/>
            </a:lvl1pPr>
            <a:lvl2pPr marL="246821" indent="0">
              <a:buNone/>
              <a:defRPr sz="600"/>
            </a:lvl2pPr>
            <a:lvl3pPr marL="493642" indent="0">
              <a:buNone/>
              <a:defRPr sz="500"/>
            </a:lvl3pPr>
            <a:lvl4pPr marL="740463" indent="0">
              <a:buNone/>
              <a:defRPr sz="400"/>
            </a:lvl4pPr>
            <a:lvl5pPr marL="987283" indent="0">
              <a:buNone/>
              <a:defRPr sz="400"/>
            </a:lvl5pPr>
            <a:lvl6pPr marL="1234105" indent="0">
              <a:buNone/>
              <a:defRPr sz="400"/>
            </a:lvl6pPr>
            <a:lvl7pPr marL="1480925" indent="0">
              <a:buNone/>
              <a:defRPr sz="400"/>
            </a:lvl7pPr>
            <a:lvl8pPr marL="1727747" indent="0">
              <a:buNone/>
              <a:defRPr sz="400"/>
            </a:lvl8pPr>
            <a:lvl9pPr marL="1974567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2346" y="3352645"/>
            <a:ext cx="2333625" cy="395800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62346" y="427951"/>
            <a:ext cx="2333625" cy="2873693"/>
          </a:xfrm>
        </p:spPr>
        <p:txBody>
          <a:bodyPr/>
          <a:lstStyle>
            <a:lvl1pPr marL="0" indent="0">
              <a:buNone/>
              <a:defRPr sz="1800"/>
            </a:lvl1pPr>
            <a:lvl2pPr marL="246821" indent="0">
              <a:buNone/>
              <a:defRPr sz="1500"/>
            </a:lvl2pPr>
            <a:lvl3pPr marL="493642" indent="0">
              <a:buNone/>
              <a:defRPr sz="1300"/>
            </a:lvl3pPr>
            <a:lvl4pPr marL="740463" indent="0">
              <a:buNone/>
              <a:defRPr sz="1100"/>
            </a:lvl4pPr>
            <a:lvl5pPr marL="987283" indent="0">
              <a:buNone/>
              <a:defRPr sz="1100"/>
            </a:lvl5pPr>
            <a:lvl6pPr marL="1234105" indent="0">
              <a:buNone/>
              <a:defRPr sz="1100"/>
            </a:lvl6pPr>
            <a:lvl7pPr marL="1480925" indent="0">
              <a:buNone/>
              <a:defRPr sz="1100"/>
            </a:lvl7pPr>
            <a:lvl8pPr marL="1727747" indent="0">
              <a:buNone/>
              <a:defRPr sz="1100"/>
            </a:lvl8pPr>
            <a:lvl9pPr marL="1974567" indent="0">
              <a:buNone/>
              <a:defRPr sz="11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2346" y="3748445"/>
            <a:ext cx="2333625" cy="562099"/>
          </a:xfrm>
        </p:spPr>
        <p:txBody>
          <a:bodyPr/>
          <a:lstStyle>
            <a:lvl1pPr marL="0" indent="0">
              <a:buNone/>
              <a:defRPr sz="800"/>
            </a:lvl1pPr>
            <a:lvl2pPr marL="246821" indent="0">
              <a:buNone/>
              <a:defRPr sz="600"/>
            </a:lvl2pPr>
            <a:lvl3pPr marL="493642" indent="0">
              <a:buNone/>
              <a:defRPr sz="500"/>
            </a:lvl3pPr>
            <a:lvl4pPr marL="740463" indent="0">
              <a:buNone/>
              <a:defRPr sz="400"/>
            </a:lvl4pPr>
            <a:lvl5pPr marL="987283" indent="0">
              <a:buNone/>
              <a:defRPr sz="400"/>
            </a:lvl5pPr>
            <a:lvl6pPr marL="1234105" indent="0">
              <a:buNone/>
              <a:defRPr sz="400"/>
            </a:lvl6pPr>
            <a:lvl7pPr marL="1480925" indent="0">
              <a:buNone/>
              <a:defRPr sz="400"/>
            </a:lvl7pPr>
            <a:lvl8pPr marL="1727747" indent="0">
              <a:buNone/>
              <a:defRPr sz="400"/>
            </a:lvl8pPr>
            <a:lvl9pPr marL="1974567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819800" y="191804"/>
            <a:ext cx="875109" cy="408658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94472" y="191804"/>
            <a:ext cx="2560505" cy="408658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94471" y="191805"/>
            <a:ext cx="3500438" cy="798248"/>
          </a:xfrm>
          <a:prstGeom prst="rect">
            <a:avLst/>
          </a:prstGeom>
        </p:spPr>
        <p:txBody>
          <a:bodyPr vert="horz" lIns="49365" tIns="24682" rIns="49365" bIns="24682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4471" y="1117549"/>
            <a:ext cx="3500438" cy="3160841"/>
          </a:xfrm>
          <a:prstGeom prst="rect">
            <a:avLst/>
          </a:prstGeom>
        </p:spPr>
        <p:txBody>
          <a:bodyPr vert="horz" lIns="49365" tIns="24682" rIns="49365" bIns="24682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94473" y="4439151"/>
            <a:ext cx="907521" cy="254994"/>
          </a:xfrm>
          <a:prstGeom prst="rect">
            <a:avLst/>
          </a:prstGeom>
        </p:spPr>
        <p:txBody>
          <a:bodyPr vert="horz" lIns="49365" tIns="24682" rIns="49365" bIns="24682" rtlCol="0" anchor="ctr"/>
          <a:lstStyle>
            <a:lvl1pPr algn="l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28871" y="4439151"/>
            <a:ext cx="1231636" cy="254994"/>
          </a:xfrm>
          <a:prstGeom prst="rect">
            <a:avLst/>
          </a:prstGeom>
        </p:spPr>
        <p:txBody>
          <a:bodyPr vert="horz" lIns="49365" tIns="24682" rIns="49365" bIns="24682" rtlCol="0" anchor="ctr"/>
          <a:lstStyle>
            <a:lvl1pPr algn="ct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787388" y="4439151"/>
            <a:ext cx="907521" cy="254994"/>
          </a:xfrm>
          <a:prstGeom prst="rect">
            <a:avLst/>
          </a:prstGeom>
        </p:spPr>
        <p:txBody>
          <a:bodyPr vert="horz" lIns="49365" tIns="24682" rIns="49365" bIns="24682" rtlCol="0" anchor="ctr"/>
          <a:lstStyle>
            <a:lvl1pPr algn="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93642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116" indent="-185116" algn="l" defTabSz="493642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01084" indent="-154263" algn="l" defTabSz="493642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17052" indent="-123410" algn="l" defTabSz="493642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63873" indent="-123410" algn="l" defTabSz="493642" rtl="0" eaLnBrk="1" latinLnBrk="0" hangingPunct="1">
        <a:spcBef>
          <a:spcPct val="20000"/>
        </a:spcBef>
        <a:buFont typeface="Arial" panose="020B0604020202020204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10694" indent="-123410" algn="l" defTabSz="493642" rtl="0" eaLnBrk="1" latinLnBrk="0" hangingPunct="1">
        <a:spcBef>
          <a:spcPct val="20000"/>
        </a:spcBef>
        <a:buFont typeface="Arial" panose="020B0604020202020204" pitchFamily="34" charset="0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57515" indent="-123410" algn="l" defTabSz="493642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604336" indent="-123410" algn="l" defTabSz="493642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51157" indent="-123410" algn="l" defTabSz="493642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097978" indent="-123410" algn="l" defTabSz="493642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246821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493642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740463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987283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34105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480925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727747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974567" algn="l" defTabSz="493642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2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4"/>
          <a:stretch/>
        </p:blipFill>
        <p:spPr bwMode="auto">
          <a:xfrm>
            <a:off x="-144115" y="27471"/>
            <a:ext cx="4241844" cy="4886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5529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314</cp:revision>
  <cp:lastPrinted>2017-01-06T15:27:18Z</cp:lastPrinted>
  <dcterms:created xsi:type="dcterms:W3CDTF">2013-09-27T09:14:25Z</dcterms:created>
  <dcterms:modified xsi:type="dcterms:W3CDTF">2017-07-12T11:09:19Z</dcterms:modified>
</cp:coreProperties>
</file>