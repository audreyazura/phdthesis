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93" r:id="rId2"/>
  </p:sldIdLst>
  <p:sldSz cx="4789488" cy="5868988"/>
  <p:notesSz cx="6797675" cy="9926638"/>
  <p:defaultTextStyle>
    <a:defPPr>
      <a:defRPr lang="en-US"/>
    </a:defPPr>
    <a:lvl1pPr marL="0" algn="l" defTabSz="59589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97950" algn="l" defTabSz="59589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595898" algn="l" defTabSz="59589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893848" algn="l" defTabSz="59589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191795" algn="l" defTabSz="59589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1489746" algn="l" defTabSz="59589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1787694" algn="l" defTabSz="59589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2085644" algn="l" defTabSz="59589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2383593" algn="l" defTabSz="59589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7829" autoAdjust="0"/>
  </p:normalViewPr>
  <p:slideViewPr>
    <p:cSldViewPr>
      <p:cViewPr>
        <p:scale>
          <a:sx n="100" d="100"/>
          <a:sy n="100" d="100"/>
        </p:scale>
        <p:origin x="-2256" y="-186"/>
      </p:cViewPr>
      <p:guideLst>
        <p:guide orient="horz" pos="1850"/>
        <p:guide pos="151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2" y="5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0296" y="5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/>
          <a:lstStyle>
            <a:lvl1pPr algn="r">
              <a:defRPr sz="1200"/>
            </a:lvl1pPr>
          </a:lstStyle>
          <a:p>
            <a:fld id="{A732596A-CC33-44AB-A517-CD91BCF05E15}" type="datetimeFigureOut">
              <a:rPr lang="en-US" smtClean="0"/>
              <a:t>7/13/2017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881188" y="744538"/>
            <a:ext cx="303530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182" tIns="44091" rIns="88182" bIns="44091" rtlCol="0" anchor="ctr"/>
          <a:lstStyle/>
          <a:p>
            <a:endParaRPr lang="en-US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79467" y="4714653"/>
            <a:ext cx="5438748" cy="4466756"/>
          </a:xfrm>
          <a:prstGeom prst="rect">
            <a:avLst/>
          </a:prstGeom>
        </p:spPr>
        <p:txBody>
          <a:bodyPr vert="horz" lIns="88182" tIns="44091" rIns="88182" bIns="44091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2" y="9429310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0296" y="9429310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 anchor="b"/>
          <a:lstStyle>
            <a:lvl1pPr algn="r">
              <a:defRPr sz="1200"/>
            </a:lvl1pPr>
          </a:lstStyle>
          <a:p>
            <a:fld id="{062323BE-C712-422A-9927-239FDB89279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101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595898" rtl="0" eaLnBrk="1" latinLnBrk="0" hangingPunct="1">
      <a:defRPr sz="700" kern="1200">
        <a:solidFill>
          <a:schemeClr val="tx1"/>
        </a:solidFill>
        <a:latin typeface="+mn-lt"/>
        <a:ea typeface="+mn-ea"/>
        <a:cs typeface="+mn-cs"/>
      </a:defRPr>
    </a:lvl1pPr>
    <a:lvl2pPr marL="297950" algn="l" defTabSz="595898" rtl="0" eaLnBrk="1" latinLnBrk="0" hangingPunct="1">
      <a:defRPr sz="700" kern="1200">
        <a:solidFill>
          <a:schemeClr val="tx1"/>
        </a:solidFill>
        <a:latin typeface="+mn-lt"/>
        <a:ea typeface="+mn-ea"/>
        <a:cs typeface="+mn-cs"/>
      </a:defRPr>
    </a:lvl2pPr>
    <a:lvl3pPr marL="595898" algn="l" defTabSz="595898" rtl="0" eaLnBrk="1" latinLnBrk="0" hangingPunct="1">
      <a:defRPr sz="700" kern="1200">
        <a:solidFill>
          <a:schemeClr val="tx1"/>
        </a:solidFill>
        <a:latin typeface="+mn-lt"/>
        <a:ea typeface="+mn-ea"/>
        <a:cs typeface="+mn-cs"/>
      </a:defRPr>
    </a:lvl3pPr>
    <a:lvl4pPr marL="893848" algn="l" defTabSz="595898" rtl="0" eaLnBrk="1" latinLnBrk="0" hangingPunct="1">
      <a:defRPr sz="700" kern="1200">
        <a:solidFill>
          <a:schemeClr val="tx1"/>
        </a:solidFill>
        <a:latin typeface="+mn-lt"/>
        <a:ea typeface="+mn-ea"/>
        <a:cs typeface="+mn-cs"/>
      </a:defRPr>
    </a:lvl4pPr>
    <a:lvl5pPr marL="1191795" algn="l" defTabSz="595898" rtl="0" eaLnBrk="1" latinLnBrk="0" hangingPunct="1">
      <a:defRPr sz="700" kern="1200">
        <a:solidFill>
          <a:schemeClr val="tx1"/>
        </a:solidFill>
        <a:latin typeface="+mn-lt"/>
        <a:ea typeface="+mn-ea"/>
        <a:cs typeface="+mn-cs"/>
      </a:defRPr>
    </a:lvl5pPr>
    <a:lvl6pPr marL="1489746" algn="l" defTabSz="595898" rtl="0" eaLnBrk="1" latinLnBrk="0" hangingPunct="1">
      <a:defRPr sz="700" kern="1200">
        <a:solidFill>
          <a:schemeClr val="tx1"/>
        </a:solidFill>
        <a:latin typeface="+mn-lt"/>
        <a:ea typeface="+mn-ea"/>
        <a:cs typeface="+mn-cs"/>
      </a:defRPr>
    </a:lvl6pPr>
    <a:lvl7pPr marL="1787694" algn="l" defTabSz="595898" rtl="0" eaLnBrk="1" latinLnBrk="0" hangingPunct="1">
      <a:defRPr sz="700" kern="1200">
        <a:solidFill>
          <a:schemeClr val="tx1"/>
        </a:solidFill>
        <a:latin typeface="+mn-lt"/>
        <a:ea typeface="+mn-ea"/>
        <a:cs typeface="+mn-cs"/>
      </a:defRPr>
    </a:lvl7pPr>
    <a:lvl8pPr marL="2085644" algn="l" defTabSz="595898" rtl="0" eaLnBrk="1" latinLnBrk="0" hangingPunct="1">
      <a:defRPr sz="700" kern="1200">
        <a:solidFill>
          <a:schemeClr val="tx1"/>
        </a:solidFill>
        <a:latin typeface="+mn-lt"/>
        <a:ea typeface="+mn-ea"/>
        <a:cs typeface="+mn-cs"/>
      </a:defRPr>
    </a:lvl8pPr>
    <a:lvl9pPr marL="2383593" algn="l" defTabSz="595898" rtl="0" eaLnBrk="1" latinLnBrk="0" hangingPunct="1">
      <a:defRPr sz="7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359218" y="1823196"/>
            <a:ext cx="4071064" cy="1258027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718430" y="3325764"/>
            <a:ext cx="3352643" cy="149985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979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95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893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1917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4897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7876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0856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3835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7/13/2017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807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7/13/2017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03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78342" y="3771371"/>
            <a:ext cx="4071064" cy="1165645"/>
          </a:xfrm>
        </p:spPr>
        <p:txBody>
          <a:bodyPr anchor="t"/>
          <a:lstStyle>
            <a:lvl1pPr algn="l">
              <a:defRPr sz="2700" b="1" cap="all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78342" y="2487533"/>
            <a:ext cx="4071064" cy="1283840"/>
          </a:xfrm>
        </p:spPr>
        <p:txBody>
          <a:bodyPr anchor="b"/>
          <a:lstStyle>
            <a:lvl1pPr marL="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29795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595898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3pPr>
            <a:lvl4pPr marL="893848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19179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489746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787694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2085644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383593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7/13/2017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022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239480" y="1369433"/>
            <a:ext cx="2115358" cy="3873261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2434664" y="1369433"/>
            <a:ext cx="2115358" cy="3873261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7/13/2017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634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39484" y="1313735"/>
            <a:ext cx="2116189" cy="547499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297950" indent="0">
              <a:buNone/>
              <a:defRPr sz="1400" b="1"/>
            </a:lvl2pPr>
            <a:lvl3pPr marL="595898" indent="0">
              <a:buNone/>
              <a:defRPr sz="1200" b="1"/>
            </a:lvl3pPr>
            <a:lvl4pPr marL="893848" indent="0">
              <a:buNone/>
              <a:defRPr sz="1000" b="1"/>
            </a:lvl4pPr>
            <a:lvl5pPr marL="1191795" indent="0">
              <a:buNone/>
              <a:defRPr sz="1000" b="1"/>
            </a:lvl5pPr>
            <a:lvl6pPr marL="1489746" indent="0">
              <a:buNone/>
              <a:defRPr sz="1000" b="1"/>
            </a:lvl6pPr>
            <a:lvl7pPr marL="1787694" indent="0">
              <a:buNone/>
              <a:defRPr sz="1000" b="1"/>
            </a:lvl7pPr>
            <a:lvl8pPr marL="2085644" indent="0">
              <a:buNone/>
              <a:defRPr sz="1000" b="1"/>
            </a:lvl8pPr>
            <a:lvl9pPr marL="2383593" indent="0">
              <a:buNone/>
              <a:defRPr sz="10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239484" y="1861232"/>
            <a:ext cx="2116189" cy="3381461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2433000" y="1313735"/>
            <a:ext cx="2117019" cy="547499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297950" indent="0">
              <a:buNone/>
              <a:defRPr sz="1400" b="1"/>
            </a:lvl2pPr>
            <a:lvl3pPr marL="595898" indent="0">
              <a:buNone/>
              <a:defRPr sz="1200" b="1"/>
            </a:lvl3pPr>
            <a:lvl4pPr marL="893848" indent="0">
              <a:buNone/>
              <a:defRPr sz="1000" b="1"/>
            </a:lvl4pPr>
            <a:lvl5pPr marL="1191795" indent="0">
              <a:buNone/>
              <a:defRPr sz="1000" b="1"/>
            </a:lvl5pPr>
            <a:lvl6pPr marL="1489746" indent="0">
              <a:buNone/>
              <a:defRPr sz="1000" b="1"/>
            </a:lvl6pPr>
            <a:lvl7pPr marL="1787694" indent="0">
              <a:buNone/>
              <a:defRPr sz="1000" b="1"/>
            </a:lvl7pPr>
            <a:lvl8pPr marL="2085644" indent="0">
              <a:buNone/>
              <a:defRPr sz="1000" b="1"/>
            </a:lvl8pPr>
            <a:lvl9pPr marL="2383593" indent="0">
              <a:buNone/>
              <a:defRPr sz="10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2433000" y="1861232"/>
            <a:ext cx="2117019" cy="3381461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7/13/2017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172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7/13/2017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100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7/13/2017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055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9480" y="233678"/>
            <a:ext cx="1575709" cy="994467"/>
          </a:xfrm>
        </p:spPr>
        <p:txBody>
          <a:bodyPr anchor="b"/>
          <a:lstStyle>
            <a:lvl1pPr algn="l">
              <a:defRPr sz="14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872566" y="233674"/>
            <a:ext cx="2677457" cy="5009017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9480" y="1228140"/>
            <a:ext cx="1575709" cy="4014552"/>
          </a:xfrm>
        </p:spPr>
        <p:txBody>
          <a:bodyPr/>
          <a:lstStyle>
            <a:lvl1pPr marL="0" indent="0">
              <a:buNone/>
              <a:defRPr sz="900"/>
            </a:lvl1pPr>
            <a:lvl2pPr marL="297950" indent="0">
              <a:buNone/>
              <a:defRPr sz="700"/>
            </a:lvl2pPr>
            <a:lvl3pPr marL="595898" indent="0">
              <a:buNone/>
              <a:defRPr sz="600"/>
            </a:lvl3pPr>
            <a:lvl4pPr marL="893848" indent="0">
              <a:buNone/>
              <a:defRPr sz="500"/>
            </a:lvl4pPr>
            <a:lvl5pPr marL="1191795" indent="0">
              <a:buNone/>
              <a:defRPr sz="500"/>
            </a:lvl5pPr>
            <a:lvl6pPr marL="1489746" indent="0">
              <a:buNone/>
              <a:defRPr sz="500"/>
            </a:lvl6pPr>
            <a:lvl7pPr marL="1787694" indent="0">
              <a:buNone/>
              <a:defRPr sz="500"/>
            </a:lvl7pPr>
            <a:lvl8pPr marL="2085644" indent="0">
              <a:buNone/>
              <a:defRPr sz="500"/>
            </a:lvl8pPr>
            <a:lvl9pPr marL="2383593" indent="0">
              <a:buNone/>
              <a:defRPr sz="5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7/13/2017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348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38777" y="4108296"/>
            <a:ext cx="2873693" cy="485009"/>
          </a:xfrm>
        </p:spPr>
        <p:txBody>
          <a:bodyPr anchor="b"/>
          <a:lstStyle>
            <a:lvl1pPr algn="l">
              <a:defRPr sz="14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938777" y="524411"/>
            <a:ext cx="2873693" cy="3521393"/>
          </a:xfrm>
        </p:spPr>
        <p:txBody>
          <a:bodyPr/>
          <a:lstStyle>
            <a:lvl1pPr marL="0" indent="0">
              <a:buNone/>
              <a:defRPr sz="2200"/>
            </a:lvl1pPr>
            <a:lvl2pPr marL="297950" indent="0">
              <a:buNone/>
              <a:defRPr sz="1800"/>
            </a:lvl2pPr>
            <a:lvl3pPr marL="595898" indent="0">
              <a:buNone/>
              <a:defRPr sz="1600"/>
            </a:lvl3pPr>
            <a:lvl4pPr marL="893848" indent="0">
              <a:buNone/>
              <a:defRPr sz="1400"/>
            </a:lvl4pPr>
            <a:lvl5pPr marL="1191795" indent="0">
              <a:buNone/>
              <a:defRPr sz="1400"/>
            </a:lvl5pPr>
            <a:lvl6pPr marL="1489746" indent="0">
              <a:buNone/>
              <a:defRPr sz="1400"/>
            </a:lvl6pPr>
            <a:lvl7pPr marL="1787694" indent="0">
              <a:buNone/>
              <a:defRPr sz="1400"/>
            </a:lvl7pPr>
            <a:lvl8pPr marL="2085644" indent="0">
              <a:buNone/>
              <a:defRPr sz="1400"/>
            </a:lvl8pPr>
            <a:lvl9pPr marL="2383593" indent="0">
              <a:buNone/>
              <a:defRPr sz="1400"/>
            </a:lvl9pPr>
          </a:lstStyle>
          <a:p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938777" y="4593306"/>
            <a:ext cx="2873693" cy="688791"/>
          </a:xfrm>
        </p:spPr>
        <p:txBody>
          <a:bodyPr/>
          <a:lstStyle>
            <a:lvl1pPr marL="0" indent="0">
              <a:buNone/>
              <a:defRPr sz="900"/>
            </a:lvl1pPr>
            <a:lvl2pPr marL="297950" indent="0">
              <a:buNone/>
              <a:defRPr sz="700"/>
            </a:lvl2pPr>
            <a:lvl3pPr marL="595898" indent="0">
              <a:buNone/>
              <a:defRPr sz="600"/>
            </a:lvl3pPr>
            <a:lvl4pPr marL="893848" indent="0">
              <a:buNone/>
              <a:defRPr sz="500"/>
            </a:lvl4pPr>
            <a:lvl5pPr marL="1191795" indent="0">
              <a:buNone/>
              <a:defRPr sz="500"/>
            </a:lvl5pPr>
            <a:lvl6pPr marL="1489746" indent="0">
              <a:buNone/>
              <a:defRPr sz="500"/>
            </a:lvl6pPr>
            <a:lvl7pPr marL="1787694" indent="0">
              <a:buNone/>
              <a:defRPr sz="500"/>
            </a:lvl7pPr>
            <a:lvl8pPr marL="2085644" indent="0">
              <a:buNone/>
              <a:defRPr sz="500"/>
            </a:lvl8pPr>
            <a:lvl9pPr marL="2383593" indent="0">
              <a:buNone/>
              <a:defRPr sz="5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7/13/2017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604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7/13/2017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05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3472385" y="235038"/>
            <a:ext cx="1077634" cy="5007657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239480" y="235038"/>
            <a:ext cx="3153080" cy="5007657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7/13/2017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030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239479" y="235036"/>
            <a:ext cx="4310541" cy="978166"/>
          </a:xfrm>
          <a:prstGeom prst="rect">
            <a:avLst/>
          </a:prstGeom>
        </p:spPr>
        <p:txBody>
          <a:bodyPr vert="horz" lIns="59590" tIns="29795" rIns="59590" bIns="29795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39479" y="1369433"/>
            <a:ext cx="4310541" cy="3873261"/>
          </a:xfrm>
          <a:prstGeom prst="rect">
            <a:avLst/>
          </a:prstGeom>
        </p:spPr>
        <p:txBody>
          <a:bodyPr vert="horz" lIns="59590" tIns="29795" rIns="59590" bIns="29795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239482" y="5439689"/>
            <a:ext cx="1117548" cy="312467"/>
          </a:xfrm>
          <a:prstGeom prst="rect">
            <a:avLst/>
          </a:prstGeom>
        </p:spPr>
        <p:txBody>
          <a:bodyPr vert="horz" lIns="59590" tIns="29795" rIns="59590" bIns="29795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2CF840-51FB-49D9-ADDC-0C52DA34DC77}" type="datetimeFigureOut">
              <a:rPr lang="en-US" smtClean="0"/>
              <a:t>7/13/2017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636412" y="5439689"/>
            <a:ext cx="1516672" cy="312467"/>
          </a:xfrm>
          <a:prstGeom prst="rect">
            <a:avLst/>
          </a:prstGeom>
        </p:spPr>
        <p:txBody>
          <a:bodyPr vert="horz" lIns="59590" tIns="29795" rIns="59590" bIns="29795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3432472" y="5439689"/>
            <a:ext cx="1117548" cy="312467"/>
          </a:xfrm>
          <a:prstGeom prst="rect">
            <a:avLst/>
          </a:prstGeom>
        </p:spPr>
        <p:txBody>
          <a:bodyPr vert="horz" lIns="59590" tIns="29795" rIns="59590" bIns="29795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499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595898" rtl="0" eaLnBrk="1" latinLnBrk="0" hangingPunct="1"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3462" indent="-223462" algn="l" defTabSz="595898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84167" indent="-186218" algn="l" defTabSz="595898" rtl="0" eaLnBrk="1" latinLnBrk="0" hangingPunct="1">
        <a:spcBef>
          <a:spcPct val="20000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44873" indent="-148974" algn="l" defTabSz="595898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42821" indent="-148974" algn="l" defTabSz="595898" rtl="0" eaLnBrk="1" latinLnBrk="0" hangingPunct="1">
        <a:spcBef>
          <a:spcPct val="200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40771" indent="-148974" algn="l" defTabSz="595898" rtl="0" eaLnBrk="1" latinLnBrk="0" hangingPunct="1">
        <a:spcBef>
          <a:spcPct val="20000"/>
        </a:spcBef>
        <a:buFont typeface="Arial" panose="020B0604020202020204" pitchFamily="34" charset="0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38720" indent="-148974" algn="l" defTabSz="595898" rtl="0" eaLnBrk="1" latinLnBrk="0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36669" indent="-148974" algn="l" defTabSz="595898" rtl="0" eaLnBrk="1" latinLnBrk="0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34619" indent="-148974" algn="l" defTabSz="595898" rtl="0" eaLnBrk="1" latinLnBrk="0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32567" indent="-148974" algn="l" defTabSz="595898" rtl="0" eaLnBrk="1" latinLnBrk="0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9589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297950" algn="l" defTabSz="59589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95898" algn="l" defTabSz="59589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893848" algn="l" defTabSz="59589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91795" algn="l" defTabSz="59589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489746" algn="l" defTabSz="59589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787694" algn="l" defTabSz="59589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085644" algn="l" defTabSz="59589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383593" algn="l" defTabSz="59589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1682" y="-140569"/>
            <a:ext cx="5192713" cy="615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28196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5530</TotalTime>
  <Words>0</Words>
  <Application>Microsoft Office PowerPoint</Application>
  <PresentationFormat>Personnalisé</PresentationFormat>
  <Paragraphs>0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lucien.besombes</dc:creator>
  <cp:lastModifiedBy>Alban Lafuente</cp:lastModifiedBy>
  <cp:revision>316</cp:revision>
  <cp:lastPrinted>2017-01-06T15:27:18Z</cp:lastPrinted>
  <dcterms:created xsi:type="dcterms:W3CDTF">2013-09-27T09:14:25Z</dcterms:created>
  <dcterms:modified xsi:type="dcterms:W3CDTF">2017-07-13T13:57:58Z</dcterms:modified>
</cp:coreProperties>
</file>