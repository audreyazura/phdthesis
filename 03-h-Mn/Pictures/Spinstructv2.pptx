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121400" cy="7200900"/>
  <p:notesSz cx="6858000" cy="9144000"/>
  <p:defaultTextStyle>
    <a:defPPr>
      <a:defRPr lang="fr-FR"/>
    </a:defPPr>
    <a:lvl1pPr marL="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256" y="-270"/>
      </p:cViewPr>
      <p:guideLst>
        <p:guide orient="horz" pos="2268"/>
        <p:guide pos="1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F6FB5-136D-4CF9-BD29-BEE1BA05A92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971675" y="685800"/>
            <a:ext cx="2914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71217E-C2D3-45F9-B5A3-34DAC284A4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6123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42570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88513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27709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77027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1284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655418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09798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540557" algn="l" defTabSz="8851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971675" y="685800"/>
            <a:ext cx="291465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71217E-C2D3-45F9-B5A3-34DAC284A46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2240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59107" y="2236949"/>
            <a:ext cx="5203191" cy="154352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18211" y="4080512"/>
            <a:ext cx="4284980" cy="18402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5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7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70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2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5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7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40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8995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5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83550" y="4627250"/>
            <a:ext cx="5203191" cy="1430177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83550" y="3052052"/>
            <a:ext cx="5203191" cy="1575197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57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513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77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702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28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541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798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4055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101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06071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111712" y="1680211"/>
            <a:ext cx="2703618" cy="4752262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14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2" y="1611870"/>
            <a:ext cx="2704681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6072" y="2283622"/>
            <a:ext cx="2704681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109588" y="1611870"/>
            <a:ext cx="2705743" cy="67174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570" indent="0">
              <a:buNone/>
              <a:defRPr sz="1900" b="1"/>
            </a:lvl2pPr>
            <a:lvl3pPr marL="885139" indent="0">
              <a:buNone/>
              <a:defRPr sz="1700" b="1"/>
            </a:lvl3pPr>
            <a:lvl4pPr marL="1327709" indent="0">
              <a:buNone/>
              <a:defRPr sz="1500" b="1"/>
            </a:lvl4pPr>
            <a:lvl5pPr marL="1770278" indent="0">
              <a:buNone/>
              <a:defRPr sz="1500" b="1"/>
            </a:lvl5pPr>
            <a:lvl6pPr marL="2212848" indent="0">
              <a:buNone/>
              <a:defRPr sz="1500" b="1"/>
            </a:lvl6pPr>
            <a:lvl7pPr marL="2655418" indent="0">
              <a:buNone/>
              <a:defRPr sz="1500" b="1"/>
            </a:lvl7pPr>
            <a:lvl8pPr marL="3097987" indent="0">
              <a:buNone/>
              <a:defRPr sz="1500" b="1"/>
            </a:lvl8pPr>
            <a:lvl9pPr marL="3540557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109588" y="2283622"/>
            <a:ext cx="2705743" cy="4148852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314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1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91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6071" y="286706"/>
            <a:ext cx="2013899" cy="1220153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93298" y="286704"/>
            <a:ext cx="3422032" cy="6145768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06071" y="1506855"/>
            <a:ext cx="2013899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621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9838" y="5040632"/>
            <a:ext cx="3672840" cy="595074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99838" y="643415"/>
            <a:ext cx="3672840" cy="4320540"/>
          </a:xfrm>
        </p:spPr>
        <p:txBody>
          <a:bodyPr/>
          <a:lstStyle>
            <a:lvl1pPr marL="0" indent="0">
              <a:buNone/>
              <a:defRPr sz="3100"/>
            </a:lvl1pPr>
            <a:lvl2pPr marL="442570" indent="0">
              <a:buNone/>
              <a:defRPr sz="2700"/>
            </a:lvl2pPr>
            <a:lvl3pPr marL="885139" indent="0">
              <a:buNone/>
              <a:defRPr sz="2300"/>
            </a:lvl3pPr>
            <a:lvl4pPr marL="1327709" indent="0">
              <a:buNone/>
              <a:defRPr sz="1900"/>
            </a:lvl4pPr>
            <a:lvl5pPr marL="1770278" indent="0">
              <a:buNone/>
              <a:defRPr sz="1900"/>
            </a:lvl5pPr>
            <a:lvl6pPr marL="2212848" indent="0">
              <a:buNone/>
              <a:defRPr sz="1900"/>
            </a:lvl6pPr>
            <a:lvl7pPr marL="2655418" indent="0">
              <a:buNone/>
              <a:defRPr sz="1900"/>
            </a:lvl7pPr>
            <a:lvl8pPr marL="3097987" indent="0">
              <a:buNone/>
              <a:defRPr sz="1900"/>
            </a:lvl8pPr>
            <a:lvl9pPr marL="3540557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99838" y="5635706"/>
            <a:ext cx="3672840" cy="845106"/>
          </a:xfrm>
        </p:spPr>
        <p:txBody>
          <a:bodyPr/>
          <a:lstStyle>
            <a:lvl1pPr marL="0" indent="0">
              <a:buNone/>
              <a:defRPr sz="1400"/>
            </a:lvl1pPr>
            <a:lvl2pPr marL="442570" indent="0">
              <a:buNone/>
              <a:defRPr sz="1200"/>
            </a:lvl2pPr>
            <a:lvl3pPr marL="885139" indent="0">
              <a:buNone/>
              <a:defRPr sz="1000"/>
            </a:lvl3pPr>
            <a:lvl4pPr marL="1327709" indent="0">
              <a:buNone/>
              <a:defRPr sz="900"/>
            </a:lvl4pPr>
            <a:lvl5pPr marL="1770278" indent="0">
              <a:buNone/>
              <a:defRPr sz="900"/>
            </a:lvl5pPr>
            <a:lvl6pPr marL="2212848" indent="0">
              <a:buNone/>
              <a:defRPr sz="900"/>
            </a:lvl6pPr>
            <a:lvl7pPr marL="2655418" indent="0">
              <a:buNone/>
              <a:defRPr sz="900"/>
            </a:lvl7pPr>
            <a:lvl8pPr marL="3097987" indent="0">
              <a:buNone/>
              <a:defRPr sz="900"/>
            </a:lvl8pPr>
            <a:lvl9pPr marL="3540557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61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2654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438017" y="288371"/>
            <a:ext cx="1377314" cy="614410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06073" y="288371"/>
            <a:ext cx="4029921" cy="614410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79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06071" y="288371"/>
            <a:ext cx="5509261" cy="1200150"/>
          </a:xfrm>
          <a:prstGeom prst="rect">
            <a:avLst/>
          </a:prstGeom>
        </p:spPr>
        <p:txBody>
          <a:bodyPr vert="horz" lIns="88514" tIns="44257" rIns="88514" bIns="4425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1" y="1680211"/>
            <a:ext cx="5509261" cy="4752262"/>
          </a:xfrm>
          <a:prstGeom prst="rect">
            <a:avLst/>
          </a:prstGeom>
        </p:spPr>
        <p:txBody>
          <a:bodyPr vert="horz" lIns="88514" tIns="44257" rIns="88514" bIns="4425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06071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DAA2F-14BA-4317-9AFA-84C92A21E2BC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91479" y="6674169"/>
            <a:ext cx="1938443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387004" y="6674169"/>
            <a:ext cx="1428326" cy="383382"/>
          </a:xfrm>
          <a:prstGeom prst="rect">
            <a:avLst/>
          </a:prstGeom>
        </p:spPr>
        <p:txBody>
          <a:bodyPr vert="horz" lIns="88514" tIns="44257" rIns="88514" bIns="44257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69C02-7A73-4B27-9649-3FC81ED9B7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069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513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927" indent="-331927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9176" indent="-276606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642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8994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56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4133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670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927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61842" indent="-221285" algn="l" defTabSz="8851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570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513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7709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7027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284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5418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798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40557" algn="l" defTabSz="88513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ZoneTexte 520"/>
          <p:cNvSpPr txBox="1"/>
          <p:nvPr/>
        </p:nvSpPr>
        <p:spPr>
          <a:xfrm>
            <a:off x="1387937" y="13275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2" name="Line 17"/>
          <p:cNvSpPr>
            <a:spLocks noChangeShapeType="1"/>
          </p:cNvSpPr>
          <p:nvPr/>
        </p:nvSpPr>
        <p:spPr bwMode="auto">
          <a:xfrm>
            <a:off x="2527691" y="50209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3" name="Line 17"/>
          <p:cNvSpPr>
            <a:spLocks noChangeShapeType="1"/>
          </p:cNvSpPr>
          <p:nvPr/>
        </p:nvSpPr>
        <p:spPr bwMode="auto">
          <a:xfrm>
            <a:off x="2967332" y="405946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4" name="Line 17"/>
          <p:cNvSpPr>
            <a:spLocks noChangeShapeType="1"/>
          </p:cNvSpPr>
          <p:nvPr/>
        </p:nvSpPr>
        <p:spPr bwMode="auto">
          <a:xfrm>
            <a:off x="3404001" y="50209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5" name="Line 17"/>
          <p:cNvSpPr>
            <a:spLocks noChangeShapeType="1"/>
          </p:cNvSpPr>
          <p:nvPr/>
        </p:nvSpPr>
        <p:spPr bwMode="auto">
          <a:xfrm>
            <a:off x="3375558" y="1078155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6" name="Line 17"/>
          <p:cNvSpPr>
            <a:spLocks noChangeShapeType="1"/>
          </p:cNvSpPr>
          <p:nvPr/>
        </p:nvSpPr>
        <p:spPr bwMode="auto">
          <a:xfrm>
            <a:off x="3651126" y="122217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7" name="Line 17"/>
          <p:cNvSpPr>
            <a:spLocks noChangeShapeType="1"/>
          </p:cNvSpPr>
          <p:nvPr/>
        </p:nvSpPr>
        <p:spPr bwMode="auto">
          <a:xfrm>
            <a:off x="2517326" y="1078155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8" name="Line 17"/>
          <p:cNvSpPr>
            <a:spLocks noChangeShapeType="1"/>
          </p:cNvSpPr>
          <p:nvPr/>
        </p:nvSpPr>
        <p:spPr bwMode="auto">
          <a:xfrm>
            <a:off x="2288051" y="122217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9" name="Rectangle 528"/>
          <p:cNvSpPr/>
          <p:nvPr/>
        </p:nvSpPr>
        <p:spPr>
          <a:xfrm>
            <a:off x="3136012" y="-1965"/>
            <a:ext cx="217128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600" dirty="0"/>
          </a:p>
        </p:txBody>
      </p:sp>
      <p:sp>
        <p:nvSpPr>
          <p:cNvPr id="530" name="Rectangle 529"/>
          <p:cNvSpPr/>
          <p:nvPr/>
        </p:nvSpPr>
        <p:spPr>
          <a:xfrm>
            <a:off x="3981156" y="977741"/>
            <a:ext cx="591710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M=3</a:t>
            </a:r>
            <a:endParaRPr lang="en-US" sz="1400" dirty="0"/>
          </a:p>
        </p:txBody>
      </p:sp>
      <p:cxnSp>
        <p:nvCxnSpPr>
          <p:cNvPr id="531" name="Connecteur droit avec flèche 530"/>
          <p:cNvCxnSpPr>
            <a:stCxn id="541" idx="0"/>
          </p:cNvCxnSpPr>
          <p:nvPr/>
        </p:nvCxnSpPr>
        <p:spPr>
          <a:xfrm flipV="1">
            <a:off x="3049698" y="113471"/>
            <a:ext cx="16156" cy="37255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Connecteur droit avec flèche 531"/>
          <p:cNvCxnSpPr/>
          <p:nvPr/>
        </p:nvCxnSpPr>
        <p:spPr>
          <a:xfrm flipV="1">
            <a:off x="1660780" y="3685134"/>
            <a:ext cx="3238663" cy="33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onnecteur droit 532"/>
          <p:cNvCxnSpPr/>
          <p:nvPr/>
        </p:nvCxnSpPr>
        <p:spPr>
          <a:xfrm flipH="1">
            <a:off x="3293642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" name="Connecteur droit 533"/>
          <p:cNvCxnSpPr/>
          <p:nvPr/>
        </p:nvCxnSpPr>
        <p:spPr>
          <a:xfrm flipH="1">
            <a:off x="3536366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5" name="Connecteur droit 534"/>
          <p:cNvCxnSpPr/>
          <p:nvPr/>
        </p:nvCxnSpPr>
        <p:spPr>
          <a:xfrm flipH="1">
            <a:off x="3763546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onnecteur droit 535"/>
          <p:cNvCxnSpPr/>
          <p:nvPr/>
        </p:nvCxnSpPr>
        <p:spPr>
          <a:xfrm flipH="1">
            <a:off x="3990725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7" name="Connecteur droit 536"/>
          <p:cNvCxnSpPr/>
          <p:nvPr/>
        </p:nvCxnSpPr>
        <p:spPr>
          <a:xfrm flipH="1">
            <a:off x="2816969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Connecteur droit 537"/>
          <p:cNvCxnSpPr/>
          <p:nvPr/>
        </p:nvCxnSpPr>
        <p:spPr>
          <a:xfrm flipH="1">
            <a:off x="2589790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Connecteur droit 538"/>
          <p:cNvCxnSpPr/>
          <p:nvPr/>
        </p:nvCxnSpPr>
        <p:spPr>
          <a:xfrm flipH="1">
            <a:off x="2362610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Connecteur droit 539"/>
          <p:cNvCxnSpPr/>
          <p:nvPr/>
        </p:nvCxnSpPr>
        <p:spPr>
          <a:xfrm flipH="1">
            <a:off x="2135431" y="3623051"/>
            <a:ext cx="1" cy="13094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Rectangle 540"/>
          <p:cNvSpPr/>
          <p:nvPr/>
        </p:nvSpPr>
        <p:spPr>
          <a:xfrm>
            <a:off x="2898141" y="3839006"/>
            <a:ext cx="30311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1400" dirty="0"/>
          </a:p>
        </p:txBody>
      </p:sp>
      <p:sp>
        <p:nvSpPr>
          <p:cNvPr id="542" name="Rectangle 541"/>
          <p:cNvSpPr/>
          <p:nvPr/>
        </p:nvSpPr>
        <p:spPr>
          <a:xfrm>
            <a:off x="3088649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+1</a:t>
            </a:r>
            <a:endParaRPr lang="en-US" sz="1400" dirty="0"/>
          </a:p>
        </p:txBody>
      </p:sp>
      <p:sp>
        <p:nvSpPr>
          <p:cNvPr id="543" name="Rectangle 542"/>
          <p:cNvSpPr/>
          <p:nvPr/>
        </p:nvSpPr>
        <p:spPr>
          <a:xfrm>
            <a:off x="3306406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+2</a:t>
            </a:r>
            <a:endParaRPr lang="en-US" sz="1400" dirty="0"/>
          </a:p>
        </p:txBody>
      </p:sp>
      <p:sp>
        <p:nvSpPr>
          <p:cNvPr id="544" name="Rectangle 543"/>
          <p:cNvSpPr/>
          <p:nvPr/>
        </p:nvSpPr>
        <p:spPr>
          <a:xfrm>
            <a:off x="3549131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+3</a:t>
            </a:r>
            <a:endParaRPr lang="en-US" sz="1400" dirty="0"/>
          </a:p>
        </p:txBody>
      </p:sp>
      <p:sp>
        <p:nvSpPr>
          <p:cNvPr id="545" name="Rectangle 544"/>
          <p:cNvSpPr/>
          <p:nvPr/>
        </p:nvSpPr>
        <p:spPr>
          <a:xfrm>
            <a:off x="3787300" y="3839006"/>
            <a:ext cx="414658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+4</a:t>
            </a:r>
            <a:endParaRPr lang="en-US" sz="1400" dirty="0"/>
          </a:p>
        </p:txBody>
      </p:sp>
      <p:sp>
        <p:nvSpPr>
          <p:cNvPr id="546" name="Rectangle 545"/>
          <p:cNvSpPr/>
          <p:nvPr/>
        </p:nvSpPr>
        <p:spPr>
          <a:xfrm>
            <a:off x="2594829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dirty="0"/>
          </a:p>
        </p:txBody>
      </p:sp>
      <p:sp>
        <p:nvSpPr>
          <p:cNvPr id="547" name="Rectangle 546"/>
          <p:cNvSpPr/>
          <p:nvPr/>
        </p:nvSpPr>
        <p:spPr>
          <a:xfrm>
            <a:off x="2367650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1400" dirty="0"/>
          </a:p>
        </p:txBody>
      </p:sp>
      <p:sp>
        <p:nvSpPr>
          <p:cNvPr id="548" name="Rectangle 547"/>
          <p:cNvSpPr/>
          <p:nvPr/>
        </p:nvSpPr>
        <p:spPr>
          <a:xfrm>
            <a:off x="2140471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sz="1400" dirty="0"/>
          </a:p>
        </p:txBody>
      </p:sp>
      <p:sp>
        <p:nvSpPr>
          <p:cNvPr id="549" name="Rectangle 548"/>
          <p:cNvSpPr/>
          <p:nvPr/>
        </p:nvSpPr>
        <p:spPr>
          <a:xfrm>
            <a:off x="1913292" y="3839006"/>
            <a:ext cx="368624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sz="1400" dirty="0"/>
          </a:p>
        </p:txBody>
      </p:sp>
      <p:sp>
        <p:nvSpPr>
          <p:cNvPr id="550" name="Rectangle 549"/>
          <p:cNvSpPr/>
          <p:nvPr/>
        </p:nvSpPr>
        <p:spPr>
          <a:xfrm>
            <a:off x="4623398" y="3717032"/>
            <a:ext cx="300293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1600" baseline="-25000" dirty="0"/>
          </a:p>
        </p:txBody>
      </p:sp>
      <p:sp>
        <p:nvSpPr>
          <p:cNvPr id="551" name="ZoneTexte 550"/>
          <p:cNvSpPr txBox="1"/>
          <p:nvPr/>
        </p:nvSpPr>
        <p:spPr>
          <a:xfrm>
            <a:off x="4170576" y="1972759"/>
            <a:ext cx="53855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=+5/2</a:t>
            </a:r>
            <a:endParaRPr lang="en-US" sz="14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2" name="ZoneTexte 551"/>
          <p:cNvSpPr txBox="1"/>
          <p:nvPr/>
        </p:nvSpPr>
        <p:spPr>
          <a:xfrm>
            <a:off x="1913292" y="3282221"/>
            <a:ext cx="50933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=-5/2</a:t>
            </a:r>
            <a:endParaRPr lang="en-US" sz="14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3" name="Rectangle 552"/>
          <p:cNvSpPr/>
          <p:nvPr/>
        </p:nvSpPr>
        <p:spPr>
          <a:xfrm>
            <a:off x="3981156" y="238199"/>
            <a:ext cx="591710" cy="33549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M=2</a:t>
            </a:r>
            <a:endParaRPr lang="en-US" sz="1400" dirty="0"/>
          </a:p>
        </p:txBody>
      </p:sp>
      <p:sp>
        <p:nvSpPr>
          <p:cNvPr id="554" name="Rectangle 553"/>
          <p:cNvSpPr/>
          <p:nvPr/>
        </p:nvSpPr>
        <p:spPr>
          <a:xfrm>
            <a:off x="4528811" y="2996952"/>
            <a:ext cx="449766" cy="2308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/>
          </a:p>
        </p:txBody>
      </p:sp>
      <p:sp>
        <p:nvSpPr>
          <p:cNvPr id="555" name="Line 17"/>
          <p:cNvSpPr>
            <a:spLocks noChangeShapeType="1"/>
          </p:cNvSpPr>
          <p:nvPr/>
        </p:nvSpPr>
        <p:spPr bwMode="auto">
          <a:xfrm>
            <a:off x="3874881" y="2182644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6" name="Line 17"/>
          <p:cNvSpPr>
            <a:spLocks noChangeShapeType="1"/>
          </p:cNvSpPr>
          <p:nvPr/>
        </p:nvSpPr>
        <p:spPr bwMode="auto">
          <a:xfrm>
            <a:off x="2720719" y="2903524"/>
            <a:ext cx="642506" cy="0"/>
          </a:xfrm>
          <a:prstGeom prst="line">
            <a:avLst/>
          </a:prstGeom>
          <a:ln>
            <a:solidFill>
              <a:srgbClr val="FF0000"/>
            </a:solidFill>
            <a:prstDash val="sysDot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7" name="Line 17"/>
          <p:cNvSpPr>
            <a:spLocks noChangeShapeType="1"/>
          </p:cNvSpPr>
          <p:nvPr/>
        </p:nvSpPr>
        <p:spPr bwMode="auto">
          <a:xfrm>
            <a:off x="2970678" y="3230213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58" name="Line 17"/>
          <p:cNvSpPr>
            <a:spLocks noChangeShapeType="1"/>
          </p:cNvSpPr>
          <p:nvPr/>
        </p:nvSpPr>
        <p:spPr bwMode="auto">
          <a:xfrm>
            <a:off x="2059705" y="2182644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59" name="Line 17"/>
          <p:cNvSpPr>
            <a:spLocks noChangeShapeType="1"/>
          </p:cNvSpPr>
          <p:nvPr/>
        </p:nvSpPr>
        <p:spPr bwMode="auto">
          <a:xfrm>
            <a:off x="2282371" y="2444535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0" name="Line 17"/>
          <p:cNvSpPr>
            <a:spLocks noChangeShapeType="1"/>
          </p:cNvSpPr>
          <p:nvPr/>
        </p:nvSpPr>
        <p:spPr bwMode="auto">
          <a:xfrm>
            <a:off x="2511806" y="2706428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1" name="Line 17"/>
          <p:cNvSpPr>
            <a:spLocks noChangeShapeType="1"/>
          </p:cNvSpPr>
          <p:nvPr/>
        </p:nvSpPr>
        <p:spPr bwMode="auto">
          <a:xfrm>
            <a:off x="2966164" y="3230213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2" name="Line 17"/>
          <p:cNvSpPr>
            <a:spLocks noChangeShapeType="1"/>
          </p:cNvSpPr>
          <p:nvPr/>
        </p:nvSpPr>
        <p:spPr bwMode="auto">
          <a:xfrm>
            <a:off x="3193343" y="3492105"/>
            <a:ext cx="191572" cy="0"/>
          </a:xfrm>
          <a:prstGeom prst="line">
            <a:avLst/>
          </a:prstGeom>
          <a:noFill/>
          <a:ln w="28575">
            <a:solidFill>
              <a:srgbClr val="00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3" name="ZoneTexte 562"/>
          <p:cNvSpPr txBox="1"/>
          <p:nvPr/>
        </p:nvSpPr>
        <p:spPr>
          <a:xfrm>
            <a:off x="1277026" y="1992075"/>
            <a:ext cx="50933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=-5/2</a:t>
            </a:r>
            <a:endParaRPr lang="en-US" sz="1400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4" name="ZoneTexte 563"/>
          <p:cNvSpPr txBox="1"/>
          <p:nvPr/>
        </p:nvSpPr>
        <p:spPr>
          <a:xfrm>
            <a:off x="3424424" y="3284337"/>
            <a:ext cx="538550" cy="209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fr-FR" sz="1400" baseline="-25000" dirty="0" err="1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=+5/2</a:t>
            </a:r>
            <a:endParaRPr lang="en-US" sz="1400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5" name="Line 17"/>
          <p:cNvSpPr>
            <a:spLocks noChangeShapeType="1"/>
          </p:cNvSpPr>
          <p:nvPr/>
        </p:nvSpPr>
        <p:spPr bwMode="auto">
          <a:xfrm>
            <a:off x="3661637" y="2444535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6" name="Line 17"/>
          <p:cNvSpPr>
            <a:spLocks noChangeShapeType="1"/>
          </p:cNvSpPr>
          <p:nvPr/>
        </p:nvSpPr>
        <p:spPr bwMode="auto">
          <a:xfrm>
            <a:off x="3434458" y="2706428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7" name="Line 17"/>
          <p:cNvSpPr>
            <a:spLocks noChangeShapeType="1"/>
          </p:cNvSpPr>
          <p:nvPr/>
        </p:nvSpPr>
        <p:spPr bwMode="auto">
          <a:xfrm>
            <a:off x="3071174" y="3230213"/>
            <a:ext cx="100498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8" name="Line 17"/>
          <p:cNvSpPr>
            <a:spLocks noChangeShapeType="1"/>
          </p:cNvSpPr>
          <p:nvPr/>
        </p:nvSpPr>
        <p:spPr bwMode="auto">
          <a:xfrm>
            <a:off x="2752922" y="3492105"/>
            <a:ext cx="191572" cy="0"/>
          </a:xfrm>
          <a:prstGeom prst="line">
            <a:avLst/>
          </a:prstGeom>
          <a:ln>
            <a:solidFill>
              <a:srgbClr val="FF0000"/>
            </a:solidFill>
            <a:prstDash val="solid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69" name="ZoneTexte 568"/>
          <p:cNvSpPr txBox="1"/>
          <p:nvPr/>
        </p:nvSpPr>
        <p:spPr>
          <a:xfrm>
            <a:off x="3405004" y="1582211"/>
            <a:ext cx="281188" cy="2518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0" name="ZoneTexte 569"/>
          <p:cNvSpPr txBox="1"/>
          <p:nvPr/>
        </p:nvSpPr>
        <p:spPr>
          <a:xfrm>
            <a:off x="2255339" y="1582211"/>
            <a:ext cx="661345" cy="402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en-US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1" name="Connecteur droit avec flèche 570"/>
          <p:cNvCxnSpPr/>
          <p:nvPr/>
        </p:nvCxnSpPr>
        <p:spPr>
          <a:xfrm>
            <a:off x="3276000" y="996285"/>
            <a:ext cx="252000" cy="170640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2" name="Line 17"/>
          <p:cNvSpPr>
            <a:spLocks noChangeShapeType="1"/>
          </p:cNvSpPr>
          <p:nvPr/>
        </p:nvSpPr>
        <p:spPr bwMode="auto">
          <a:xfrm>
            <a:off x="2731884" y="2902848"/>
            <a:ext cx="657858" cy="677"/>
          </a:xfrm>
          <a:prstGeom prst="line">
            <a:avLst/>
          </a:prstGeom>
          <a:noFill/>
          <a:ln w="28575">
            <a:solidFill>
              <a:srgbClr val="0066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3" name="Line 17"/>
          <p:cNvSpPr>
            <a:spLocks noChangeShapeType="1"/>
          </p:cNvSpPr>
          <p:nvPr/>
        </p:nvSpPr>
        <p:spPr bwMode="auto">
          <a:xfrm>
            <a:off x="2721560" y="3033794"/>
            <a:ext cx="642506" cy="0"/>
          </a:xfrm>
          <a:prstGeom prst="line">
            <a:avLst/>
          </a:prstGeom>
          <a:ln>
            <a:solidFill>
              <a:srgbClr val="FF0000"/>
            </a:solidFill>
            <a:prstDash val="sysDot"/>
            <a:headEnd/>
            <a:tailEnd/>
          </a:ln>
          <a:effectLst/>
          <a:extLst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574" name="Line 17"/>
          <p:cNvSpPr>
            <a:spLocks noChangeShapeType="1"/>
          </p:cNvSpPr>
          <p:nvPr/>
        </p:nvSpPr>
        <p:spPr bwMode="auto">
          <a:xfrm>
            <a:off x="2732726" y="3033117"/>
            <a:ext cx="657858" cy="677"/>
          </a:xfrm>
          <a:prstGeom prst="line">
            <a:avLst/>
          </a:prstGeom>
          <a:noFill/>
          <a:ln w="28575">
            <a:solidFill>
              <a:srgbClr val="0066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5" name="Line 17"/>
          <p:cNvSpPr>
            <a:spLocks noChangeShapeType="1"/>
          </p:cNvSpPr>
          <p:nvPr/>
        </p:nvSpPr>
        <p:spPr bwMode="auto">
          <a:xfrm>
            <a:off x="2971683" y="929731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577" name="Connecteur droit avec flèche 576"/>
          <p:cNvCxnSpPr/>
          <p:nvPr/>
        </p:nvCxnSpPr>
        <p:spPr>
          <a:xfrm flipH="1">
            <a:off x="2607592" y="996285"/>
            <a:ext cx="234000" cy="1703535"/>
          </a:xfrm>
          <a:prstGeom prst="straightConnector1">
            <a:avLst/>
          </a:prstGeom>
          <a:ln w="19050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Rectangle 577"/>
          <p:cNvSpPr/>
          <p:nvPr/>
        </p:nvSpPr>
        <p:spPr>
          <a:xfrm>
            <a:off x="4472609" y="608699"/>
            <a:ext cx="843126" cy="36904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/>
          </a:p>
        </p:txBody>
      </p:sp>
      <p:sp>
        <p:nvSpPr>
          <p:cNvPr id="579" name="Line 17"/>
          <p:cNvSpPr>
            <a:spLocks noChangeShapeType="1"/>
          </p:cNvSpPr>
          <p:nvPr/>
        </p:nvSpPr>
        <p:spPr bwMode="auto">
          <a:xfrm>
            <a:off x="3184680" y="430083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0" name="Line 17"/>
          <p:cNvSpPr>
            <a:spLocks noChangeShapeType="1"/>
          </p:cNvSpPr>
          <p:nvPr/>
        </p:nvSpPr>
        <p:spPr bwMode="auto">
          <a:xfrm>
            <a:off x="3184926" y="1006147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1" name="Line 17"/>
          <p:cNvSpPr>
            <a:spLocks noChangeShapeType="1"/>
          </p:cNvSpPr>
          <p:nvPr/>
        </p:nvSpPr>
        <p:spPr bwMode="auto">
          <a:xfrm>
            <a:off x="2736274" y="430083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2" name="Line 17"/>
          <p:cNvSpPr>
            <a:spLocks noChangeShapeType="1"/>
          </p:cNvSpPr>
          <p:nvPr/>
        </p:nvSpPr>
        <p:spPr bwMode="auto">
          <a:xfrm>
            <a:off x="2752563" y="992314"/>
            <a:ext cx="19157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4" name="ZoneTexte 583"/>
              <p:cNvSpPr txBox="1"/>
              <p:nvPr/>
            </p:nvSpPr>
            <p:spPr>
              <a:xfrm>
                <a:off x="4131603" y="2534193"/>
                <a:ext cx="5282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i="1" smtClean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i="1" smtClean="0">
                                  <a:solidFill>
                                    <a:srgbClr val="FF0000"/>
                                  </a:solidFill>
                                  <a:latin typeface="Cambria Math"/>
                                  <a:ea typeface="Cambria Math"/>
                                </a:rPr>
                                <m:t>⇑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584" name="ZoneTexte 5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603" y="2534193"/>
                <a:ext cx="528222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51163" t="-110000" r="-77907" b="-16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5" name="ZoneTexte 584"/>
              <p:cNvSpPr txBox="1"/>
              <p:nvPr/>
            </p:nvSpPr>
            <p:spPr>
              <a:xfrm>
                <a:off x="1515149" y="2555612"/>
                <a:ext cx="5282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dirty="0">
                  <a:solidFill>
                    <a:srgbClr val="0066FF"/>
                  </a:solidFill>
                </a:endParaRPr>
              </a:p>
            </p:txBody>
          </p:sp>
        </mc:Choice>
        <mc:Fallback>
          <p:sp>
            <p:nvSpPr>
              <p:cNvPr id="585" name="ZoneTexte 5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5149" y="2555612"/>
                <a:ext cx="528222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51163" t="-108197" r="-77907" b="-1606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86" name="Picture 1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6891" y="4181536"/>
            <a:ext cx="3375174" cy="16583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7" name="ZoneTexte 586"/>
          <p:cNvSpPr txBox="1"/>
          <p:nvPr/>
        </p:nvSpPr>
        <p:spPr>
          <a:xfrm>
            <a:off x="3442077" y="4276650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88" name="Picture 4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05" r="7363"/>
          <a:stretch/>
        </p:blipFill>
        <p:spPr bwMode="auto">
          <a:xfrm>
            <a:off x="154945" y="5538900"/>
            <a:ext cx="3236076" cy="1618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9" name="Picture 5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89" r="8247" b="20542"/>
          <a:stretch/>
        </p:blipFill>
        <p:spPr bwMode="auto">
          <a:xfrm>
            <a:off x="146158" y="4291682"/>
            <a:ext cx="3225872" cy="1257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0" name="ZoneTexte 589"/>
          <p:cNvSpPr txBox="1"/>
          <p:nvPr/>
        </p:nvSpPr>
        <p:spPr>
          <a:xfrm>
            <a:off x="89377" y="3988618"/>
            <a:ext cx="437940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1" name="ZoneTexte 590"/>
          <p:cNvSpPr txBox="1"/>
          <p:nvPr/>
        </p:nvSpPr>
        <p:spPr>
          <a:xfrm>
            <a:off x="720006" y="4276650"/>
            <a:ext cx="61747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endParaRPr lang="fr-FR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fr-FR" sz="500" b="1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B=0T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92" name="Picture 6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01" t="4473" r="7813"/>
          <a:stretch/>
        </p:blipFill>
        <p:spPr bwMode="auto">
          <a:xfrm>
            <a:off x="3363471" y="5549422"/>
            <a:ext cx="2680320" cy="162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3" name="ZoneTexte 592"/>
          <p:cNvSpPr txBox="1"/>
          <p:nvPr/>
        </p:nvSpPr>
        <p:spPr>
          <a:xfrm>
            <a:off x="720006" y="5581039"/>
            <a:ext cx="6190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1400" b="1" baseline="-25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</a:p>
          <a:p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0.42T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6804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59</Words>
  <Application>Microsoft Office PowerPoint</Application>
  <PresentationFormat>Personnalisé</PresentationFormat>
  <Paragraphs>32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18</cp:revision>
  <dcterms:created xsi:type="dcterms:W3CDTF">2017-07-11T12:17:16Z</dcterms:created>
  <dcterms:modified xsi:type="dcterms:W3CDTF">2017-07-13T10:34:10Z</dcterms:modified>
</cp:coreProperties>
</file>