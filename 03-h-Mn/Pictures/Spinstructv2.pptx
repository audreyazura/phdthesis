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"/>
  </p:notesMasterIdLst>
  <p:sldIdLst>
    <p:sldId id="256" r:id="rId2"/>
  </p:sldIdLst>
  <p:sldSz cx="6121400" cy="7200900"/>
  <p:notesSz cx="6858000" cy="9144000"/>
  <p:defaultTextStyle>
    <a:defPPr>
      <a:defRPr lang="fr-FR"/>
    </a:defPPr>
    <a:lvl1pPr marL="0" algn="l" defTabSz="885139" rtl="0" eaLnBrk="1" latinLnBrk="0" hangingPunct="1">
      <a:defRPr sz="1700" kern="1200">
        <a:solidFill>
          <a:schemeClr val="tx1"/>
        </a:solidFill>
        <a:latin typeface="+mn-lt"/>
        <a:ea typeface="+mn-ea"/>
        <a:cs typeface="+mn-cs"/>
      </a:defRPr>
    </a:lvl1pPr>
    <a:lvl2pPr marL="442570" algn="l" defTabSz="885139" rtl="0" eaLnBrk="1" latinLnBrk="0" hangingPunct="1">
      <a:defRPr sz="1700" kern="1200">
        <a:solidFill>
          <a:schemeClr val="tx1"/>
        </a:solidFill>
        <a:latin typeface="+mn-lt"/>
        <a:ea typeface="+mn-ea"/>
        <a:cs typeface="+mn-cs"/>
      </a:defRPr>
    </a:lvl2pPr>
    <a:lvl3pPr marL="885139" algn="l" defTabSz="885139" rtl="0" eaLnBrk="1" latinLnBrk="0" hangingPunct="1">
      <a:defRPr sz="1700" kern="1200">
        <a:solidFill>
          <a:schemeClr val="tx1"/>
        </a:solidFill>
        <a:latin typeface="+mn-lt"/>
        <a:ea typeface="+mn-ea"/>
        <a:cs typeface="+mn-cs"/>
      </a:defRPr>
    </a:lvl3pPr>
    <a:lvl4pPr marL="1327709" algn="l" defTabSz="885139" rtl="0" eaLnBrk="1" latinLnBrk="0" hangingPunct="1">
      <a:defRPr sz="1700" kern="1200">
        <a:solidFill>
          <a:schemeClr val="tx1"/>
        </a:solidFill>
        <a:latin typeface="+mn-lt"/>
        <a:ea typeface="+mn-ea"/>
        <a:cs typeface="+mn-cs"/>
      </a:defRPr>
    </a:lvl4pPr>
    <a:lvl5pPr marL="1770278" algn="l" defTabSz="885139" rtl="0" eaLnBrk="1" latinLnBrk="0" hangingPunct="1">
      <a:defRPr sz="1700" kern="1200">
        <a:solidFill>
          <a:schemeClr val="tx1"/>
        </a:solidFill>
        <a:latin typeface="+mn-lt"/>
        <a:ea typeface="+mn-ea"/>
        <a:cs typeface="+mn-cs"/>
      </a:defRPr>
    </a:lvl5pPr>
    <a:lvl6pPr marL="2212848" algn="l" defTabSz="885139" rtl="0" eaLnBrk="1" latinLnBrk="0" hangingPunct="1">
      <a:defRPr sz="1700" kern="1200">
        <a:solidFill>
          <a:schemeClr val="tx1"/>
        </a:solidFill>
        <a:latin typeface="+mn-lt"/>
        <a:ea typeface="+mn-ea"/>
        <a:cs typeface="+mn-cs"/>
      </a:defRPr>
    </a:lvl6pPr>
    <a:lvl7pPr marL="2655418" algn="l" defTabSz="885139" rtl="0" eaLnBrk="1" latinLnBrk="0" hangingPunct="1">
      <a:defRPr sz="1700" kern="1200">
        <a:solidFill>
          <a:schemeClr val="tx1"/>
        </a:solidFill>
        <a:latin typeface="+mn-lt"/>
        <a:ea typeface="+mn-ea"/>
        <a:cs typeface="+mn-cs"/>
      </a:defRPr>
    </a:lvl7pPr>
    <a:lvl8pPr marL="3097987" algn="l" defTabSz="885139" rtl="0" eaLnBrk="1" latinLnBrk="0" hangingPunct="1">
      <a:defRPr sz="1700" kern="1200">
        <a:solidFill>
          <a:schemeClr val="tx1"/>
        </a:solidFill>
        <a:latin typeface="+mn-lt"/>
        <a:ea typeface="+mn-ea"/>
        <a:cs typeface="+mn-cs"/>
      </a:defRPr>
    </a:lvl8pPr>
    <a:lvl9pPr marL="3540557" algn="l" defTabSz="885139" rtl="0" eaLnBrk="1" latinLnBrk="0" hangingPunct="1">
      <a:defRPr sz="17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00FF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>
        <p:scale>
          <a:sx n="75" d="100"/>
          <a:sy n="75" d="100"/>
        </p:scale>
        <p:origin x="-2232" y="-270"/>
      </p:cViewPr>
      <p:guideLst>
        <p:guide orient="horz" pos="2268"/>
        <p:guide pos="1929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3EF6FB5-136D-4CF9-BD29-BEE1BA05A92C}" type="datetimeFigureOut">
              <a:rPr lang="fr-FR" smtClean="0"/>
              <a:t>16/10/2017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971675" y="685800"/>
            <a:ext cx="291465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commentaires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171217E-C2D3-45F9-B5A3-34DAC284A46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5612389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885139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42570" algn="l" defTabSz="885139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885139" algn="l" defTabSz="885139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27709" algn="l" defTabSz="885139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770278" algn="l" defTabSz="885139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12848" algn="l" defTabSz="885139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655418" algn="l" defTabSz="885139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097987" algn="l" defTabSz="885139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540557" algn="l" defTabSz="885139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>
          <a:xfrm>
            <a:off x="1971675" y="685800"/>
            <a:ext cx="2914650" cy="3429000"/>
          </a:xfrm>
        </p:spPr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171217E-C2D3-45F9-B5A3-34DAC284A464}" type="slidenum">
              <a:rPr lang="fr-FR" smtClean="0"/>
              <a:t>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8224021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459107" y="2236949"/>
            <a:ext cx="5203191" cy="1543527"/>
          </a:xfrm>
        </p:spPr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918211" y="4080512"/>
            <a:ext cx="4284980" cy="1840229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4257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88513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2770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77027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1284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65541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09798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54055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fr-FR" smtClean="0"/>
              <a:t>Modifiez le style des sous-titres du masque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FDAA2F-14BA-4317-9AFA-84C92A21E2BC}" type="datetimeFigureOut">
              <a:rPr lang="fr-FR" smtClean="0"/>
              <a:t>16/10/2017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269C02-7A73-4B27-9649-3FC81ED9B7F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7899562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FDAA2F-14BA-4317-9AFA-84C92A21E2BC}" type="datetimeFigureOut">
              <a:rPr lang="fr-FR" smtClean="0"/>
              <a:t>16/10/2017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269C02-7A73-4B27-9649-3FC81ED9B7F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625753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483550" y="4627250"/>
            <a:ext cx="5203191" cy="1430177"/>
          </a:xfrm>
        </p:spPr>
        <p:txBody>
          <a:bodyPr anchor="t"/>
          <a:lstStyle>
            <a:lvl1pPr algn="l">
              <a:defRPr sz="3900" b="1" cap="all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483550" y="3052052"/>
            <a:ext cx="5203191" cy="1575197"/>
          </a:xfrm>
        </p:spPr>
        <p:txBody>
          <a:bodyPr anchor="b"/>
          <a:lstStyle>
            <a:lvl1pPr marL="0" indent="0">
              <a:buNone/>
              <a:defRPr sz="1900">
                <a:solidFill>
                  <a:schemeClr val="tx1">
                    <a:tint val="75000"/>
                  </a:schemeClr>
                </a:solidFill>
              </a:defRPr>
            </a:lvl1pPr>
            <a:lvl2pPr marL="442570" indent="0">
              <a:buNone/>
              <a:defRPr sz="1700">
                <a:solidFill>
                  <a:schemeClr val="tx1">
                    <a:tint val="75000"/>
                  </a:schemeClr>
                </a:solidFill>
              </a:defRPr>
            </a:lvl2pPr>
            <a:lvl3pPr marL="885139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3pPr>
            <a:lvl4pPr marL="1327709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770278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12848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655418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097987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540557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FDAA2F-14BA-4317-9AFA-84C92A21E2BC}" type="datetimeFigureOut">
              <a:rPr lang="fr-FR" smtClean="0"/>
              <a:t>16/10/2017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269C02-7A73-4B27-9649-3FC81ED9B7F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610117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306071" y="1680211"/>
            <a:ext cx="2703618" cy="4752262"/>
          </a:xfrm>
        </p:spPr>
        <p:txBody>
          <a:bodyPr/>
          <a:lstStyle>
            <a:lvl1pPr>
              <a:defRPr sz="2700"/>
            </a:lvl1pPr>
            <a:lvl2pPr>
              <a:defRPr sz="2300"/>
            </a:lvl2pPr>
            <a:lvl3pPr>
              <a:defRPr sz="1900"/>
            </a:lvl3pPr>
            <a:lvl4pPr>
              <a:defRPr sz="1700"/>
            </a:lvl4pPr>
            <a:lvl5pPr>
              <a:defRPr sz="1700"/>
            </a:lvl5pPr>
            <a:lvl6pPr>
              <a:defRPr sz="1700"/>
            </a:lvl6pPr>
            <a:lvl7pPr>
              <a:defRPr sz="1700"/>
            </a:lvl7pPr>
            <a:lvl8pPr>
              <a:defRPr sz="1700"/>
            </a:lvl8pPr>
            <a:lvl9pPr>
              <a:defRPr sz="17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3111712" y="1680211"/>
            <a:ext cx="2703618" cy="4752262"/>
          </a:xfrm>
        </p:spPr>
        <p:txBody>
          <a:bodyPr/>
          <a:lstStyle>
            <a:lvl1pPr>
              <a:defRPr sz="2700"/>
            </a:lvl1pPr>
            <a:lvl2pPr>
              <a:defRPr sz="2300"/>
            </a:lvl2pPr>
            <a:lvl3pPr>
              <a:defRPr sz="1900"/>
            </a:lvl3pPr>
            <a:lvl4pPr>
              <a:defRPr sz="1700"/>
            </a:lvl4pPr>
            <a:lvl5pPr>
              <a:defRPr sz="1700"/>
            </a:lvl5pPr>
            <a:lvl6pPr>
              <a:defRPr sz="1700"/>
            </a:lvl6pPr>
            <a:lvl7pPr>
              <a:defRPr sz="1700"/>
            </a:lvl7pPr>
            <a:lvl8pPr>
              <a:defRPr sz="1700"/>
            </a:lvl8pPr>
            <a:lvl9pPr>
              <a:defRPr sz="17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FDAA2F-14BA-4317-9AFA-84C92A21E2BC}" type="datetimeFigureOut">
              <a:rPr lang="fr-FR" smtClean="0"/>
              <a:t>16/10/2017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269C02-7A73-4B27-9649-3FC81ED9B7F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4014249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306072" y="1611870"/>
            <a:ext cx="2704681" cy="671748"/>
          </a:xfrm>
        </p:spPr>
        <p:txBody>
          <a:bodyPr anchor="b"/>
          <a:lstStyle>
            <a:lvl1pPr marL="0" indent="0">
              <a:buNone/>
              <a:defRPr sz="2300" b="1"/>
            </a:lvl1pPr>
            <a:lvl2pPr marL="442570" indent="0">
              <a:buNone/>
              <a:defRPr sz="1900" b="1"/>
            </a:lvl2pPr>
            <a:lvl3pPr marL="885139" indent="0">
              <a:buNone/>
              <a:defRPr sz="1700" b="1"/>
            </a:lvl3pPr>
            <a:lvl4pPr marL="1327709" indent="0">
              <a:buNone/>
              <a:defRPr sz="1500" b="1"/>
            </a:lvl4pPr>
            <a:lvl5pPr marL="1770278" indent="0">
              <a:buNone/>
              <a:defRPr sz="1500" b="1"/>
            </a:lvl5pPr>
            <a:lvl6pPr marL="2212848" indent="0">
              <a:buNone/>
              <a:defRPr sz="1500" b="1"/>
            </a:lvl6pPr>
            <a:lvl7pPr marL="2655418" indent="0">
              <a:buNone/>
              <a:defRPr sz="1500" b="1"/>
            </a:lvl7pPr>
            <a:lvl8pPr marL="3097987" indent="0">
              <a:buNone/>
              <a:defRPr sz="1500" b="1"/>
            </a:lvl8pPr>
            <a:lvl9pPr marL="3540557" indent="0">
              <a:buNone/>
              <a:defRPr sz="1500" b="1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306072" y="2283622"/>
            <a:ext cx="2704681" cy="4148852"/>
          </a:xfrm>
        </p:spPr>
        <p:txBody>
          <a:bodyPr/>
          <a:lstStyle>
            <a:lvl1pPr>
              <a:defRPr sz="2300"/>
            </a:lvl1pPr>
            <a:lvl2pPr>
              <a:defRPr sz="1900"/>
            </a:lvl2pPr>
            <a:lvl3pPr>
              <a:defRPr sz="17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3109588" y="1611870"/>
            <a:ext cx="2705743" cy="671748"/>
          </a:xfrm>
        </p:spPr>
        <p:txBody>
          <a:bodyPr anchor="b"/>
          <a:lstStyle>
            <a:lvl1pPr marL="0" indent="0">
              <a:buNone/>
              <a:defRPr sz="2300" b="1"/>
            </a:lvl1pPr>
            <a:lvl2pPr marL="442570" indent="0">
              <a:buNone/>
              <a:defRPr sz="1900" b="1"/>
            </a:lvl2pPr>
            <a:lvl3pPr marL="885139" indent="0">
              <a:buNone/>
              <a:defRPr sz="1700" b="1"/>
            </a:lvl3pPr>
            <a:lvl4pPr marL="1327709" indent="0">
              <a:buNone/>
              <a:defRPr sz="1500" b="1"/>
            </a:lvl4pPr>
            <a:lvl5pPr marL="1770278" indent="0">
              <a:buNone/>
              <a:defRPr sz="1500" b="1"/>
            </a:lvl5pPr>
            <a:lvl6pPr marL="2212848" indent="0">
              <a:buNone/>
              <a:defRPr sz="1500" b="1"/>
            </a:lvl6pPr>
            <a:lvl7pPr marL="2655418" indent="0">
              <a:buNone/>
              <a:defRPr sz="1500" b="1"/>
            </a:lvl7pPr>
            <a:lvl8pPr marL="3097987" indent="0">
              <a:buNone/>
              <a:defRPr sz="1500" b="1"/>
            </a:lvl8pPr>
            <a:lvl9pPr marL="3540557" indent="0">
              <a:buNone/>
              <a:defRPr sz="1500" b="1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3109588" y="2283622"/>
            <a:ext cx="2705743" cy="4148852"/>
          </a:xfrm>
        </p:spPr>
        <p:txBody>
          <a:bodyPr/>
          <a:lstStyle>
            <a:lvl1pPr>
              <a:defRPr sz="2300"/>
            </a:lvl1pPr>
            <a:lvl2pPr>
              <a:defRPr sz="1900"/>
            </a:lvl2pPr>
            <a:lvl3pPr>
              <a:defRPr sz="17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FDAA2F-14BA-4317-9AFA-84C92A21E2BC}" type="datetimeFigureOut">
              <a:rPr lang="fr-FR" smtClean="0"/>
              <a:t>16/10/2017</a:t>
            </a:fld>
            <a:endParaRPr lang="fr-FR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269C02-7A73-4B27-9649-3FC81ED9B7F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6231436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FDAA2F-14BA-4317-9AFA-84C92A21E2BC}" type="datetimeFigureOut">
              <a:rPr lang="fr-FR" smtClean="0"/>
              <a:t>16/10/2017</a:t>
            </a:fld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269C02-7A73-4B27-9649-3FC81ED9B7F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99196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FDAA2F-14BA-4317-9AFA-84C92A21E2BC}" type="datetimeFigureOut">
              <a:rPr lang="fr-FR" smtClean="0"/>
              <a:t>16/10/2017</a:t>
            </a:fld>
            <a:endParaRPr lang="fr-FR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269C02-7A73-4B27-9649-3FC81ED9B7F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949145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306071" y="286706"/>
            <a:ext cx="2013899" cy="1220153"/>
          </a:xfrm>
        </p:spPr>
        <p:txBody>
          <a:bodyPr anchor="b"/>
          <a:lstStyle>
            <a:lvl1pPr algn="l">
              <a:defRPr sz="1900" b="1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2393298" y="286704"/>
            <a:ext cx="3422032" cy="6145768"/>
          </a:xfrm>
        </p:spPr>
        <p:txBody>
          <a:bodyPr/>
          <a:lstStyle>
            <a:lvl1pPr>
              <a:defRPr sz="3100"/>
            </a:lvl1pPr>
            <a:lvl2pPr>
              <a:defRPr sz="2700"/>
            </a:lvl2pPr>
            <a:lvl3pPr>
              <a:defRPr sz="2300"/>
            </a:lvl3pPr>
            <a:lvl4pPr>
              <a:defRPr sz="1900"/>
            </a:lvl4pPr>
            <a:lvl5pPr>
              <a:defRPr sz="1900"/>
            </a:lvl5pPr>
            <a:lvl6pPr>
              <a:defRPr sz="1900"/>
            </a:lvl6pPr>
            <a:lvl7pPr>
              <a:defRPr sz="1900"/>
            </a:lvl7pPr>
            <a:lvl8pPr>
              <a:defRPr sz="1900"/>
            </a:lvl8pPr>
            <a:lvl9pPr>
              <a:defRPr sz="19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306071" y="1506855"/>
            <a:ext cx="2013899" cy="4925616"/>
          </a:xfrm>
        </p:spPr>
        <p:txBody>
          <a:bodyPr/>
          <a:lstStyle>
            <a:lvl1pPr marL="0" indent="0">
              <a:buNone/>
              <a:defRPr sz="1400"/>
            </a:lvl1pPr>
            <a:lvl2pPr marL="442570" indent="0">
              <a:buNone/>
              <a:defRPr sz="1200"/>
            </a:lvl2pPr>
            <a:lvl3pPr marL="885139" indent="0">
              <a:buNone/>
              <a:defRPr sz="1000"/>
            </a:lvl3pPr>
            <a:lvl4pPr marL="1327709" indent="0">
              <a:buNone/>
              <a:defRPr sz="900"/>
            </a:lvl4pPr>
            <a:lvl5pPr marL="1770278" indent="0">
              <a:buNone/>
              <a:defRPr sz="900"/>
            </a:lvl5pPr>
            <a:lvl6pPr marL="2212848" indent="0">
              <a:buNone/>
              <a:defRPr sz="900"/>
            </a:lvl6pPr>
            <a:lvl7pPr marL="2655418" indent="0">
              <a:buNone/>
              <a:defRPr sz="900"/>
            </a:lvl7pPr>
            <a:lvl8pPr marL="3097987" indent="0">
              <a:buNone/>
              <a:defRPr sz="900"/>
            </a:lvl8pPr>
            <a:lvl9pPr marL="3540557" indent="0">
              <a:buNone/>
              <a:defRPr sz="900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FDAA2F-14BA-4317-9AFA-84C92A21E2BC}" type="datetimeFigureOut">
              <a:rPr lang="fr-FR" smtClean="0"/>
              <a:t>16/10/2017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269C02-7A73-4B27-9649-3FC81ED9B7F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856211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199838" y="5040632"/>
            <a:ext cx="3672840" cy="595074"/>
          </a:xfrm>
        </p:spPr>
        <p:txBody>
          <a:bodyPr anchor="b"/>
          <a:lstStyle>
            <a:lvl1pPr algn="l">
              <a:defRPr sz="1900" b="1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1199838" y="643415"/>
            <a:ext cx="3672840" cy="4320540"/>
          </a:xfrm>
        </p:spPr>
        <p:txBody>
          <a:bodyPr/>
          <a:lstStyle>
            <a:lvl1pPr marL="0" indent="0">
              <a:buNone/>
              <a:defRPr sz="3100"/>
            </a:lvl1pPr>
            <a:lvl2pPr marL="442570" indent="0">
              <a:buNone/>
              <a:defRPr sz="2700"/>
            </a:lvl2pPr>
            <a:lvl3pPr marL="885139" indent="0">
              <a:buNone/>
              <a:defRPr sz="2300"/>
            </a:lvl3pPr>
            <a:lvl4pPr marL="1327709" indent="0">
              <a:buNone/>
              <a:defRPr sz="1900"/>
            </a:lvl4pPr>
            <a:lvl5pPr marL="1770278" indent="0">
              <a:buNone/>
              <a:defRPr sz="1900"/>
            </a:lvl5pPr>
            <a:lvl6pPr marL="2212848" indent="0">
              <a:buNone/>
              <a:defRPr sz="1900"/>
            </a:lvl6pPr>
            <a:lvl7pPr marL="2655418" indent="0">
              <a:buNone/>
              <a:defRPr sz="1900"/>
            </a:lvl7pPr>
            <a:lvl8pPr marL="3097987" indent="0">
              <a:buNone/>
              <a:defRPr sz="1900"/>
            </a:lvl8pPr>
            <a:lvl9pPr marL="3540557" indent="0">
              <a:buNone/>
              <a:defRPr sz="1900"/>
            </a:lvl9pPr>
          </a:lstStyle>
          <a:p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1199838" y="5635706"/>
            <a:ext cx="3672840" cy="845106"/>
          </a:xfrm>
        </p:spPr>
        <p:txBody>
          <a:bodyPr/>
          <a:lstStyle>
            <a:lvl1pPr marL="0" indent="0">
              <a:buNone/>
              <a:defRPr sz="1400"/>
            </a:lvl1pPr>
            <a:lvl2pPr marL="442570" indent="0">
              <a:buNone/>
              <a:defRPr sz="1200"/>
            </a:lvl2pPr>
            <a:lvl3pPr marL="885139" indent="0">
              <a:buNone/>
              <a:defRPr sz="1000"/>
            </a:lvl3pPr>
            <a:lvl4pPr marL="1327709" indent="0">
              <a:buNone/>
              <a:defRPr sz="900"/>
            </a:lvl4pPr>
            <a:lvl5pPr marL="1770278" indent="0">
              <a:buNone/>
              <a:defRPr sz="900"/>
            </a:lvl5pPr>
            <a:lvl6pPr marL="2212848" indent="0">
              <a:buNone/>
              <a:defRPr sz="900"/>
            </a:lvl6pPr>
            <a:lvl7pPr marL="2655418" indent="0">
              <a:buNone/>
              <a:defRPr sz="900"/>
            </a:lvl7pPr>
            <a:lvl8pPr marL="3097987" indent="0">
              <a:buNone/>
              <a:defRPr sz="900"/>
            </a:lvl8pPr>
            <a:lvl9pPr marL="3540557" indent="0">
              <a:buNone/>
              <a:defRPr sz="900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FDAA2F-14BA-4317-9AFA-84C92A21E2BC}" type="datetimeFigureOut">
              <a:rPr lang="fr-FR" smtClean="0"/>
              <a:t>16/10/2017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269C02-7A73-4B27-9649-3FC81ED9B7F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0661407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FDAA2F-14BA-4317-9AFA-84C92A21E2BC}" type="datetimeFigureOut">
              <a:rPr lang="fr-FR" smtClean="0"/>
              <a:t>16/10/2017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269C02-7A73-4B27-9649-3FC81ED9B7F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526542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4438017" y="288371"/>
            <a:ext cx="1377314" cy="6144102"/>
          </a:xfrm>
        </p:spPr>
        <p:txBody>
          <a:bodyPr vert="eaVert"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306073" y="288371"/>
            <a:ext cx="4029921" cy="6144102"/>
          </a:xfrm>
        </p:spPr>
        <p:txBody>
          <a:bodyPr vert="eaVert"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FDAA2F-14BA-4317-9AFA-84C92A21E2BC}" type="datetimeFigureOut">
              <a:rPr lang="fr-FR" smtClean="0"/>
              <a:t>16/10/2017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269C02-7A73-4B27-9649-3FC81ED9B7F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5790822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>
          <a:xfrm>
            <a:off x="306071" y="288371"/>
            <a:ext cx="5509261" cy="1200150"/>
          </a:xfrm>
          <a:prstGeom prst="rect">
            <a:avLst/>
          </a:prstGeom>
        </p:spPr>
        <p:txBody>
          <a:bodyPr vert="horz" lIns="88514" tIns="44257" rIns="88514" bIns="44257" rtlCol="0" anchor="ctr">
            <a:normAutofit/>
          </a:bodyPr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306071" y="1680211"/>
            <a:ext cx="5509261" cy="4752262"/>
          </a:xfrm>
          <a:prstGeom prst="rect">
            <a:avLst/>
          </a:prstGeom>
        </p:spPr>
        <p:txBody>
          <a:bodyPr vert="horz" lIns="88514" tIns="44257" rIns="88514" bIns="44257" rtlCol="0">
            <a:normAutofit/>
          </a:bodyPr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306071" y="6674169"/>
            <a:ext cx="1428326" cy="383382"/>
          </a:xfrm>
          <a:prstGeom prst="rect">
            <a:avLst/>
          </a:prstGeom>
        </p:spPr>
        <p:txBody>
          <a:bodyPr vert="horz" lIns="88514" tIns="44257" rIns="88514" bIns="44257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5FDAA2F-14BA-4317-9AFA-84C92A21E2BC}" type="datetimeFigureOut">
              <a:rPr lang="fr-FR" smtClean="0"/>
              <a:t>16/10/2017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2091479" y="6674169"/>
            <a:ext cx="1938443" cy="383382"/>
          </a:xfrm>
          <a:prstGeom prst="rect">
            <a:avLst/>
          </a:prstGeom>
        </p:spPr>
        <p:txBody>
          <a:bodyPr vert="horz" lIns="88514" tIns="44257" rIns="88514" bIns="44257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4387004" y="6674169"/>
            <a:ext cx="1428326" cy="383382"/>
          </a:xfrm>
          <a:prstGeom prst="rect">
            <a:avLst/>
          </a:prstGeom>
        </p:spPr>
        <p:txBody>
          <a:bodyPr vert="horz" lIns="88514" tIns="44257" rIns="88514" bIns="44257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C269C02-7A73-4B27-9649-3FC81ED9B7F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406958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885139" rtl="0" eaLnBrk="1" latinLnBrk="0" hangingPunct="1">
        <a:spcBef>
          <a:spcPct val="0"/>
        </a:spcBef>
        <a:buNone/>
        <a:defRPr sz="4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31927" indent="-331927" algn="l" defTabSz="885139" rtl="0" eaLnBrk="1" latinLnBrk="0" hangingPunct="1">
        <a:spcBef>
          <a:spcPct val="20000"/>
        </a:spcBef>
        <a:buFont typeface="Arial" panose="020B0604020202020204" pitchFamily="34" charset="0"/>
        <a:buChar char="•"/>
        <a:defRPr sz="3100" kern="1200">
          <a:solidFill>
            <a:schemeClr val="tx1"/>
          </a:solidFill>
          <a:latin typeface="+mn-lt"/>
          <a:ea typeface="+mn-ea"/>
          <a:cs typeface="+mn-cs"/>
        </a:defRPr>
      </a:lvl1pPr>
      <a:lvl2pPr marL="719176" indent="-276606" algn="l" defTabSz="885139" rtl="0" eaLnBrk="1" latinLnBrk="0" hangingPunct="1">
        <a:spcBef>
          <a:spcPct val="20000"/>
        </a:spcBef>
        <a:buFont typeface="Arial" panose="020B0604020202020204" pitchFamily="34" charset="0"/>
        <a:buChar char="–"/>
        <a:defRPr sz="2700" kern="1200">
          <a:solidFill>
            <a:schemeClr val="tx1"/>
          </a:solidFill>
          <a:latin typeface="+mn-lt"/>
          <a:ea typeface="+mn-ea"/>
          <a:cs typeface="+mn-cs"/>
        </a:defRPr>
      </a:lvl2pPr>
      <a:lvl3pPr marL="1106424" indent="-221285" algn="l" defTabSz="885139" rtl="0" eaLnBrk="1" latinLnBrk="0" hangingPunct="1">
        <a:spcBef>
          <a:spcPct val="20000"/>
        </a:spcBef>
        <a:buFont typeface="Arial" panose="020B0604020202020204" pitchFamily="34" charset="0"/>
        <a:buChar char="•"/>
        <a:defRPr sz="2300" kern="1200">
          <a:solidFill>
            <a:schemeClr val="tx1"/>
          </a:solidFill>
          <a:latin typeface="+mn-lt"/>
          <a:ea typeface="+mn-ea"/>
          <a:cs typeface="+mn-cs"/>
        </a:defRPr>
      </a:lvl3pPr>
      <a:lvl4pPr marL="1548994" indent="-221285" algn="l" defTabSz="885139" rtl="0" eaLnBrk="1" latinLnBrk="0" hangingPunct="1">
        <a:spcBef>
          <a:spcPct val="20000"/>
        </a:spcBef>
        <a:buFont typeface="Arial" panose="020B0604020202020204" pitchFamily="34" charset="0"/>
        <a:buChar char="–"/>
        <a:defRPr sz="1900" kern="1200">
          <a:solidFill>
            <a:schemeClr val="tx1"/>
          </a:solidFill>
          <a:latin typeface="+mn-lt"/>
          <a:ea typeface="+mn-ea"/>
          <a:cs typeface="+mn-cs"/>
        </a:defRPr>
      </a:lvl4pPr>
      <a:lvl5pPr marL="1991563" indent="-221285" algn="l" defTabSz="885139" rtl="0" eaLnBrk="1" latinLnBrk="0" hangingPunct="1">
        <a:spcBef>
          <a:spcPct val="20000"/>
        </a:spcBef>
        <a:buFont typeface="Arial" panose="020B0604020202020204" pitchFamily="34" charset="0"/>
        <a:buChar char="»"/>
        <a:defRPr sz="1900" kern="1200">
          <a:solidFill>
            <a:schemeClr val="tx1"/>
          </a:solidFill>
          <a:latin typeface="+mn-lt"/>
          <a:ea typeface="+mn-ea"/>
          <a:cs typeface="+mn-cs"/>
        </a:defRPr>
      </a:lvl5pPr>
      <a:lvl6pPr marL="2434133" indent="-221285" algn="l" defTabSz="885139" rtl="0" eaLnBrk="1" latinLnBrk="0" hangingPunct="1">
        <a:spcBef>
          <a:spcPct val="20000"/>
        </a:spcBef>
        <a:buFont typeface="Arial" panose="020B0604020202020204" pitchFamily="34" charset="0"/>
        <a:buChar char="•"/>
        <a:defRPr sz="1900" kern="1200">
          <a:solidFill>
            <a:schemeClr val="tx1"/>
          </a:solidFill>
          <a:latin typeface="+mn-lt"/>
          <a:ea typeface="+mn-ea"/>
          <a:cs typeface="+mn-cs"/>
        </a:defRPr>
      </a:lvl6pPr>
      <a:lvl7pPr marL="2876702" indent="-221285" algn="l" defTabSz="885139" rtl="0" eaLnBrk="1" latinLnBrk="0" hangingPunct="1">
        <a:spcBef>
          <a:spcPct val="20000"/>
        </a:spcBef>
        <a:buFont typeface="Arial" panose="020B0604020202020204" pitchFamily="34" charset="0"/>
        <a:buChar char="•"/>
        <a:defRPr sz="1900" kern="1200">
          <a:solidFill>
            <a:schemeClr val="tx1"/>
          </a:solidFill>
          <a:latin typeface="+mn-lt"/>
          <a:ea typeface="+mn-ea"/>
          <a:cs typeface="+mn-cs"/>
        </a:defRPr>
      </a:lvl7pPr>
      <a:lvl8pPr marL="3319272" indent="-221285" algn="l" defTabSz="885139" rtl="0" eaLnBrk="1" latinLnBrk="0" hangingPunct="1">
        <a:spcBef>
          <a:spcPct val="20000"/>
        </a:spcBef>
        <a:buFont typeface="Arial" panose="020B0604020202020204" pitchFamily="34" charset="0"/>
        <a:buChar char="•"/>
        <a:defRPr sz="1900" kern="1200">
          <a:solidFill>
            <a:schemeClr val="tx1"/>
          </a:solidFill>
          <a:latin typeface="+mn-lt"/>
          <a:ea typeface="+mn-ea"/>
          <a:cs typeface="+mn-cs"/>
        </a:defRPr>
      </a:lvl8pPr>
      <a:lvl9pPr marL="3761842" indent="-221285" algn="l" defTabSz="885139" rtl="0" eaLnBrk="1" latinLnBrk="0" hangingPunct="1">
        <a:spcBef>
          <a:spcPct val="20000"/>
        </a:spcBef>
        <a:buFont typeface="Arial" panose="020B0604020202020204" pitchFamily="34" charset="0"/>
        <a:buChar char="•"/>
        <a:defRPr sz="19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885139" rtl="0" eaLnBrk="1" latinLnBrk="0" hangingPunct="1">
        <a:defRPr sz="1700" kern="1200">
          <a:solidFill>
            <a:schemeClr val="tx1"/>
          </a:solidFill>
          <a:latin typeface="+mn-lt"/>
          <a:ea typeface="+mn-ea"/>
          <a:cs typeface="+mn-cs"/>
        </a:defRPr>
      </a:lvl1pPr>
      <a:lvl2pPr marL="442570" algn="l" defTabSz="885139" rtl="0" eaLnBrk="1" latinLnBrk="0" hangingPunct="1">
        <a:defRPr sz="1700" kern="1200">
          <a:solidFill>
            <a:schemeClr val="tx1"/>
          </a:solidFill>
          <a:latin typeface="+mn-lt"/>
          <a:ea typeface="+mn-ea"/>
          <a:cs typeface="+mn-cs"/>
        </a:defRPr>
      </a:lvl2pPr>
      <a:lvl3pPr marL="885139" algn="l" defTabSz="885139" rtl="0" eaLnBrk="1" latinLnBrk="0" hangingPunct="1">
        <a:defRPr sz="1700" kern="1200">
          <a:solidFill>
            <a:schemeClr val="tx1"/>
          </a:solidFill>
          <a:latin typeface="+mn-lt"/>
          <a:ea typeface="+mn-ea"/>
          <a:cs typeface="+mn-cs"/>
        </a:defRPr>
      </a:lvl3pPr>
      <a:lvl4pPr marL="1327709" algn="l" defTabSz="885139" rtl="0" eaLnBrk="1" latinLnBrk="0" hangingPunct="1">
        <a:defRPr sz="1700" kern="1200">
          <a:solidFill>
            <a:schemeClr val="tx1"/>
          </a:solidFill>
          <a:latin typeface="+mn-lt"/>
          <a:ea typeface="+mn-ea"/>
          <a:cs typeface="+mn-cs"/>
        </a:defRPr>
      </a:lvl4pPr>
      <a:lvl5pPr marL="1770278" algn="l" defTabSz="885139" rtl="0" eaLnBrk="1" latinLnBrk="0" hangingPunct="1">
        <a:defRPr sz="1700" kern="1200">
          <a:solidFill>
            <a:schemeClr val="tx1"/>
          </a:solidFill>
          <a:latin typeface="+mn-lt"/>
          <a:ea typeface="+mn-ea"/>
          <a:cs typeface="+mn-cs"/>
        </a:defRPr>
      </a:lvl5pPr>
      <a:lvl6pPr marL="2212848" algn="l" defTabSz="885139" rtl="0" eaLnBrk="1" latinLnBrk="0" hangingPunct="1">
        <a:defRPr sz="1700" kern="1200">
          <a:solidFill>
            <a:schemeClr val="tx1"/>
          </a:solidFill>
          <a:latin typeface="+mn-lt"/>
          <a:ea typeface="+mn-ea"/>
          <a:cs typeface="+mn-cs"/>
        </a:defRPr>
      </a:lvl6pPr>
      <a:lvl7pPr marL="2655418" algn="l" defTabSz="885139" rtl="0" eaLnBrk="1" latinLnBrk="0" hangingPunct="1">
        <a:defRPr sz="1700" kern="1200">
          <a:solidFill>
            <a:schemeClr val="tx1"/>
          </a:solidFill>
          <a:latin typeface="+mn-lt"/>
          <a:ea typeface="+mn-ea"/>
          <a:cs typeface="+mn-cs"/>
        </a:defRPr>
      </a:lvl7pPr>
      <a:lvl8pPr marL="3097987" algn="l" defTabSz="885139" rtl="0" eaLnBrk="1" latinLnBrk="0" hangingPunct="1">
        <a:defRPr sz="1700" kern="1200">
          <a:solidFill>
            <a:schemeClr val="tx1"/>
          </a:solidFill>
          <a:latin typeface="+mn-lt"/>
          <a:ea typeface="+mn-ea"/>
          <a:cs typeface="+mn-cs"/>
        </a:defRPr>
      </a:lvl8pPr>
      <a:lvl9pPr marL="3540557" algn="l" defTabSz="885139" rtl="0" eaLnBrk="1" latinLnBrk="0" hangingPunct="1">
        <a:defRPr sz="17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1" name="ZoneTexte 520"/>
          <p:cNvSpPr txBox="1"/>
          <p:nvPr/>
        </p:nvSpPr>
        <p:spPr>
          <a:xfrm>
            <a:off x="1387937" y="132759"/>
            <a:ext cx="4411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(a)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22" name="Line 17"/>
          <p:cNvSpPr>
            <a:spLocks noChangeShapeType="1"/>
          </p:cNvSpPr>
          <p:nvPr/>
        </p:nvSpPr>
        <p:spPr bwMode="auto">
          <a:xfrm>
            <a:off x="2527691" y="502091"/>
            <a:ext cx="191572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23" name="Line 17"/>
          <p:cNvSpPr>
            <a:spLocks noChangeShapeType="1"/>
          </p:cNvSpPr>
          <p:nvPr/>
        </p:nvSpPr>
        <p:spPr bwMode="auto">
          <a:xfrm>
            <a:off x="2967332" y="405946"/>
            <a:ext cx="191572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24" name="Line 17"/>
          <p:cNvSpPr>
            <a:spLocks noChangeShapeType="1"/>
          </p:cNvSpPr>
          <p:nvPr/>
        </p:nvSpPr>
        <p:spPr bwMode="auto">
          <a:xfrm>
            <a:off x="3404001" y="502091"/>
            <a:ext cx="191572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25" name="Line 17"/>
          <p:cNvSpPr>
            <a:spLocks noChangeShapeType="1"/>
          </p:cNvSpPr>
          <p:nvPr/>
        </p:nvSpPr>
        <p:spPr bwMode="auto">
          <a:xfrm>
            <a:off x="3375558" y="1078155"/>
            <a:ext cx="191572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26" name="Line 17"/>
          <p:cNvSpPr>
            <a:spLocks noChangeShapeType="1"/>
          </p:cNvSpPr>
          <p:nvPr/>
        </p:nvSpPr>
        <p:spPr bwMode="auto">
          <a:xfrm>
            <a:off x="3651126" y="1222171"/>
            <a:ext cx="191572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27" name="Line 17"/>
          <p:cNvSpPr>
            <a:spLocks noChangeShapeType="1"/>
          </p:cNvSpPr>
          <p:nvPr/>
        </p:nvSpPr>
        <p:spPr bwMode="auto">
          <a:xfrm>
            <a:off x="2517326" y="1078155"/>
            <a:ext cx="191572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28" name="Line 17"/>
          <p:cNvSpPr>
            <a:spLocks noChangeShapeType="1"/>
          </p:cNvSpPr>
          <p:nvPr/>
        </p:nvSpPr>
        <p:spPr bwMode="auto">
          <a:xfrm>
            <a:off x="2288051" y="1222171"/>
            <a:ext cx="191572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29" name="Rectangle 528"/>
          <p:cNvSpPr/>
          <p:nvPr/>
        </p:nvSpPr>
        <p:spPr>
          <a:xfrm>
            <a:off x="3136012" y="-1965"/>
            <a:ext cx="217128" cy="23087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FR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E</a:t>
            </a:r>
            <a:endParaRPr lang="en-US" sz="1600" dirty="0"/>
          </a:p>
        </p:txBody>
      </p:sp>
      <p:sp>
        <p:nvSpPr>
          <p:cNvPr id="530" name="Rectangle 529"/>
          <p:cNvSpPr/>
          <p:nvPr/>
        </p:nvSpPr>
        <p:spPr>
          <a:xfrm>
            <a:off x="3981156" y="977741"/>
            <a:ext cx="591710" cy="335493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FR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M=3</a:t>
            </a:r>
            <a:endParaRPr lang="en-US" sz="1400" dirty="0"/>
          </a:p>
        </p:txBody>
      </p:sp>
      <p:cxnSp>
        <p:nvCxnSpPr>
          <p:cNvPr id="531" name="Connecteur droit avec flèche 530"/>
          <p:cNvCxnSpPr>
            <a:stCxn id="541" idx="0"/>
          </p:cNvCxnSpPr>
          <p:nvPr/>
        </p:nvCxnSpPr>
        <p:spPr>
          <a:xfrm flipV="1">
            <a:off x="3049698" y="113471"/>
            <a:ext cx="16156" cy="3725535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2" name="Connecteur droit avec flèche 531"/>
          <p:cNvCxnSpPr/>
          <p:nvPr/>
        </p:nvCxnSpPr>
        <p:spPr>
          <a:xfrm flipV="1">
            <a:off x="1660780" y="3685134"/>
            <a:ext cx="3238663" cy="339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3" name="Connecteur droit 532"/>
          <p:cNvCxnSpPr/>
          <p:nvPr/>
        </p:nvCxnSpPr>
        <p:spPr>
          <a:xfrm flipH="1">
            <a:off x="3293642" y="3623051"/>
            <a:ext cx="1" cy="13094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4" name="Connecteur droit 533"/>
          <p:cNvCxnSpPr/>
          <p:nvPr/>
        </p:nvCxnSpPr>
        <p:spPr>
          <a:xfrm flipH="1">
            <a:off x="3536366" y="3623051"/>
            <a:ext cx="1" cy="13094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5" name="Connecteur droit 534"/>
          <p:cNvCxnSpPr/>
          <p:nvPr/>
        </p:nvCxnSpPr>
        <p:spPr>
          <a:xfrm flipH="1">
            <a:off x="3763546" y="3623051"/>
            <a:ext cx="1" cy="13094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6" name="Connecteur droit 535"/>
          <p:cNvCxnSpPr/>
          <p:nvPr/>
        </p:nvCxnSpPr>
        <p:spPr>
          <a:xfrm flipH="1">
            <a:off x="3990725" y="3623051"/>
            <a:ext cx="1" cy="13094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7" name="Connecteur droit 536"/>
          <p:cNvCxnSpPr/>
          <p:nvPr/>
        </p:nvCxnSpPr>
        <p:spPr>
          <a:xfrm flipH="1">
            <a:off x="2816969" y="3623051"/>
            <a:ext cx="1" cy="13094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8" name="Connecteur droit 537"/>
          <p:cNvCxnSpPr/>
          <p:nvPr/>
        </p:nvCxnSpPr>
        <p:spPr>
          <a:xfrm flipH="1">
            <a:off x="2589790" y="3623051"/>
            <a:ext cx="1" cy="13094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9" name="Connecteur droit 538"/>
          <p:cNvCxnSpPr/>
          <p:nvPr/>
        </p:nvCxnSpPr>
        <p:spPr>
          <a:xfrm flipH="1">
            <a:off x="2362610" y="3623051"/>
            <a:ext cx="1" cy="13094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0" name="Connecteur droit 539"/>
          <p:cNvCxnSpPr/>
          <p:nvPr/>
        </p:nvCxnSpPr>
        <p:spPr>
          <a:xfrm flipH="1">
            <a:off x="2135431" y="3623051"/>
            <a:ext cx="1" cy="13094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1" name="Rectangle 540"/>
          <p:cNvSpPr/>
          <p:nvPr/>
        </p:nvSpPr>
        <p:spPr>
          <a:xfrm>
            <a:off x="2898141" y="3839006"/>
            <a:ext cx="303114" cy="335493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FR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US" sz="1400" dirty="0"/>
          </a:p>
        </p:txBody>
      </p:sp>
      <p:sp>
        <p:nvSpPr>
          <p:cNvPr id="542" name="Rectangle 541"/>
          <p:cNvSpPr/>
          <p:nvPr/>
        </p:nvSpPr>
        <p:spPr>
          <a:xfrm>
            <a:off x="3088649" y="3839006"/>
            <a:ext cx="414658" cy="335493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FR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+1</a:t>
            </a:r>
            <a:endParaRPr lang="en-US" sz="1400" dirty="0"/>
          </a:p>
        </p:txBody>
      </p:sp>
      <p:sp>
        <p:nvSpPr>
          <p:cNvPr id="543" name="Rectangle 542"/>
          <p:cNvSpPr/>
          <p:nvPr/>
        </p:nvSpPr>
        <p:spPr>
          <a:xfrm>
            <a:off x="3306406" y="3839006"/>
            <a:ext cx="414658" cy="335493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FR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+2</a:t>
            </a:r>
            <a:endParaRPr lang="en-US" sz="1400" dirty="0"/>
          </a:p>
        </p:txBody>
      </p:sp>
      <p:sp>
        <p:nvSpPr>
          <p:cNvPr id="544" name="Rectangle 543"/>
          <p:cNvSpPr/>
          <p:nvPr/>
        </p:nvSpPr>
        <p:spPr>
          <a:xfrm>
            <a:off x="3549131" y="3839006"/>
            <a:ext cx="414658" cy="335493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FR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+3</a:t>
            </a:r>
            <a:endParaRPr lang="en-US" sz="1400" dirty="0"/>
          </a:p>
        </p:txBody>
      </p:sp>
      <p:sp>
        <p:nvSpPr>
          <p:cNvPr id="545" name="Rectangle 544"/>
          <p:cNvSpPr/>
          <p:nvPr/>
        </p:nvSpPr>
        <p:spPr>
          <a:xfrm>
            <a:off x="3787300" y="3839006"/>
            <a:ext cx="414658" cy="335493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FR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+4</a:t>
            </a:r>
            <a:endParaRPr lang="en-US" sz="1400" dirty="0"/>
          </a:p>
        </p:txBody>
      </p:sp>
      <p:sp>
        <p:nvSpPr>
          <p:cNvPr id="546" name="Rectangle 545"/>
          <p:cNvSpPr/>
          <p:nvPr/>
        </p:nvSpPr>
        <p:spPr>
          <a:xfrm>
            <a:off x="2594829" y="3839006"/>
            <a:ext cx="368624" cy="335493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F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</a:t>
            </a:r>
            <a:r>
              <a:rPr lang="fr-FR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en-US" sz="1400" dirty="0"/>
          </a:p>
        </p:txBody>
      </p:sp>
      <p:sp>
        <p:nvSpPr>
          <p:cNvPr id="547" name="Rectangle 546"/>
          <p:cNvSpPr/>
          <p:nvPr/>
        </p:nvSpPr>
        <p:spPr>
          <a:xfrm>
            <a:off x="2367650" y="3839006"/>
            <a:ext cx="368624" cy="335493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F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</a:t>
            </a:r>
            <a:r>
              <a:rPr lang="fr-FR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endParaRPr lang="en-US" sz="1400" dirty="0"/>
          </a:p>
        </p:txBody>
      </p:sp>
      <p:sp>
        <p:nvSpPr>
          <p:cNvPr id="548" name="Rectangle 547"/>
          <p:cNvSpPr/>
          <p:nvPr/>
        </p:nvSpPr>
        <p:spPr>
          <a:xfrm>
            <a:off x="2140471" y="3839006"/>
            <a:ext cx="368624" cy="335493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F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</a:t>
            </a:r>
            <a:r>
              <a:rPr lang="fr-FR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r>
            <a:endParaRPr lang="en-US" sz="1400" dirty="0"/>
          </a:p>
        </p:txBody>
      </p:sp>
      <p:sp>
        <p:nvSpPr>
          <p:cNvPr id="549" name="Rectangle 548"/>
          <p:cNvSpPr/>
          <p:nvPr/>
        </p:nvSpPr>
        <p:spPr>
          <a:xfrm>
            <a:off x="1913292" y="3839006"/>
            <a:ext cx="368624" cy="335493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F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</a:t>
            </a:r>
            <a:r>
              <a:rPr lang="fr-FR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endParaRPr lang="en-US" sz="1400" dirty="0"/>
          </a:p>
        </p:txBody>
      </p:sp>
      <p:sp>
        <p:nvSpPr>
          <p:cNvPr id="550" name="Rectangle 549"/>
          <p:cNvSpPr/>
          <p:nvPr/>
        </p:nvSpPr>
        <p:spPr>
          <a:xfrm>
            <a:off x="4623398" y="3717032"/>
            <a:ext cx="300293" cy="23087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FR" sz="16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</a:t>
            </a:r>
            <a:r>
              <a:rPr lang="fr-FR" sz="1600" baseline="-250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z</a:t>
            </a:r>
            <a:endParaRPr lang="en-US" sz="1600" baseline="-25000" dirty="0"/>
          </a:p>
        </p:txBody>
      </p:sp>
      <p:sp>
        <p:nvSpPr>
          <p:cNvPr id="551" name="ZoneTexte 550"/>
          <p:cNvSpPr txBox="1"/>
          <p:nvPr/>
        </p:nvSpPr>
        <p:spPr>
          <a:xfrm>
            <a:off x="4170576" y="1972759"/>
            <a:ext cx="538550" cy="20988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400" dirty="0" err="1" smtClean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</a:t>
            </a:r>
            <a:r>
              <a:rPr lang="fr-FR" sz="1400" baseline="-25000" dirty="0" err="1" smtClean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z</a:t>
            </a:r>
            <a:r>
              <a:rPr lang="fr-FR" sz="1400" dirty="0" smtClean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=+5/2</a:t>
            </a:r>
            <a:endParaRPr lang="en-US" sz="1400" baseline="-25000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52" name="ZoneTexte 551"/>
          <p:cNvSpPr txBox="1"/>
          <p:nvPr/>
        </p:nvSpPr>
        <p:spPr>
          <a:xfrm>
            <a:off x="1913292" y="3282221"/>
            <a:ext cx="509330" cy="20988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400" dirty="0" err="1" smtClean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</a:t>
            </a:r>
            <a:r>
              <a:rPr lang="fr-FR" sz="1400" baseline="-25000" dirty="0" err="1" smtClean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z</a:t>
            </a:r>
            <a:r>
              <a:rPr lang="fr-FR" sz="1400" dirty="0" smtClean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=-5/2</a:t>
            </a:r>
            <a:endParaRPr lang="en-US" sz="1400" baseline="-25000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53" name="Rectangle 552"/>
          <p:cNvSpPr/>
          <p:nvPr/>
        </p:nvSpPr>
        <p:spPr>
          <a:xfrm>
            <a:off x="3981156" y="238199"/>
            <a:ext cx="591710" cy="335493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FR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M=2</a:t>
            </a:r>
            <a:endParaRPr lang="en-US" sz="1400" dirty="0"/>
          </a:p>
        </p:txBody>
      </p:sp>
      <p:sp>
        <p:nvSpPr>
          <p:cNvPr id="554" name="Rectangle 553"/>
          <p:cNvSpPr/>
          <p:nvPr/>
        </p:nvSpPr>
        <p:spPr>
          <a:xfrm>
            <a:off x="4528811" y="2996952"/>
            <a:ext cx="449766" cy="23087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F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</a:t>
            </a:r>
            <a:r>
              <a:rPr lang="fr-FR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-Mn</a:t>
            </a:r>
            <a:endParaRPr lang="en-US" sz="1600" dirty="0"/>
          </a:p>
        </p:txBody>
      </p:sp>
      <p:sp>
        <p:nvSpPr>
          <p:cNvPr id="555" name="Line 17"/>
          <p:cNvSpPr>
            <a:spLocks noChangeShapeType="1"/>
          </p:cNvSpPr>
          <p:nvPr/>
        </p:nvSpPr>
        <p:spPr bwMode="auto">
          <a:xfrm>
            <a:off x="3874881" y="2182644"/>
            <a:ext cx="191572" cy="0"/>
          </a:xfrm>
          <a:prstGeom prst="line">
            <a:avLst/>
          </a:prstGeom>
          <a:ln>
            <a:solidFill>
              <a:srgbClr val="FF0000"/>
            </a:solidFill>
            <a:prstDash val="solid"/>
            <a:headEnd/>
            <a:tailEnd/>
          </a:ln>
          <a:effectLst/>
          <a:extLst/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  <p:txBody>
          <a:bodyPr/>
          <a:lstStyle/>
          <a:p>
            <a:endParaRPr lang="en-US"/>
          </a:p>
        </p:txBody>
      </p:sp>
      <p:sp>
        <p:nvSpPr>
          <p:cNvPr id="556" name="Line 17"/>
          <p:cNvSpPr>
            <a:spLocks noChangeShapeType="1"/>
          </p:cNvSpPr>
          <p:nvPr/>
        </p:nvSpPr>
        <p:spPr bwMode="auto">
          <a:xfrm>
            <a:off x="2720719" y="2903524"/>
            <a:ext cx="642506" cy="0"/>
          </a:xfrm>
          <a:prstGeom prst="line">
            <a:avLst/>
          </a:prstGeom>
          <a:ln>
            <a:solidFill>
              <a:srgbClr val="FF0000"/>
            </a:solidFill>
            <a:prstDash val="sysDot"/>
            <a:headEnd/>
            <a:tailEnd/>
          </a:ln>
          <a:effectLst/>
          <a:extLst/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  <p:txBody>
          <a:bodyPr/>
          <a:lstStyle/>
          <a:p>
            <a:endParaRPr lang="en-US"/>
          </a:p>
        </p:txBody>
      </p:sp>
      <p:sp>
        <p:nvSpPr>
          <p:cNvPr id="557" name="Line 17"/>
          <p:cNvSpPr>
            <a:spLocks noChangeShapeType="1"/>
          </p:cNvSpPr>
          <p:nvPr/>
        </p:nvSpPr>
        <p:spPr bwMode="auto">
          <a:xfrm>
            <a:off x="2970678" y="3230213"/>
            <a:ext cx="191572" cy="0"/>
          </a:xfrm>
          <a:prstGeom prst="line">
            <a:avLst/>
          </a:prstGeom>
          <a:ln>
            <a:solidFill>
              <a:srgbClr val="FF0000"/>
            </a:solidFill>
            <a:prstDash val="solid"/>
            <a:headEnd/>
            <a:tailEnd/>
          </a:ln>
          <a:effectLst/>
          <a:extLst/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  <p:txBody>
          <a:bodyPr/>
          <a:lstStyle/>
          <a:p>
            <a:endParaRPr lang="en-US"/>
          </a:p>
        </p:txBody>
      </p:sp>
      <p:sp>
        <p:nvSpPr>
          <p:cNvPr id="558" name="Line 17"/>
          <p:cNvSpPr>
            <a:spLocks noChangeShapeType="1"/>
          </p:cNvSpPr>
          <p:nvPr/>
        </p:nvSpPr>
        <p:spPr bwMode="auto">
          <a:xfrm>
            <a:off x="2059705" y="2182644"/>
            <a:ext cx="191572" cy="0"/>
          </a:xfrm>
          <a:prstGeom prst="line">
            <a:avLst/>
          </a:prstGeom>
          <a:noFill/>
          <a:ln w="28575">
            <a:solidFill>
              <a:srgbClr val="0066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59" name="Line 17"/>
          <p:cNvSpPr>
            <a:spLocks noChangeShapeType="1"/>
          </p:cNvSpPr>
          <p:nvPr/>
        </p:nvSpPr>
        <p:spPr bwMode="auto">
          <a:xfrm>
            <a:off x="2282371" y="2444535"/>
            <a:ext cx="191572" cy="0"/>
          </a:xfrm>
          <a:prstGeom prst="line">
            <a:avLst/>
          </a:prstGeom>
          <a:noFill/>
          <a:ln w="28575">
            <a:solidFill>
              <a:srgbClr val="0066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60" name="Line 17"/>
          <p:cNvSpPr>
            <a:spLocks noChangeShapeType="1"/>
          </p:cNvSpPr>
          <p:nvPr/>
        </p:nvSpPr>
        <p:spPr bwMode="auto">
          <a:xfrm>
            <a:off x="2511806" y="2706428"/>
            <a:ext cx="191572" cy="0"/>
          </a:xfrm>
          <a:prstGeom prst="line">
            <a:avLst/>
          </a:prstGeom>
          <a:noFill/>
          <a:ln w="28575">
            <a:solidFill>
              <a:srgbClr val="0066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61" name="Line 17"/>
          <p:cNvSpPr>
            <a:spLocks noChangeShapeType="1"/>
          </p:cNvSpPr>
          <p:nvPr/>
        </p:nvSpPr>
        <p:spPr bwMode="auto">
          <a:xfrm>
            <a:off x="2966164" y="3230213"/>
            <a:ext cx="191572" cy="0"/>
          </a:xfrm>
          <a:prstGeom prst="line">
            <a:avLst/>
          </a:prstGeom>
          <a:noFill/>
          <a:ln w="28575">
            <a:solidFill>
              <a:srgbClr val="0066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62" name="Line 17"/>
          <p:cNvSpPr>
            <a:spLocks noChangeShapeType="1"/>
          </p:cNvSpPr>
          <p:nvPr/>
        </p:nvSpPr>
        <p:spPr bwMode="auto">
          <a:xfrm>
            <a:off x="3193343" y="3492105"/>
            <a:ext cx="191572" cy="0"/>
          </a:xfrm>
          <a:prstGeom prst="line">
            <a:avLst/>
          </a:prstGeom>
          <a:noFill/>
          <a:ln w="28575">
            <a:solidFill>
              <a:srgbClr val="0066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63" name="ZoneTexte 562"/>
          <p:cNvSpPr txBox="1"/>
          <p:nvPr/>
        </p:nvSpPr>
        <p:spPr>
          <a:xfrm>
            <a:off x="1277026" y="1992075"/>
            <a:ext cx="509330" cy="20988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400" dirty="0" err="1" smtClean="0">
                <a:solidFill>
                  <a:srgbClr val="0070C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</a:t>
            </a:r>
            <a:r>
              <a:rPr lang="fr-FR" sz="1400" baseline="-25000" dirty="0" err="1" smtClean="0">
                <a:solidFill>
                  <a:srgbClr val="0070C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z</a:t>
            </a:r>
            <a:r>
              <a:rPr lang="fr-FR" sz="1400" dirty="0" smtClean="0">
                <a:solidFill>
                  <a:srgbClr val="0070C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=-5/2</a:t>
            </a:r>
            <a:endParaRPr lang="en-US" sz="1400" baseline="-25000" dirty="0">
              <a:solidFill>
                <a:srgbClr val="0070C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64" name="ZoneTexte 563"/>
          <p:cNvSpPr txBox="1"/>
          <p:nvPr/>
        </p:nvSpPr>
        <p:spPr>
          <a:xfrm>
            <a:off x="3424424" y="3284337"/>
            <a:ext cx="538550" cy="20988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400" dirty="0" err="1" smtClean="0">
                <a:solidFill>
                  <a:srgbClr val="0070C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</a:t>
            </a:r>
            <a:r>
              <a:rPr lang="fr-FR" sz="1400" baseline="-25000" dirty="0" err="1" smtClean="0">
                <a:solidFill>
                  <a:srgbClr val="0070C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z</a:t>
            </a:r>
            <a:r>
              <a:rPr lang="fr-FR" sz="1400" dirty="0" smtClean="0">
                <a:solidFill>
                  <a:srgbClr val="0070C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=+5/2</a:t>
            </a:r>
            <a:endParaRPr lang="en-US" sz="1400" baseline="-25000" dirty="0">
              <a:solidFill>
                <a:srgbClr val="0070C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65" name="Line 17"/>
          <p:cNvSpPr>
            <a:spLocks noChangeShapeType="1"/>
          </p:cNvSpPr>
          <p:nvPr/>
        </p:nvSpPr>
        <p:spPr bwMode="auto">
          <a:xfrm>
            <a:off x="3661637" y="2444535"/>
            <a:ext cx="191572" cy="0"/>
          </a:xfrm>
          <a:prstGeom prst="line">
            <a:avLst/>
          </a:prstGeom>
          <a:ln>
            <a:solidFill>
              <a:srgbClr val="FF0000"/>
            </a:solidFill>
            <a:prstDash val="solid"/>
            <a:headEnd/>
            <a:tailEnd/>
          </a:ln>
          <a:effectLst/>
          <a:extLst/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  <p:txBody>
          <a:bodyPr/>
          <a:lstStyle/>
          <a:p>
            <a:endParaRPr lang="en-US"/>
          </a:p>
        </p:txBody>
      </p:sp>
      <p:sp>
        <p:nvSpPr>
          <p:cNvPr id="566" name="Line 17"/>
          <p:cNvSpPr>
            <a:spLocks noChangeShapeType="1"/>
          </p:cNvSpPr>
          <p:nvPr/>
        </p:nvSpPr>
        <p:spPr bwMode="auto">
          <a:xfrm>
            <a:off x="3434458" y="2706428"/>
            <a:ext cx="191572" cy="0"/>
          </a:xfrm>
          <a:prstGeom prst="line">
            <a:avLst/>
          </a:prstGeom>
          <a:ln>
            <a:solidFill>
              <a:srgbClr val="FF0000"/>
            </a:solidFill>
            <a:prstDash val="solid"/>
            <a:headEnd/>
            <a:tailEnd/>
          </a:ln>
          <a:effectLst/>
          <a:extLst/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  <p:txBody>
          <a:bodyPr/>
          <a:lstStyle/>
          <a:p>
            <a:endParaRPr lang="en-US"/>
          </a:p>
        </p:txBody>
      </p:sp>
      <p:sp>
        <p:nvSpPr>
          <p:cNvPr id="567" name="Line 17"/>
          <p:cNvSpPr>
            <a:spLocks noChangeShapeType="1"/>
          </p:cNvSpPr>
          <p:nvPr/>
        </p:nvSpPr>
        <p:spPr bwMode="auto">
          <a:xfrm>
            <a:off x="3071174" y="3230213"/>
            <a:ext cx="100498" cy="0"/>
          </a:xfrm>
          <a:prstGeom prst="line">
            <a:avLst/>
          </a:prstGeom>
          <a:ln>
            <a:solidFill>
              <a:srgbClr val="FF0000"/>
            </a:solidFill>
            <a:prstDash val="solid"/>
            <a:headEnd/>
            <a:tailEnd/>
          </a:ln>
          <a:effectLst/>
          <a:extLst/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  <p:txBody>
          <a:bodyPr/>
          <a:lstStyle/>
          <a:p>
            <a:endParaRPr lang="en-US"/>
          </a:p>
        </p:txBody>
      </p:sp>
      <p:sp>
        <p:nvSpPr>
          <p:cNvPr id="568" name="Line 17"/>
          <p:cNvSpPr>
            <a:spLocks noChangeShapeType="1"/>
          </p:cNvSpPr>
          <p:nvPr/>
        </p:nvSpPr>
        <p:spPr bwMode="auto">
          <a:xfrm>
            <a:off x="2752922" y="3492105"/>
            <a:ext cx="191572" cy="0"/>
          </a:xfrm>
          <a:prstGeom prst="line">
            <a:avLst/>
          </a:prstGeom>
          <a:ln>
            <a:solidFill>
              <a:srgbClr val="FF0000"/>
            </a:solidFill>
            <a:prstDash val="solid"/>
            <a:headEnd/>
            <a:tailEnd/>
          </a:ln>
          <a:effectLst/>
          <a:extLst/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  <p:txBody>
          <a:bodyPr/>
          <a:lstStyle/>
          <a:p>
            <a:endParaRPr lang="en-US"/>
          </a:p>
        </p:txBody>
      </p:sp>
      <p:sp>
        <p:nvSpPr>
          <p:cNvPr id="569" name="ZoneTexte 568"/>
          <p:cNvSpPr txBox="1"/>
          <p:nvPr/>
        </p:nvSpPr>
        <p:spPr>
          <a:xfrm>
            <a:off x="3405004" y="1582211"/>
            <a:ext cx="281188" cy="25186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>
                <a:solidFill>
                  <a:srgbClr val="FF0000"/>
                </a:solidFill>
                <a:latin typeface="Symbol" panose="05050102010706020507" pitchFamily="18" charset="2"/>
                <a:cs typeface="Times New Roman" panose="02020603050405020304" pitchFamily="18" charset="0"/>
              </a:rPr>
              <a:t>s</a:t>
            </a:r>
            <a:r>
              <a:rPr lang="fr-FR" dirty="0" smtClean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</a:t>
            </a:r>
            <a:endParaRPr lang="en-US" baseline="-25000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70" name="ZoneTexte 569"/>
          <p:cNvSpPr txBox="1"/>
          <p:nvPr/>
        </p:nvSpPr>
        <p:spPr>
          <a:xfrm>
            <a:off x="2255339" y="1582211"/>
            <a:ext cx="661345" cy="4025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0070C0"/>
                </a:solidFill>
                <a:latin typeface="Symbol" panose="05050102010706020507" pitchFamily="18" charset="2"/>
                <a:cs typeface="Times New Roman" panose="02020603050405020304" pitchFamily="18" charset="0"/>
              </a:rPr>
              <a:t>s</a:t>
            </a:r>
            <a:r>
              <a:rPr lang="fr-FR" dirty="0" smtClean="0">
                <a:solidFill>
                  <a:srgbClr val="0070C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+</a:t>
            </a:r>
            <a:endParaRPr lang="en-US" baseline="-25000" dirty="0">
              <a:solidFill>
                <a:srgbClr val="0070C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571" name="Connecteur droit avec flèche 570"/>
          <p:cNvCxnSpPr/>
          <p:nvPr/>
        </p:nvCxnSpPr>
        <p:spPr>
          <a:xfrm>
            <a:off x="3276000" y="996285"/>
            <a:ext cx="252000" cy="1706400"/>
          </a:xfrm>
          <a:prstGeom prst="straightConnector1">
            <a:avLst/>
          </a:prstGeom>
          <a:ln w="19050">
            <a:solidFill>
              <a:srgbClr val="FF0000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2" name="Line 17"/>
          <p:cNvSpPr>
            <a:spLocks noChangeShapeType="1"/>
          </p:cNvSpPr>
          <p:nvPr/>
        </p:nvSpPr>
        <p:spPr bwMode="auto">
          <a:xfrm>
            <a:off x="2731884" y="2902848"/>
            <a:ext cx="657858" cy="677"/>
          </a:xfrm>
          <a:prstGeom prst="line">
            <a:avLst/>
          </a:prstGeom>
          <a:noFill/>
          <a:ln w="28575">
            <a:solidFill>
              <a:srgbClr val="0066FF"/>
            </a:solidFill>
            <a:prstDash val="sysDot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73" name="Line 17"/>
          <p:cNvSpPr>
            <a:spLocks noChangeShapeType="1"/>
          </p:cNvSpPr>
          <p:nvPr/>
        </p:nvSpPr>
        <p:spPr bwMode="auto">
          <a:xfrm>
            <a:off x="2721560" y="3033794"/>
            <a:ext cx="642506" cy="0"/>
          </a:xfrm>
          <a:prstGeom prst="line">
            <a:avLst/>
          </a:prstGeom>
          <a:ln>
            <a:solidFill>
              <a:srgbClr val="FF0000"/>
            </a:solidFill>
            <a:prstDash val="sysDot"/>
            <a:headEnd/>
            <a:tailEnd/>
          </a:ln>
          <a:effectLst/>
          <a:extLst/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  <p:txBody>
          <a:bodyPr/>
          <a:lstStyle/>
          <a:p>
            <a:endParaRPr lang="en-US"/>
          </a:p>
        </p:txBody>
      </p:sp>
      <p:sp>
        <p:nvSpPr>
          <p:cNvPr id="574" name="Line 17"/>
          <p:cNvSpPr>
            <a:spLocks noChangeShapeType="1"/>
          </p:cNvSpPr>
          <p:nvPr/>
        </p:nvSpPr>
        <p:spPr bwMode="auto">
          <a:xfrm>
            <a:off x="2732726" y="3033117"/>
            <a:ext cx="657858" cy="677"/>
          </a:xfrm>
          <a:prstGeom prst="line">
            <a:avLst/>
          </a:prstGeom>
          <a:noFill/>
          <a:ln w="28575">
            <a:solidFill>
              <a:srgbClr val="0066FF"/>
            </a:solidFill>
            <a:prstDash val="sysDot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75" name="Line 17"/>
          <p:cNvSpPr>
            <a:spLocks noChangeShapeType="1"/>
          </p:cNvSpPr>
          <p:nvPr/>
        </p:nvSpPr>
        <p:spPr bwMode="auto">
          <a:xfrm>
            <a:off x="2971683" y="929731"/>
            <a:ext cx="191572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cxnSp>
        <p:nvCxnSpPr>
          <p:cNvPr id="577" name="Connecteur droit avec flèche 576"/>
          <p:cNvCxnSpPr/>
          <p:nvPr/>
        </p:nvCxnSpPr>
        <p:spPr>
          <a:xfrm flipH="1">
            <a:off x="2607592" y="996285"/>
            <a:ext cx="234000" cy="1703535"/>
          </a:xfrm>
          <a:prstGeom prst="straightConnector1">
            <a:avLst/>
          </a:prstGeom>
          <a:ln w="19050">
            <a:solidFill>
              <a:srgbClr val="0070C0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8" name="Rectangle 577"/>
          <p:cNvSpPr/>
          <p:nvPr/>
        </p:nvSpPr>
        <p:spPr>
          <a:xfrm>
            <a:off x="4472609" y="608699"/>
            <a:ext cx="843126" cy="36904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F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fr-FR" sz="1600" baseline="3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+</a:t>
            </a:r>
            <a:r>
              <a:rPr lang="fr-F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-Mn</a:t>
            </a:r>
            <a:endParaRPr lang="en-US" sz="1600" dirty="0"/>
          </a:p>
        </p:txBody>
      </p:sp>
      <p:sp>
        <p:nvSpPr>
          <p:cNvPr id="579" name="Line 17"/>
          <p:cNvSpPr>
            <a:spLocks noChangeShapeType="1"/>
          </p:cNvSpPr>
          <p:nvPr/>
        </p:nvSpPr>
        <p:spPr bwMode="auto">
          <a:xfrm>
            <a:off x="3184680" y="430083"/>
            <a:ext cx="191572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80" name="Line 17"/>
          <p:cNvSpPr>
            <a:spLocks noChangeShapeType="1"/>
          </p:cNvSpPr>
          <p:nvPr/>
        </p:nvSpPr>
        <p:spPr bwMode="auto">
          <a:xfrm>
            <a:off x="3184926" y="1006147"/>
            <a:ext cx="191572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81" name="Line 17"/>
          <p:cNvSpPr>
            <a:spLocks noChangeShapeType="1"/>
          </p:cNvSpPr>
          <p:nvPr/>
        </p:nvSpPr>
        <p:spPr bwMode="auto">
          <a:xfrm>
            <a:off x="2736274" y="430083"/>
            <a:ext cx="191572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82" name="Line 17"/>
          <p:cNvSpPr>
            <a:spLocks noChangeShapeType="1"/>
          </p:cNvSpPr>
          <p:nvPr/>
        </p:nvSpPr>
        <p:spPr bwMode="auto">
          <a:xfrm>
            <a:off x="2752563" y="992314"/>
            <a:ext cx="191572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84" name="ZoneTexte 583"/>
              <p:cNvSpPr txBox="1"/>
              <p:nvPr/>
            </p:nvSpPr>
            <p:spPr>
              <a:xfrm>
                <a:off x="4131603" y="2534193"/>
                <a:ext cx="52822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|"/>
                          <m:endChr m:val=""/>
                          <m:ctrlPr>
                            <a:rPr lang="fr-FR" i="1" smtClean="0">
                              <a:solidFill>
                                <a:srgbClr val="FF0000"/>
                              </a:solidFill>
                              <a:latin typeface="Cambria Math"/>
                            </a:rPr>
                          </m:ctrlPr>
                        </m:dPr>
                        <m:e>
                          <m:d>
                            <m:dPr>
                              <m:begChr m:val=""/>
                              <m:endChr m:val="⟩"/>
                              <m:ctrlPr>
                                <a:rPr lang="fr-FR" i="1" smtClean="0">
                                  <a:solidFill>
                                    <a:srgbClr val="FF0000"/>
                                  </a:solidFill>
                                  <a:latin typeface="Cambria Math"/>
                                  <a:ea typeface="Cambria Math"/>
                                </a:rPr>
                              </m:ctrlPr>
                            </m:dPr>
                            <m:e>
                              <m:r>
                                <a:rPr lang="fr-FR" i="1" smtClean="0">
                                  <a:solidFill>
                                    <a:srgbClr val="FF0000"/>
                                  </a:solidFill>
                                  <a:latin typeface="Cambria Math"/>
                                  <a:ea typeface="Cambria Math"/>
                                </a:rPr>
                                <m:t>⇑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endParaRPr lang="fr-FR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584" name="ZoneTexte 58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31603" y="2534193"/>
                <a:ext cx="528222" cy="369332"/>
              </a:xfrm>
              <a:prstGeom prst="rect">
                <a:avLst/>
              </a:prstGeom>
              <a:blipFill rotWithShape="1">
                <a:blip r:embed="rId3"/>
                <a:stretch>
                  <a:fillRect l="-51163" t="-110000" r="-77907" b="-165000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85" name="ZoneTexte 584"/>
              <p:cNvSpPr txBox="1"/>
              <p:nvPr/>
            </p:nvSpPr>
            <p:spPr>
              <a:xfrm>
                <a:off x="1515149" y="2555612"/>
                <a:ext cx="52822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|"/>
                          <m:endChr m:val=""/>
                          <m:ctrlPr>
                            <a:rPr lang="fr-FR" i="1" smtClean="0">
                              <a:solidFill>
                                <a:srgbClr val="0066FF"/>
                              </a:solidFill>
                              <a:latin typeface="Cambria Math"/>
                            </a:rPr>
                          </m:ctrlPr>
                        </m:dPr>
                        <m:e>
                          <m:d>
                            <m:dPr>
                              <m:begChr m:val=""/>
                              <m:endChr m:val="⟩"/>
                              <m:ctrlPr>
                                <a:rPr lang="fr-FR" i="1" smtClean="0">
                                  <a:solidFill>
                                    <a:srgbClr val="0066FF"/>
                                  </a:solidFill>
                                  <a:latin typeface="Cambria Math"/>
                                  <a:ea typeface="Cambria Math"/>
                                </a:rPr>
                              </m:ctrlPr>
                            </m:dPr>
                            <m:e>
                              <m:r>
                                <a:rPr lang="fr-FR" i="1">
                                  <a:solidFill>
                                    <a:srgbClr val="0066FF"/>
                                  </a:solidFill>
                                  <a:latin typeface="Cambria Math"/>
                                  <a:ea typeface="Cambria Math"/>
                                </a:rPr>
                                <m:t>⇓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endParaRPr lang="fr-FR" dirty="0">
                  <a:solidFill>
                    <a:srgbClr val="0066FF"/>
                  </a:solidFill>
                </a:endParaRPr>
              </a:p>
            </p:txBody>
          </p:sp>
        </mc:Choice>
        <mc:Fallback xmlns="">
          <p:sp>
            <p:nvSpPr>
              <p:cNvPr id="585" name="ZoneTexte 58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15149" y="2555612"/>
                <a:ext cx="528222" cy="369332"/>
              </a:xfrm>
              <a:prstGeom prst="rect">
                <a:avLst/>
              </a:prstGeom>
              <a:blipFill rotWithShape="1">
                <a:blip r:embed="rId4"/>
                <a:stretch>
                  <a:fillRect l="-51163" t="-108197" r="-77907" b="-16065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86" name="Picture 12"/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06891" y="4181536"/>
            <a:ext cx="3375174" cy="16583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87" name="ZoneTexte 586"/>
          <p:cNvSpPr txBox="1"/>
          <p:nvPr/>
        </p:nvSpPr>
        <p:spPr>
          <a:xfrm>
            <a:off x="3442077" y="4276650"/>
            <a:ext cx="40427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4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</a:t>
            </a:r>
            <a:r>
              <a:rPr lang="fr-FR" sz="1400" b="1" dirty="0" smtClean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</a:t>
            </a:r>
            <a:endParaRPr lang="en-US" sz="1400" b="1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88" name="Picture 4"/>
          <p:cNvPicPr>
            <a:picLocks noChangeAspect="1" noChangeArrowheads="1"/>
          </p:cNvPicPr>
          <p:nvPr/>
        </p:nvPicPr>
        <p:blipFill rotWithShape="1"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905" r="7363"/>
          <a:stretch/>
        </p:blipFill>
        <p:spPr bwMode="auto">
          <a:xfrm>
            <a:off x="154945" y="5538900"/>
            <a:ext cx="3236076" cy="161807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589" name="Picture 5"/>
          <p:cNvPicPr>
            <a:picLocks noChangeAspect="1" noChangeArrowheads="1"/>
          </p:cNvPicPr>
          <p:nvPr/>
        </p:nvPicPr>
        <p:blipFill rotWithShape="1"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489" r="8247" b="20542"/>
          <a:stretch/>
        </p:blipFill>
        <p:spPr bwMode="auto">
          <a:xfrm>
            <a:off x="146158" y="4291682"/>
            <a:ext cx="3225872" cy="125773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90" name="ZoneTexte 589"/>
          <p:cNvSpPr txBox="1"/>
          <p:nvPr/>
        </p:nvSpPr>
        <p:spPr>
          <a:xfrm>
            <a:off x="89377" y="3988618"/>
            <a:ext cx="437940" cy="3539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(b)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91" name="ZoneTexte 590"/>
          <p:cNvSpPr txBox="1"/>
          <p:nvPr/>
        </p:nvSpPr>
        <p:spPr>
          <a:xfrm>
            <a:off x="720006" y="4276650"/>
            <a:ext cx="636713" cy="815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400" b="1" dirty="0" err="1" smtClean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Exp</a:t>
            </a:r>
            <a:endParaRPr lang="fr-FR" sz="1400" b="1" dirty="0" smtClean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fr-FR" sz="500" b="1" dirty="0" smtClean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fr-FR" sz="1400" b="1" dirty="0" smtClean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T=5K</a:t>
            </a:r>
            <a:endParaRPr lang="fr-FR" sz="500" b="1" dirty="0" smtClean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fr-FR" sz="1400" b="1" dirty="0" smtClean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B=0T</a:t>
            </a:r>
          </a:p>
        </p:txBody>
      </p:sp>
      <p:pic>
        <p:nvPicPr>
          <p:cNvPr id="592" name="Picture 6"/>
          <p:cNvPicPr>
            <a:picLocks noChangeAspect="1" noChangeArrowheads="1"/>
          </p:cNvPicPr>
          <p:nvPr/>
        </p:nvPicPr>
        <p:blipFill rotWithShape="1"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001" t="4473" r="7813"/>
          <a:stretch/>
        </p:blipFill>
        <p:spPr bwMode="auto">
          <a:xfrm>
            <a:off x="3363471" y="5549422"/>
            <a:ext cx="2680320" cy="16202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93" name="ZoneTexte 592"/>
          <p:cNvSpPr txBox="1"/>
          <p:nvPr/>
        </p:nvSpPr>
        <p:spPr>
          <a:xfrm>
            <a:off x="720006" y="5581039"/>
            <a:ext cx="636713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400" b="1" dirty="0" smtClean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T=5K</a:t>
            </a:r>
          </a:p>
          <a:p>
            <a:r>
              <a:rPr lang="fr-FR" sz="1400" b="1" dirty="0" err="1" smtClean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</a:t>
            </a:r>
            <a:r>
              <a:rPr lang="fr-FR" sz="1400" b="1" baseline="-250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fr-FR" sz="1400" b="1" dirty="0" smtClean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</a:t>
            </a:r>
            <a:endParaRPr lang="fr-FR" sz="1400" b="1" dirty="0" smtClean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fr-FR" sz="1400" b="1" dirty="0" smtClean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0.42T</a:t>
            </a:r>
          </a:p>
        </p:txBody>
      </p:sp>
    </p:spTree>
    <p:extLst>
      <p:ext uri="{BB962C8B-B14F-4D97-AF65-F5344CB8AC3E}">
        <p14:creationId xmlns:p14="http://schemas.microsoft.com/office/powerpoint/2010/main" val="2882680433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135</TotalTime>
  <Words>61</Words>
  <Application>Microsoft Office PowerPoint</Application>
  <PresentationFormat>Personnalisé</PresentationFormat>
  <Paragraphs>34</Paragraphs>
  <Slides>1</Slides>
  <Notes>1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2" baseType="lpstr">
      <vt:lpstr>Thème Office</vt:lpstr>
      <vt:lpstr>Présentation PowerPoint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Alban Lafuente</dc:creator>
  <cp:lastModifiedBy>Alban Lafuente</cp:lastModifiedBy>
  <cp:revision>21</cp:revision>
  <dcterms:created xsi:type="dcterms:W3CDTF">2017-07-11T12:17:16Z</dcterms:created>
  <dcterms:modified xsi:type="dcterms:W3CDTF">2017-10-16T17:03:21Z</dcterms:modified>
</cp:coreProperties>
</file>