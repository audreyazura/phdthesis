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21400" cy="7200900"/>
  <p:notesSz cx="6858000" cy="9144000"/>
  <p:defaultTextStyle>
    <a:defPPr>
      <a:defRPr lang="fr-FR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2022" y="-78"/>
      </p:cViewPr>
      <p:guideLst>
        <p:guide orient="horz" pos="2268"/>
        <p:guide pos="19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F6FB5-136D-4CF9-BD29-BEE1BA05A92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971675" y="685800"/>
            <a:ext cx="2914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1217E-C2D3-45F9-B5A3-34DAC284A4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12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971675" y="685800"/>
            <a:ext cx="291465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71217E-C2D3-45F9-B5A3-34DAC284A46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2240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59107" y="2236949"/>
            <a:ext cx="5203191" cy="154352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18211" y="4080512"/>
            <a:ext cx="4284980" cy="184022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2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5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7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70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12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55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97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40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995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5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83550" y="4627250"/>
            <a:ext cx="5203191" cy="1430177"/>
          </a:xfrm>
        </p:spPr>
        <p:txBody>
          <a:bodyPr anchor="t"/>
          <a:lstStyle>
            <a:lvl1pPr algn="l">
              <a:defRPr sz="3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83550" y="3052052"/>
            <a:ext cx="5203191" cy="1575197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4257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851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3277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7702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128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65541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09798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54055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101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06071" y="1680211"/>
            <a:ext cx="2703618" cy="4752262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111712" y="1680211"/>
            <a:ext cx="2703618" cy="4752262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14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6072" y="1611870"/>
            <a:ext cx="2704681" cy="671748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42570" indent="0">
              <a:buNone/>
              <a:defRPr sz="1900" b="1"/>
            </a:lvl2pPr>
            <a:lvl3pPr marL="885139" indent="0">
              <a:buNone/>
              <a:defRPr sz="1700" b="1"/>
            </a:lvl3pPr>
            <a:lvl4pPr marL="1327709" indent="0">
              <a:buNone/>
              <a:defRPr sz="1500" b="1"/>
            </a:lvl4pPr>
            <a:lvl5pPr marL="1770278" indent="0">
              <a:buNone/>
              <a:defRPr sz="1500" b="1"/>
            </a:lvl5pPr>
            <a:lvl6pPr marL="2212848" indent="0">
              <a:buNone/>
              <a:defRPr sz="1500" b="1"/>
            </a:lvl6pPr>
            <a:lvl7pPr marL="2655418" indent="0">
              <a:buNone/>
              <a:defRPr sz="1500" b="1"/>
            </a:lvl7pPr>
            <a:lvl8pPr marL="3097987" indent="0">
              <a:buNone/>
              <a:defRPr sz="1500" b="1"/>
            </a:lvl8pPr>
            <a:lvl9pPr marL="3540557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06072" y="2283622"/>
            <a:ext cx="2704681" cy="4148852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109588" y="1611870"/>
            <a:ext cx="2705743" cy="671748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42570" indent="0">
              <a:buNone/>
              <a:defRPr sz="1900" b="1"/>
            </a:lvl2pPr>
            <a:lvl3pPr marL="885139" indent="0">
              <a:buNone/>
              <a:defRPr sz="1700" b="1"/>
            </a:lvl3pPr>
            <a:lvl4pPr marL="1327709" indent="0">
              <a:buNone/>
              <a:defRPr sz="1500" b="1"/>
            </a:lvl4pPr>
            <a:lvl5pPr marL="1770278" indent="0">
              <a:buNone/>
              <a:defRPr sz="1500" b="1"/>
            </a:lvl5pPr>
            <a:lvl6pPr marL="2212848" indent="0">
              <a:buNone/>
              <a:defRPr sz="1500" b="1"/>
            </a:lvl6pPr>
            <a:lvl7pPr marL="2655418" indent="0">
              <a:buNone/>
              <a:defRPr sz="1500" b="1"/>
            </a:lvl7pPr>
            <a:lvl8pPr marL="3097987" indent="0">
              <a:buNone/>
              <a:defRPr sz="1500" b="1"/>
            </a:lvl8pPr>
            <a:lvl9pPr marL="3540557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109588" y="2283622"/>
            <a:ext cx="2705743" cy="4148852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31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9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914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6071" y="286706"/>
            <a:ext cx="2013899" cy="1220153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93298" y="286704"/>
            <a:ext cx="3422032" cy="6145768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06071" y="1506855"/>
            <a:ext cx="2013899" cy="4925616"/>
          </a:xfrm>
        </p:spPr>
        <p:txBody>
          <a:bodyPr/>
          <a:lstStyle>
            <a:lvl1pPr marL="0" indent="0">
              <a:buNone/>
              <a:defRPr sz="1400"/>
            </a:lvl1pPr>
            <a:lvl2pPr marL="442570" indent="0">
              <a:buNone/>
              <a:defRPr sz="1200"/>
            </a:lvl2pPr>
            <a:lvl3pPr marL="885139" indent="0">
              <a:buNone/>
              <a:defRPr sz="1000"/>
            </a:lvl3pPr>
            <a:lvl4pPr marL="1327709" indent="0">
              <a:buNone/>
              <a:defRPr sz="900"/>
            </a:lvl4pPr>
            <a:lvl5pPr marL="1770278" indent="0">
              <a:buNone/>
              <a:defRPr sz="900"/>
            </a:lvl5pPr>
            <a:lvl6pPr marL="2212848" indent="0">
              <a:buNone/>
              <a:defRPr sz="900"/>
            </a:lvl6pPr>
            <a:lvl7pPr marL="2655418" indent="0">
              <a:buNone/>
              <a:defRPr sz="900"/>
            </a:lvl7pPr>
            <a:lvl8pPr marL="3097987" indent="0">
              <a:buNone/>
              <a:defRPr sz="900"/>
            </a:lvl8pPr>
            <a:lvl9pPr marL="3540557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62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99838" y="5040632"/>
            <a:ext cx="3672840" cy="595074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199838" y="643415"/>
            <a:ext cx="3672840" cy="4320540"/>
          </a:xfrm>
        </p:spPr>
        <p:txBody>
          <a:bodyPr/>
          <a:lstStyle>
            <a:lvl1pPr marL="0" indent="0">
              <a:buNone/>
              <a:defRPr sz="3100"/>
            </a:lvl1pPr>
            <a:lvl2pPr marL="442570" indent="0">
              <a:buNone/>
              <a:defRPr sz="2700"/>
            </a:lvl2pPr>
            <a:lvl3pPr marL="885139" indent="0">
              <a:buNone/>
              <a:defRPr sz="2300"/>
            </a:lvl3pPr>
            <a:lvl4pPr marL="1327709" indent="0">
              <a:buNone/>
              <a:defRPr sz="1900"/>
            </a:lvl4pPr>
            <a:lvl5pPr marL="1770278" indent="0">
              <a:buNone/>
              <a:defRPr sz="1900"/>
            </a:lvl5pPr>
            <a:lvl6pPr marL="2212848" indent="0">
              <a:buNone/>
              <a:defRPr sz="1900"/>
            </a:lvl6pPr>
            <a:lvl7pPr marL="2655418" indent="0">
              <a:buNone/>
              <a:defRPr sz="1900"/>
            </a:lvl7pPr>
            <a:lvl8pPr marL="3097987" indent="0">
              <a:buNone/>
              <a:defRPr sz="1900"/>
            </a:lvl8pPr>
            <a:lvl9pPr marL="3540557" indent="0">
              <a:buNone/>
              <a:defRPr sz="19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99838" y="5635706"/>
            <a:ext cx="3672840" cy="845106"/>
          </a:xfrm>
        </p:spPr>
        <p:txBody>
          <a:bodyPr/>
          <a:lstStyle>
            <a:lvl1pPr marL="0" indent="0">
              <a:buNone/>
              <a:defRPr sz="1400"/>
            </a:lvl1pPr>
            <a:lvl2pPr marL="442570" indent="0">
              <a:buNone/>
              <a:defRPr sz="1200"/>
            </a:lvl2pPr>
            <a:lvl3pPr marL="885139" indent="0">
              <a:buNone/>
              <a:defRPr sz="1000"/>
            </a:lvl3pPr>
            <a:lvl4pPr marL="1327709" indent="0">
              <a:buNone/>
              <a:defRPr sz="900"/>
            </a:lvl4pPr>
            <a:lvl5pPr marL="1770278" indent="0">
              <a:buNone/>
              <a:defRPr sz="900"/>
            </a:lvl5pPr>
            <a:lvl6pPr marL="2212848" indent="0">
              <a:buNone/>
              <a:defRPr sz="900"/>
            </a:lvl6pPr>
            <a:lvl7pPr marL="2655418" indent="0">
              <a:buNone/>
              <a:defRPr sz="900"/>
            </a:lvl7pPr>
            <a:lvl8pPr marL="3097987" indent="0">
              <a:buNone/>
              <a:defRPr sz="900"/>
            </a:lvl8pPr>
            <a:lvl9pPr marL="3540557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61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2654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438017" y="288371"/>
            <a:ext cx="1377314" cy="614410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6073" y="288371"/>
            <a:ext cx="4029921" cy="614410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7908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06071" y="288371"/>
            <a:ext cx="5509261" cy="1200150"/>
          </a:xfrm>
          <a:prstGeom prst="rect">
            <a:avLst/>
          </a:prstGeom>
        </p:spPr>
        <p:txBody>
          <a:bodyPr vert="horz" lIns="88514" tIns="44257" rIns="88514" bIns="44257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6071" y="1680211"/>
            <a:ext cx="5509261" cy="4752262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06071" y="6674169"/>
            <a:ext cx="1428326" cy="383382"/>
          </a:xfrm>
          <a:prstGeom prst="rect">
            <a:avLst/>
          </a:prstGeom>
        </p:spPr>
        <p:txBody>
          <a:bodyPr vert="horz" lIns="88514" tIns="44257" rIns="88514" bIns="4425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DAA2F-14BA-4317-9AFA-84C92A21E2B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091479" y="6674169"/>
            <a:ext cx="1938443" cy="383382"/>
          </a:xfrm>
          <a:prstGeom prst="rect">
            <a:avLst/>
          </a:prstGeom>
        </p:spPr>
        <p:txBody>
          <a:bodyPr vert="horz" lIns="88514" tIns="44257" rIns="88514" bIns="4425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387004" y="6674169"/>
            <a:ext cx="1428326" cy="383382"/>
          </a:xfrm>
          <a:prstGeom prst="rect">
            <a:avLst/>
          </a:prstGeom>
        </p:spPr>
        <p:txBody>
          <a:bodyPr vert="horz" lIns="88514" tIns="44257" rIns="88514" bIns="4425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69C02-7A73-4B27-9649-3FC81ED9B7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69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5139" rtl="0" eaLnBrk="1" latinLnBrk="0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1927" indent="-331927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19176" indent="-276606" algn="l" defTabSz="885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48994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563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34133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6702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19272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61842" indent="-221285" algn="l" defTabSz="885139" rtl="0" eaLnBrk="1" latinLnBrk="0" hangingPunct="1">
        <a:spcBef>
          <a:spcPct val="200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42570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85139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27709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70278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12848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55418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97987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540557" algn="l" defTabSz="88513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e 1025"/>
          <p:cNvGrpSpPr/>
          <p:nvPr/>
        </p:nvGrpSpPr>
        <p:grpSpPr>
          <a:xfrm>
            <a:off x="1277026" y="-1965"/>
            <a:ext cx="4038709" cy="4176464"/>
            <a:chOff x="-10769" y="-1965"/>
            <a:chExt cx="4038709" cy="4176464"/>
          </a:xfrm>
        </p:grpSpPr>
        <p:sp>
          <p:nvSpPr>
            <p:cNvPr id="521" name="ZoneTexte 520"/>
            <p:cNvSpPr txBox="1"/>
            <p:nvPr/>
          </p:nvSpPr>
          <p:spPr>
            <a:xfrm>
              <a:off x="100142" y="132759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2" name="Line 17"/>
            <p:cNvSpPr>
              <a:spLocks noChangeShapeType="1"/>
            </p:cNvSpPr>
            <p:nvPr/>
          </p:nvSpPr>
          <p:spPr bwMode="auto">
            <a:xfrm>
              <a:off x="1239896" y="50209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" name="Line 17"/>
            <p:cNvSpPr>
              <a:spLocks noChangeShapeType="1"/>
            </p:cNvSpPr>
            <p:nvPr/>
          </p:nvSpPr>
          <p:spPr bwMode="auto">
            <a:xfrm>
              <a:off x="1679537" y="405946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" name="Line 17"/>
            <p:cNvSpPr>
              <a:spLocks noChangeShapeType="1"/>
            </p:cNvSpPr>
            <p:nvPr/>
          </p:nvSpPr>
          <p:spPr bwMode="auto">
            <a:xfrm>
              <a:off x="2116206" y="50209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" name="Line 17"/>
            <p:cNvSpPr>
              <a:spLocks noChangeShapeType="1"/>
            </p:cNvSpPr>
            <p:nvPr/>
          </p:nvSpPr>
          <p:spPr bwMode="auto">
            <a:xfrm>
              <a:off x="2087763" y="1078155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" name="Line 17"/>
            <p:cNvSpPr>
              <a:spLocks noChangeShapeType="1"/>
            </p:cNvSpPr>
            <p:nvPr/>
          </p:nvSpPr>
          <p:spPr bwMode="auto">
            <a:xfrm>
              <a:off x="2363331" y="122217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" name="Line 17"/>
            <p:cNvSpPr>
              <a:spLocks noChangeShapeType="1"/>
            </p:cNvSpPr>
            <p:nvPr/>
          </p:nvSpPr>
          <p:spPr bwMode="auto">
            <a:xfrm>
              <a:off x="1229531" y="1078155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" name="Line 17"/>
            <p:cNvSpPr>
              <a:spLocks noChangeShapeType="1"/>
            </p:cNvSpPr>
            <p:nvPr/>
          </p:nvSpPr>
          <p:spPr bwMode="auto">
            <a:xfrm>
              <a:off x="1000256" y="122217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1848217" y="-1965"/>
              <a:ext cx="217128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600" dirty="0"/>
            </a:p>
          </p:txBody>
        </p:sp>
        <p:sp>
          <p:nvSpPr>
            <p:cNvPr id="530" name="Rectangle 529"/>
            <p:cNvSpPr/>
            <p:nvPr/>
          </p:nvSpPr>
          <p:spPr>
            <a:xfrm>
              <a:off x="2693361" y="977741"/>
              <a:ext cx="591710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M=3</a:t>
              </a:r>
              <a:endParaRPr lang="en-US" sz="1400" dirty="0"/>
            </a:p>
          </p:txBody>
        </p:sp>
        <p:cxnSp>
          <p:nvCxnSpPr>
            <p:cNvPr id="531" name="Connecteur droit avec flèche 530"/>
            <p:cNvCxnSpPr>
              <a:stCxn id="541" idx="0"/>
            </p:cNvCxnSpPr>
            <p:nvPr/>
          </p:nvCxnSpPr>
          <p:spPr>
            <a:xfrm flipV="1">
              <a:off x="1761903" y="113471"/>
              <a:ext cx="16156" cy="372553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Connecteur droit avec flèche 531"/>
            <p:cNvCxnSpPr/>
            <p:nvPr/>
          </p:nvCxnSpPr>
          <p:spPr>
            <a:xfrm flipV="1">
              <a:off x="372985" y="3685134"/>
              <a:ext cx="3238663" cy="339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Connecteur droit 532"/>
            <p:cNvCxnSpPr/>
            <p:nvPr/>
          </p:nvCxnSpPr>
          <p:spPr>
            <a:xfrm flipH="1">
              <a:off x="2005847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Connecteur droit 533"/>
            <p:cNvCxnSpPr/>
            <p:nvPr/>
          </p:nvCxnSpPr>
          <p:spPr>
            <a:xfrm flipH="1">
              <a:off x="2248571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Connecteur droit 534"/>
            <p:cNvCxnSpPr/>
            <p:nvPr/>
          </p:nvCxnSpPr>
          <p:spPr>
            <a:xfrm flipH="1">
              <a:off x="2475751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Connecteur droit 535"/>
            <p:cNvCxnSpPr/>
            <p:nvPr/>
          </p:nvCxnSpPr>
          <p:spPr>
            <a:xfrm flipH="1">
              <a:off x="2702930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Connecteur droit 536"/>
            <p:cNvCxnSpPr/>
            <p:nvPr/>
          </p:nvCxnSpPr>
          <p:spPr>
            <a:xfrm flipH="1">
              <a:off x="1529174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Connecteur droit 537"/>
            <p:cNvCxnSpPr/>
            <p:nvPr/>
          </p:nvCxnSpPr>
          <p:spPr>
            <a:xfrm flipH="1">
              <a:off x="1301995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Connecteur droit 538"/>
            <p:cNvCxnSpPr/>
            <p:nvPr/>
          </p:nvCxnSpPr>
          <p:spPr>
            <a:xfrm flipH="1">
              <a:off x="1074815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Connecteur droit 539"/>
            <p:cNvCxnSpPr/>
            <p:nvPr/>
          </p:nvCxnSpPr>
          <p:spPr>
            <a:xfrm flipH="1">
              <a:off x="847636" y="3623051"/>
              <a:ext cx="1" cy="1309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Rectangle 540"/>
            <p:cNvSpPr/>
            <p:nvPr/>
          </p:nvSpPr>
          <p:spPr>
            <a:xfrm>
              <a:off x="1610346" y="3839006"/>
              <a:ext cx="30311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dirty="0"/>
            </a:p>
          </p:txBody>
        </p:sp>
        <p:sp>
          <p:nvSpPr>
            <p:cNvPr id="542" name="Rectangle 541"/>
            <p:cNvSpPr/>
            <p:nvPr/>
          </p:nvSpPr>
          <p:spPr>
            <a:xfrm>
              <a:off x="1800854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en-US" sz="1400" dirty="0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2018611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+2</a:t>
              </a:r>
              <a:endParaRPr lang="en-US" sz="1400" dirty="0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2261336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+3</a:t>
              </a:r>
              <a:endParaRPr lang="en-US" sz="1400" dirty="0"/>
            </a:p>
          </p:txBody>
        </p:sp>
        <p:sp>
          <p:nvSpPr>
            <p:cNvPr id="545" name="Rectangle 544"/>
            <p:cNvSpPr/>
            <p:nvPr/>
          </p:nvSpPr>
          <p:spPr>
            <a:xfrm>
              <a:off x="2499505" y="3839006"/>
              <a:ext cx="414658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+4</a:t>
              </a:r>
              <a:endParaRPr lang="en-US" sz="1400" dirty="0"/>
            </a:p>
          </p:txBody>
        </p:sp>
        <p:sp>
          <p:nvSpPr>
            <p:cNvPr id="546" name="Rectangle 545"/>
            <p:cNvSpPr/>
            <p:nvPr/>
          </p:nvSpPr>
          <p:spPr>
            <a:xfrm>
              <a:off x="1307034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dirty="0"/>
            </a:p>
          </p:txBody>
        </p:sp>
        <p:sp>
          <p:nvSpPr>
            <p:cNvPr id="547" name="Rectangle 546"/>
            <p:cNvSpPr/>
            <p:nvPr/>
          </p:nvSpPr>
          <p:spPr>
            <a:xfrm>
              <a:off x="1079855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dirty="0"/>
            </a:p>
          </p:txBody>
        </p:sp>
        <p:sp>
          <p:nvSpPr>
            <p:cNvPr id="548" name="Rectangle 547"/>
            <p:cNvSpPr/>
            <p:nvPr/>
          </p:nvSpPr>
          <p:spPr>
            <a:xfrm>
              <a:off x="852676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1400" dirty="0"/>
            </a:p>
          </p:txBody>
        </p:sp>
        <p:sp>
          <p:nvSpPr>
            <p:cNvPr id="549" name="Rectangle 548"/>
            <p:cNvSpPr/>
            <p:nvPr/>
          </p:nvSpPr>
          <p:spPr>
            <a:xfrm>
              <a:off x="625497" y="3839006"/>
              <a:ext cx="368624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1400" dirty="0"/>
            </a:p>
          </p:txBody>
        </p:sp>
        <p:sp>
          <p:nvSpPr>
            <p:cNvPr id="550" name="Rectangle 549"/>
            <p:cNvSpPr/>
            <p:nvPr/>
          </p:nvSpPr>
          <p:spPr>
            <a:xfrm>
              <a:off x="3335603" y="3717032"/>
              <a:ext cx="300293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fr-FR" sz="1600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sz="1600" baseline="-25000" dirty="0"/>
            </a:p>
          </p:txBody>
        </p:sp>
        <p:sp>
          <p:nvSpPr>
            <p:cNvPr id="551" name="ZoneTexte 550"/>
            <p:cNvSpPr txBox="1"/>
            <p:nvPr/>
          </p:nvSpPr>
          <p:spPr>
            <a:xfrm>
              <a:off x="2882781" y="1972759"/>
              <a:ext cx="53855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=+5/2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2" name="ZoneTexte 551"/>
            <p:cNvSpPr txBox="1"/>
            <p:nvPr/>
          </p:nvSpPr>
          <p:spPr>
            <a:xfrm>
              <a:off x="625497" y="3282221"/>
              <a:ext cx="50933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=-5/2</a:t>
              </a:r>
              <a:endParaRPr lang="en-US" sz="1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3" name="Rectangle 552"/>
            <p:cNvSpPr/>
            <p:nvPr/>
          </p:nvSpPr>
          <p:spPr>
            <a:xfrm>
              <a:off x="2693361" y="238199"/>
              <a:ext cx="591710" cy="3354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M=2</a:t>
              </a:r>
              <a:endParaRPr lang="en-US" sz="1400" dirty="0"/>
            </a:p>
          </p:txBody>
        </p:sp>
        <p:sp>
          <p:nvSpPr>
            <p:cNvPr id="554" name="Rectangle 553"/>
            <p:cNvSpPr/>
            <p:nvPr/>
          </p:nvSpPr>
          <p:spPr>
            <a:xfrm>
              <a:off x="3241016" y="2996952"/>
              <a:ext cx="449766" cy="2308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fr-FR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-Mn</a:t>
              </a:r>
              <a:endParaRPr lang="en-US" sz="1600" dirty="0"/>
            </a:p>
          </p:txBody>
        </p:sp>
        <p:sp>
          <p:nvSpPr>
            <p:cNvPr id="555" name="Line 17"/>
            <p:cNvSpPr>
              <a:spLocks noChangeShapeType="1"/>
            </p:cNvSpPr>
            <p:nvPr/>
          </p:nvSpPr>
          <p:spPr bwMode="auto">
            <a:xfrm>
              <a:off x="2587086" y="2182644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6" name="Line 17"/>
            <p:cNvSpPr>
              <a:spLocks noChangeShapeType="1"/>
            </p:cNvSpPr>
            <p:nvPr/>
          </p:nvSpPr>
          <p:spPr bwMode="auto">
            <a:xfrm>
              <a:off x="1432924" y="2903524"/>
              <a:ext cx="642506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7" name="Line 17"/>
            <p:cNvSpPr>
              <a:spLocks noChangeShapeType="1"/>
            </p:cNvSpPr>
            <p:nvPr/>
          </p:nvSpPr>
          <p:spPr bwMode="auto">
            <a:xfrm>
              <a:off x="1682883" y="3230213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58" name="Line 17"/>
            <p:cNvSpPr>
              <a:spLocks noChangeShapeType="1"/>
            </p:cNvSpPr>
            <p:nvPr/>
          </p:nvSpPr>
          <p:spPr bwMode="auto">
            <a:xfrm>
              <a:off x="771910" y="2182644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9" name="Line 17"/>
            <p:cNvSpPr>
              <a:spLocks noChangeShapeType="1"/>
            </p:cNvSpPr>
            <p:nvPr/>
          </p:nvSpPr>
          <p:spPr bwMode="auto">
            <a:xfrm>
              <a:off x="994576" y="2444535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0" name="Line 17"/>
            <p:cNvSpPr>
              <a:spLocks noChangeShapeType="1"/>
            </p:cNvSpPr>
            <p:nvPr/>
          </p:nvSpPr>
          <p:spPr bwMode="auto">
            <a:xfrm>
              <a:off x="1224011" y="2706428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1" name="Line 17"/>
            <p:cNvSpPr>
              <a:spLocks noChangeShapeType="1"/>
            </p:cNvSpPr>
            <p:nvPr/>
          </p:nvSpPr>
          <p:spPr bwMode="auto">
            <a:xfrm>
              <a:off x="1678369" y="3230213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2" name="Line 17"/>
            <p:cNvSpPr>
              <a:spLocks noChangeShapeType="1"/>
            </p:cNvSpPr>
            <p:nvPr/>
          </p:nvSpPr>
          <p:spPr bwMode="auto">
            <a:xfrm>
              <a:off x="1905548" y="3492105"/>
              <a:ext cx="191572" cy="0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" name="ZoneTexte 562"/>
            <p:cNvSpPr txBox="1"/>
            <p:nvPr/>
          </p:nvSpPr>
          <p:spPr>
            <a:xfrm>
              <a:off x="-10769" y="1992075"/>
              <a:ext cx="50933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=-5/2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4" name="ZoneTexte 563"/>
            <p:cNvSpPr txBox="1"/>
            <p:nvPr/>
          </p:nvSpPr>
          <p:spPr>
            <a:xfrm>
              <a:off x="2136629" y="3284337"/>
              <a:ext cx="538550" cy="209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fr-FR" sz="1400" baseline="-25000" dirty="0" err="1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sz="1400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=+5/2</a:t>
              </a:r>
              <a:endParaRPr lang="en-US" sz="14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5" name="Line 17"/>
            <p:cNvSpPr>
              <a:spLocks noChangeShapeType="1"/>
            </p:cNvSpPr>
            <p:nvPr/>
          </p:nvSpPr>
          <p:spPr bwMode="auto">
            <a:xfrm>
              <a:off x="2373842" y="2444535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6" name="Line 17"/>
            <p:cNvSpPr>
              <a:spLocks noChangeShapeType="1"/>
            </p:cNvSpPr>
            <p:nvPr/>
          </p:nvSpPr>
          <p:spPr bwMode="auto">
            <a:xfrm>
              <a:off x="2146663" y="2706428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7" name="Line 17"/>
            <p:cNvSpPr>
              <a:spLocks noChangeShapeType="1"/>
            </p:cNvSpPr>
            <p:nvPr/>
          </p:nvSpPr>
          <p:spPr bwMode="auto">
            <a:xfrm>
              <a:off x="1783379" y="3230213"/>
              <a:ext cx="100498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8" name="Line 17"/>
            <p:cNvSpPr>
              <a:spLocks noChangeShapeType="1"/>
            </p:cNvSpPr>
            <p:nvPr/>
          </p:nvSpPr>
          <p:spPr bwMode="auto">
            <a:xfrm>
              <a:off x="1465127" y="3492105"/>
              <a:ext cx="191572" cy="0"/>
            </a:xfrm>
            <a:prstGeom prst="line">
              <a:avLst/>
            </a:prstGeom>
            <a:ln>
              <a:solidFill>
                <a:srgbClr val="FF0000"/>
              </a:solidFill>
              <a:prstDash val="solid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69" name="ZoneTexte 568"/>
            <p:cNvSpPr txBox="1"/>
            <p:nvPr/>
          </p:nvSpPr>
          <p:spPr>
            <a:xfrm>
              <a:off x="2117209" y="1582211"/>
              <a:ext cx="281188" cy="2518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0" name="ZoneTexte 569"/>
            <p:cNvSpPr txBox="1"/>
            <p:nvPr/>
          </p:nvSpPr>
          <p:spPr>
            <a:xfrm>
              <a:off x="967544" y="1582211"/>
              <a:ext cx="661345" cy="402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>
                  <a:solidFill>
                    <a:srgbClr val="0070C0"/>
                  </a:solidFill>
                  <a:latin typeface="Symbol" panose="05050102010706020507" pitchFamily="18" charset="2"/>
                  <a:cs typeface="Times New Roman" panose="02020603050405020304" pitchFamily="18" charset="0"/>
                </a:rPr>
                <a:t>s</a:t>
              </a:r>
              <a:r>
                <a:rPr lang="fr-FR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71" name="Connecteur droit avec flèche 570"/>
            <p:cNvCxnSpPr/>
            <p:nvPr/>
          </p:nvCxnSpPr>
          <p:spPr>
            <a:xfrm>
              <a:off x="1998149" y="993368"/>
              <a:ext cx="319890" cy="1681389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2" name="Line 17"/>
            <p:cNvSpPr>
              <a:spLocks noChangeShapeType="1"/>
            </p:cNvSpPr>
            <p:nvPr/>
          </p:nvSpPr>
          <p:spPr bwMode="auto">
            <a:xfrm>
              <a:off x="1444089" y="2902848"/>
              <a:ext cx="657858" cy="677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" name="Line 17"/>
            <p:cNvSpPr>
              <a:spLocks noChangeShapeType="1"/>
            </p:cNvSpPr>
            <p:nvPr/>
          </p:nvSpPr>
          <p:spPr bwMode="auto">
            <a:xfrm>
              <a:off x="1433765" y="3033794"/>
              <a:ext cx="642506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  <a:headEnd/>
              <a:tailEnd/>
            </a:ln>
            <a:effectLst/>
            <a:ex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4" name="Line 17"/>
            <p:cNvSpPr>
              <a:spLocks noChangeShapeType="1"/>
            </p:cNvSpPr>
            <p:nvPr/>
          </p:nvSpPr>
          <p:spPr bwMode="auto">
            <a:xfrm>
              <a:off x="1444931" y="3033117"/>
              <a:ext cx="657858" cy="677"/>
            </a:xfrm>
            <a:prstGeom prst="line">
              <a:avLst/>
            </a:prstGeom>
            <a:noFill/>
            <a:ln w="28575">
              <a:solidFill>
                <a:srgbClr val="0066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5" name="Line 17"/>
            <p:cNvSpPr>
              <a:spLocks noChangeShapeType="1"/>
            </p:cNvSpPr>
            <p:nvPr/>
          </p:nvSpPr>
          <p:spPr bwMode="auto">
            <a:xfrm>
              <a:off x="1683888" y="929731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577" name="Connecteur droit avec flèche 576"/>
            <p:cNvCxnSpPr>
              <a:endCxn id="560" idx="0"/>
            </p:cNvCxnSpPr>
            <p:nvPr/>
          </p:nvCxnSpPr>
          <p:spPr>
            <a:xfrm flipH="1">
              <a:off x="1224011" y="1002893"/>
              <a:ext cx="324883" cy="1703535"/>
            </a:xfrm>
            <a:prstGeom prst="straightConnector1">
              <a:avLst/>
            </a:prstGeom>
            <a:ln w="19050"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8" name="Rectangle 577"/>
            <p:cNvSpPr/>
            <p:nvPr/>
          </p:nvSpPr>
          <p:spPr>
            <a:xfrm>
              <a:off x="3184814" y="608699"/>
              <a:ext cx="843126" cy="3690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fr-FR" sz="16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fr-F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-Mn</a:t>
              </a:r>
              <a:endParaRPr lang="en-US" sz="1600" dirty="0"/>
            </a:p>
          </p:txBody>
        </p:sp>
        <p:sp>
          <p:nvSpPr>
            <p:cNvPr id="579" name="Line 17"/>
            <p:cNvSpPr>
              <a:spLocks noChangeShapeType="1"/>
            </p:cNvSpPr>
            <p:nvPr/>
          </p:nvSpPr>
          <p:spPr bwMode="auto">
            <a:xfrm>
              <a:off x="1896885" y="430083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0" name="Line 17"/>
            <p:cNvSpPr>
              <a:spLocks noChangeShapeType="1"/>
            </p:cNvSpPr>
            <p:nvPr/>
          </p:nvSpPr>
          <p:spPr bwMode="auto">
            <a:xfrm>
              <a:off x="1897131" y="1006147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1" name="Line 17"/>
            <p:cNvSpPr>
              <a:spLocks noChangeShapeType="1"/>
            </p:cNvSpPr>
            <p:nvPr/>
          </p:nvSpPr>
          <p:spPr bwMode="auto">
            <a:xfrm>
              <a:off x="1448479" y="430083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2" name="Line 17"/>
            <p:cNvSpPr>
              <a:spLocks noChangeShapeType="1"/>
            </p:cNvSpPr>
            <p:nvPr/>
          </p:nvSpPr>
          <p:spPr bwMode="auto">
            <a:xfrm>
              <a:off x="1464768" y="992314"/>
              <a:ext cx="191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4" name="ZoneTexte 583"/>
                <p:cNvSpPr txBox="1"/>
                <p:nvPr/>
              </p:nvSpPr>
              <p:spPr>
                <a:xfrm>
                  <a:off x="2843808" y="2534193"/>
                  <a:ext cx="5282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"/>
                            <m:ctrlPr>
                              <a:rPr lang="fr-FR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fr-FR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fr-FR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⇑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fr-FR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84" name="ZoneTexte 5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3808" y="2534193"/>
                  <a:ext cx="52822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51163" t="-110000" r="-77907" b="-165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5" name="ZoneTexte 584"/>
                <p:cNvSpPr txBox="1"/>
                <p:nvPr/>
              </p:nvSpPr>
              <p:spPr>
                <a:xfrm>
                  <a:off x="227354" y="2555612"/>
                  <a:ext cx="5282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"/>
                            <m:ctrlPr>
                              <a:rPr lang="fr-FR" i="1" smtClean="0">
                                <a:solidFill>
                                  <a:srgbClr val="0066FF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"/>
                                <m:endChr m:val="⟩"/>
                                <m:ctrlPr>
                                  <a:rPr lang="fr-FR" i="1" smtClean="0">
                                    <a:solidFill>
                                      <a:srgbClr val="0066FF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fr-FR" i="1">
                                    <a:solidFill>
                                      <a:srgbClr val="0066FF"/>
                                    </a:solidFill>
                                    <a:latin typeface="Cambria Math"/>
                                    <a:ea typeface="Cambria Math"/>
                                  </a:rPr>
                                  <m:t>⇓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fr-FR" dirty="0">
                    <a:solidFill>
                      <a:srgbClr val="0066FF"/>
                    </a:solidFill>
                  </a:endParaRPr>
                </a:p>
              </p:txBody>
            </p:sp>
          </mc:Choice>
          <mc:Fallback xmlns="">
            <p:sp>
              <p:nvSpPr>
                <p:cNvPr id="585" name="ZoneTexte 5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354" y="2555612"/>
                  <a:ext cx="528222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51163" t="-108197" r="-77907" b="-16065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86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891" y="4181536"/>
            <a:ext cx="3375174" cy="1658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7" name="ZoneTexte 586"/>
          <p:cNvSpPr txBox="1"/>
          <p:nvPr/>
        </p:nvSpPr>
        <p:spPr>
          <a:xfrm>
            <a:off x="3442077" y="427665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fr-FR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8" name="Picture 4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5" r="7363"/>
          <a:stretch/>
        </p:blipFill>
        <p:spPr bwMode="auto">
          <a:xfrm>
            <a:off x="154945" y="5538900"/>
            <a:ext cx="3236076" cy="161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9" name="Picture 5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89" r="8247" b="20542"/>
          <a:stretch/>
        </p:blipFill>
        <p:spPr bwMode="auto">
          <a:xfrm>
            <a:off x="146158" y="4291682"/>
            <a:ext cx="3225872" cy="1257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0" name="ZoneTexte 589"/>
          <p:cNvSpPr txBox="1"/>
          <p:nvPr/>
        </p:nvSpPr>
        <p:spPr>
          <a:xfrm>
            <a:off x="89377" y="3988618"/>
            <a:ext cx="4379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1" name="ZoneTexte 590"/>
          <p:cNvSpPr txBox="1"/>
          <p:nvPr/>
        </p:nvSpPr>
        <p:spPr>
          <a:xfrm>
            <a:off x="720006" y="4276650"/>
            <a:ext cx="599844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endParaRPr lang="fr-FR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5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200" b="1" baseline="-25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=0T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2" name="Picture 6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1" t="4473" r="7813"/>
          <a:stretch/>
        </p:blipFill>
        <p:spPr bwMode="auto">
          <a:xfrm>
            <a:off x="3363471" y="5549422"/>
            <a:ext cx="2680320" cy="162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" name="ZoneTexte 592"/>
          <p:cNvSpPr txBox="1"/>
          <p:nvPr/>
        </p:nvSpPr>
        <p:spPr>
          <a:xfrm>
            <a:off x="720006" y="5581039"/>
            <a:ext cx="5565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1200" b="1" baseline="-25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r>
              <a:rPr lang="fr-FR" sz="1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0.42T</a:t>
            </a:r>
            <a:endParaRPr lang="en-US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804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59</Words>
  <Application>Microsoft Office PowerPoint</Application>
  <PresentationFormat>Personnalisé</PresentationFormat>
  <Paragraphs>32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15</cp:revision>
  <dcterms:created xsi:type="dcterms:W3CDTF">2017-07-11T12:17:16Z</dcterms:created>
  <dcterms:modified xsi:type="dcterms:W3CDTF">2017-07-12T17:01:18Z</dcterms:modified>
</cp:coreProperties>
</file>