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297738" cy="4943475"/>
  <p:notesSz cx="6858000" cy="9144000"/>
  <p:defaultTextStyle>
    <a:defPPr>
      <a:defRPr lang="fr-FR"/>
    </a:defPPr>
    <a:lvl1pPr marL="0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9712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99425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49137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98849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48561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98274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47986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97698" algn="l" defTabSz="6994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3" d="100"/>
          <a:sy n="153" d="100"/>
        </p:scale>
        <p:origin x="-1500" y="-96"/>
      </p:cViewPr>
      <p:guideLst>
        <p:guide orient="horz" pos="1557"/>
        <p:guide pos="22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7331" y="1535682"/>
            <a:ext cx="6203077" cy="105964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94661" y="2801302"/>
            <a:ext cx="5108417" cy="12633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9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9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49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988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4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982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47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97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63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4237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471" y="3176641"/>
            <a:ext cx="6203077" cy="981829"/>
          </a:xfrm>
        </p:spPr>
        <p:txBody>
          <a:bodyPr anchor="t"/>
          <a:lstStyle>
            <a:lvl1pPr algn="l">
              <a:defRPr sz="3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471" y="2095256"/>
            <a:ext cx="6203077" cy="1081385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971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994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4913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9884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4856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9827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4798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9769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92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91403" y="831923"/>
            <a:ext cx="2559276" cy="235158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972308" y="831923"/>
            <a:ext cx="2560544" cy="235158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09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4887" y="197968"/>
            <a:ext cx="6567964" cy="823913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4887" y="1106561"/>
            <a:ext cx="3224435" cy="4611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9712" indent="0">
              <a:buNone/>
              <a:defRPr sz="1500" b="1"/>
            </a:lvl2pPr>
            <a:lvl3pPr marL="699425" indent="0">
              <a:buNone/>
              <a:defRPr sz="1400" b="1"/>
            </a:lvl3pPr>
            <a:lvl4pPr marL="1049137" indent="0">
              <a:buNone/>
              <a:defRPr sz="1200" b="1"/>
            </a:lvl4pPr>
            <a:lvl5pPr marL="1398849" indent="0">
              <a:buNone/>
              <a:defRPr sz="1200" b="1"/>
            </a:lvl5pPr>
            <a:lvl6pPr marL="1748561" indent="0">
              <a:buNone/>
              <a:defRPr sz="1200" b="1"/>
            </a:lvl6pPr>
            <a:lvl7pPr marL="2098274" indent="0">
              <a:buNone/>
              <a:defRPr sz="1200" b="1"/>
            </a:lvl7pPr>
            <a:lvl8pPr marL="2447986" indent="0">
              <a:buNone/>
              <a:defRPr sz="1200" b="1"/>
            </a:lvl8pPr>
            <a:lvl9pPr marL="2797698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64887" y="1567722"/>
            <a:ext cx="3224435" cy="284822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707150" y="1106561"/>
            <a:ext cx="3225702" cy="4611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9712" indent="0">
              <a:buNone/>
              <a:defRPr sz="1500" b="1"/>
            </a:lvl2pPr>
            <a:lvl3pPr marL="699425" indent="0">
              <a:buNone/>
              <a:defRPr sz="1400" b="1"/>
            </a:lvl3pPr>
            <a:lvl4pPr marL="1049137" indent="0">
              <a:buNone/>
              <a:defRPr sz="1200" b="1"/>
            </a:lvl4pPr>
            <a:lvl5pPr marL="1398849" indent="0">
              <a:buNone/>
              <a:defRPr sz="1200" b="1"/>
            </a:lvl5pPr>
            <a:lvl6pPr marL="1748561" indent="0">
              <a:buNone/>
              <a:defRPr sz="1200" b="1"/>
            </a:lvl6pPr>
            <a:lvl7pPr marL="2098274" indent="0">
              <a:buNone/>
              <a:defRPr sz="1200" b="1"/>
            </a:lvl7pPr>
            <a:lvl8pPr marL="2447986" indent="0">
              <a:buNone/>
              <a:defRPr sz="1200" b="1"/>
            </a:lvl8pPr>
            <a:lvl9pPr marL="2797698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707150" y="1567722"/>
            <a:ext cx="3225702" cy="284822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65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5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4887" y="196824"/>
            <a:ext cx="2400906" cy="83764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3213" y="196824"/>
            <a:ext cx="4079638" cy="42191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64887" y="1034468"/>
            <a:ext cx="2400906" cy="3381475"/>
          </a:xfrm>
        </p:spPr>
        <p:txBody>
          <a:bodyPr/>
          <a:lstStyle>
            <a:lvl1pPr marL="0" indent="0">
              <a:buNone/>
              <a:defRPr sz="1100"/>
            </a:lvl1pPr>
            <a:lvl2pPr marL="349712" indent="0">
              <a:buNone/>
              <a:defRPr sz="900"/>
            </a:lvl2pPr>
            <a:lvl3pPr marL="699425" indent="0">
              <a:buNone/>
              <a:defRPr sz="800"/>
            </a:lvl3pPr>
            <a:lvl4pPr marL="1049137" indent="0">
              <a:buNone/>
              <a:defRPr sz="700"/>
            </a:lvl4pPr>
            <a:lvl5pPr marL="1398849" indent="0">
              <a:buNone/>
              <a:defRPr sz="700"/>
            </a:lvl5pPr>
            <a:lvl6pPr marL="1748561" indent="0">
              <a:buNone/>
              <a:defRPr sz="700"/>
            </a:lvl6pPr>
            <a:lvl7pPr marL="2098274" indent="0">
              <a:buNone/>
              <a:defRPr sz="700"/>
            </a:lvl7pPr>
            <a:lvl8pPr marL="2447986" indent="0">
              <a:buNone/>
              <a:defRPr sz="700"/>
            </a:lvl8pPr>
            <a:lvl9pPr marL="2797698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12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0408" y="3460432"/>
            <a:ext cx="4378643" cy="40852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30408" y="441709"/>
            <a:ext cx="4378643" cy="2966085"/>
          </a:xfrm>
        </p:spPr>
        <p:txBody>
          <a:bodyPr/>
          <a:lstStyle>
            <a:lvl1pPr marL="0" indent="0">
              <a:buNone/>
              <a:defRPr sz="2400"/>
            </a:lvl1pPr>
            <a:lvl2pPr marL="349712" indent="0">
              <a:buNone/>
              <a:defRPr sz="2100"/>
            </a:lvl2pPr>
            <a:lvl3pPr marL="699425" indent="0">
              <a:buNone/>
              <a:defRPr sz="1800"/>
            </a:lvl3pPr>
            <a:lvl4pPr marL="1049137" indent="0">
              <a:buNone/>
              <a:defRPr sz="1500"/>
            </a:lvl4pPr>
            <a:lvl5pPr marL="1398849" indent="0">
              <a:buNone/>
              <a:defRPr sz="1500"/>
            </a:lvl5pPr>
            <a:lvl6pPr marL="1748561" indent="0">
              <a:buNone/>
              <a:defRPr sz="1500"/>
            </a:lvl6pPr>
            <a:lvl7pPr marL="2098274" indent="0">
              <a:buNone/>
              <a:defRPr sz="1500"/>
            </a:lvl7pPr>
            <a:lvl8pPr marL="2447986" indent="0">
              <a:buNone/>
              <a:defRPr sz="1500"/>
            </a:lvl8pPr>
            <a:lvl9pPr marL="2797698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30408" y="3868956"/>
            <a:ext cx="4378643" cy="580171"/>
          </a:xfrm>
        </p:spPr>
        <p:txBody>
          <a:bodyPr/>
          <a:lstStyle>
            <a:lvl1pPr marL="0" indent="0">
              <a:buNone/>
              <a:defRPr sz="1100"/>
            </a:lvl1pPr>
            <a:lvl2pPr marL="349712" indent="0">
              <a:buNone/>
              <a:defRPr sz="900"/>
            </a:lvl2pPr>
            <a:lvl3pPr marL="699425" indent="0">
              <a:buNone/>
              <a:defRPr sz="800"/>
            </a:lvl3pPr>
            <a:lvl4pPr marL="1049137" indent="0">
              <a:buNone/>
              <a:defRPr sz="700"/>
            </a:lvl4pPr>
            <a:lvl5pPr marL="1398849" indent="0">
              <a:buNone/>
              <a:defRPr sz="700"/>
            </a:lvl5pPr>
            <a:lvl6pPr marL="1748561" indent="0">
              <a:buNone/>
              <a:defRPr sz="700"/>
            </a:lvl6pPr>
            <a:lvl7pPr marL="2098274" indent="0">
              <a:buNone/>
              <a:defRPr sz="700"/>
            </a:lvl7pPr>
            <a:lvl8pPr marL="2447986" indent="0">
              <a:buNone/>
              <a:defRPr sz="700"/>
            </a:lvl8pPr>
            <a:lvl9pPr marL="2797698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857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32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222807" y="143041"/>
            <a:ext cx="1310045" cy="304046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91403" y="143041"/>
            <a:ext cx="3809774" cy="304046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74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64887" y="197968"/>
            <a:ext cx="6567964" cy="823913"/>
          </a:xfrm>
          <a:prstGeom prst="rect">
            <a:avLst/>
          </a:prstGeom>
        </p:spPr>
        <p:txBody>
          <a:bodyPr vert="horz" lIns="69942" tIns="34971" rIns="69942" bIns="34971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4887" y="1153478"/>
            <a:ext cx="6567964" cy="3262465"/>
          </a:xfrm>
          <a:prstGeom prst="rect">
            <a:avLst/>
          </a:prstGeom>
        </p:spPr>
        <p:txBody>
          <a:bodyPr vert="horz" lIns="69942" tIns="34971" rIns="69942" bIns="34971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64887" y="4581869"/>
            <a:ext cx="1702806" cy="263194"/>
          </a:xfrm>
          <a:prstGeom prst="rect">
            <a:avLst/>
          </a:prstGeom>
        </p:spPr>
        <p:txBody>
          <a:bodyPr vert="horz" lIns="69942" tIns="34971" rIns="69942" bIns="34971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10A4D-B133-454B-8051-3CD3C7D018E0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493394" y="4581869"/>
            <a:ext cx="2310950" cy="263194"/>
          </a:xfrm>
          <a:prstGeom prst="rect">
            <a:avLst/>
          </a:prstGeom>
        </p:spPr>
        <p:txBody>
          <a:bodyPr vert="horz" lIns="69942" tIns="34971" rIns="69942" bIns="34971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230045" y="4581869"/>
            <a:ext cx="1702806" cy="263194"/>
          </a:xfrm>
          <a:prstGeom prst="rect">
            <a:avLst/>
          </a:prstGeom>
        </p:spPr>
        <p:txBody>
          <a:bodyPr vert="horz" lIns="69942" tIns="34971" rIns="69942" bIns="34971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F1873-C7A8-41E2-9A07-B40FE05FB4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11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99425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284" indent="-262284" algn="l" defTabSz="699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68282" indent="-218570" algn="l" defTabSz="699425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74281" indent="-174856" algn="l" defTabSz="699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23993" indent="-174856" algn="l" defTabSz="699425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73705" indent="-174856" algn="l" defTabSz="699425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23418" indent="-174856" algn="l" defTabSz="699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73130" indent="-174856" algn="l" defTabSz="699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22842" indent="-174856" algn="l" defTabSz="699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72554" indent="-174856" algn="l" defTabSz="699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9712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99425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49137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98849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48561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98274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47986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97698" algn="l" defTabSz="69942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" y="-2279"/>
            <a:ext cx="7296309" cy="494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002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AudreyAzura</dc:creator>
  <cp:lastModifiedBy>AudreyAzura</cp:lastModifiedBy>
  <cp:revision>1</cp:revision>
  <dcterms:created xsi:type="dcterms:W3CDTF">2018-01-31T14:49:52Z</dcterms:created>
  <dcterms:modified xsi:type="dcterms:W3CDTF">2018-01-31T14:51:13Z</dcterms:modified>
</cp:coreProperties>
</file>