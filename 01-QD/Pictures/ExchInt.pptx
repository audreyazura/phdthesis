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884613" cy="294481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58" d="100"/>
          <a:sy n="258" d="100"/>
        </p:scale>
        <p:origin x="-2124" y="-84"/>
      </p:cViewPr>
      <p:guideLst>
        <p:guide orient="horz" pos="928"/>
        <p:guide pos="12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91348" y="914801"/>
            <a:ext cx="3301921" cy="63122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2694" y="1668727"/>
            <a:ext cx="2719229" cy="7525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18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485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6859" y="1892316"/>
            <a:ext cx="3301921" cy="584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6859" y="1248138"/>
            <a:ext cx="3301921" cy="64417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720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722" y="687124"/>
            <a:ext cx="530087" cy="1943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7552" y="687124"/>
            <a:ext cx="530762" cy="1943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233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231" y="117929"/>
            <a:ext cx="3496152" cy="490803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4232" y="659175"/>
            <a:ext cx="1716378" cy="2747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94232" y="933888"/>
            <a:ext cx="1716378" cy="16966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973330" y="659175"/>
            <a:ext cx="1717053" cy="2747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973330" y="933888"/>
            <a:ext cx="1717053" cy="16966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99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08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2381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4233" y="117247"/>
            <a:ext cx="1278011" cy="49898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18776" y="117249"/>
            <a:ext cx="2171606" cy="25133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4233" y="616230"/>
            <a:ext cx="1278011" cy="201433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23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1411" y="2061370"/>
            <a:ext cx="2330768" cy="243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761411" y="263125"/>
            <a:ext cx="2330768" cy="17668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61411" y="2304726"/>
            <a:ext cx="2330768" cy="3456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20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87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7085" y="117930"/>
            <a:ext cx="281230" cy="251263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721" y="117930"/>
            <a:ext cx="779621" cy="251263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84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94231" y="117929"/>
            <a:ext cx="3496152" cy="490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94231" y="687124"/>
            <a:ext cx="3496152" cy="1943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94232" y="2729406"/>
            <a:ext cx="906410" cy="1567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92D96-6980-4980-9555-EFD45F9E4913}" type="datetimeFigureOut">
              <a:rPr lang="fr-FR" smtClean="0"/>
              <a:t>31/01/2018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27245" y="2729406"/>
            <a:ext cx="1230127" cy="1567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783973" y="2729406"/>
            <a:ext cx="906410" cy="1567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8089E-DCCB-4223-89A9-0EDC877D3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497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85714" cy="294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720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AudreyAzura</dc:creator>
  <cp:lastModifiedBy>AudreyAzura</cp:lastModifiedBy>
  <cp:revision>1</cp:revision>
  <dcterms:created xsi:type="dcterms:W3CDTF">2018-01-31T14:30:29Z</dcterms:created>
  <dcterms:modified xsi:type="dcterms:W3CDTF">2018-01-31T14:32:43Z</dcterms:modified>
</cp:coreProperties>
</file>