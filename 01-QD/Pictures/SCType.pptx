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1522075" cy="4321175"/>
  <p:notesSz cx="6858000" cy="9144000"/>
  <p:defaultTextStyle>
    <a:defPPr>
      <a:defRPr lang="fr-FR"/>
    </a:defPPr>
    <a:lvl1pPr marL="0" algn="l" defTabSz="8360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18018" algn="l" defTabSz="8360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36036" algn="l" defTabSz="8360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54054" algn="l" defTabSz="8360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72072" algn="l" defTabSz="8360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090090" algn="l" defTabSz="8360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508108" algn="l" defTabSz="8360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926126" algn="l" defTabSz="8360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344144" algn="l" defTabSz="8360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7" d="100"/>
          <a:sy n="97" d="100"/>
        </p:scale>
        <p:origin x="-102" y="-606"/>
      </p:cViewPr>
      <p:guideLst>
        <p:guide orient="horz" pos="1361"/>
        <p:guide pos="363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64156" y="1342367"/>
            <a:ext cx="9793765" cy="926252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728314" y="2448668"/>
            <a:ext cx="8065452" cy="110430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80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360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540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720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900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081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26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441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09620-EEA0-46AB-ADF6-2FEF3664D5AD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FDA4D-7C63-4076-AB68-5BC13C0C79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319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09620-EEA0-46AB-ADF6-2FEF3664D5AD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FDA4D-7C63-4076-AB68-5BC13C0C79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20214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10164" y="2776759"/>
            <a:ext cx="9793765" cy="858233"/>
          </a:xfrm>
        </p:spPr>
        <p:txBody>
          <a:bodyPr anchor="t"/>
          <a:lstStyle>
            <a:lvl1pPr algn="l">
              <a:defRPr sz="37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10164" y="1831501"/>
            <a:ext cx="9793765" cy="945257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180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3603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3pPr>
            <a:lvl4pPr marL="125405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672072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09009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508108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92612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34414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09620-EEA0-46AB-ADF6-2FEF3664D5AD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FDA4D-7C63-4076-AB68-5BC13C0C79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1268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76104" y="1008275"/>
            <a:ext cx="5088916" cy="2851776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857055" y="1008275"/>
            <a:ext cx="5088916" cy="2851776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09620-EEA0-46AB-ADF6-2FEF3664D5AD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FDA4D-7C63-4076-AB68-5BC13C0C79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3301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76107" y="967263"/>
            <a:ext cx="5090917" cy="403110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8018" indent="0">
              <a:buNone/>
              <a:defRPr sz="1800" b="1"/>
            </a:lvl2pPr>
            <a:lvl3pPr marL="836036" indent="0">
              <a:buNone/>
              <a:defRPr sz="1600" b="1"/>
            </a:lvl3pPr>
            <a:lvl4pPr marL="1254054" indent="0">
              <a:buNone/>
              <a:defRPr sz="1500" b="1"/>
            </a:lvl4pPr>
            <a:lvl5pPr marL="1672072" indent="0">
              <a:buNone/>
              <a:defRPr sz="1500" b="1"/>
            </a:lvl5pPr>
            <a:lvl6pPr marL="2090090" indent="0">
              <a:buNone/>
              <a:defRPr sz="1500" b="1"/>
            </a:lvl6pPr>
            <a:lvl7pPr marL="2508108" indent="0">
              <a:buNone/>
              <a:defRPr sz="1500" b="1"/>
            </a:lvl7pPr>
            <a:lvl8pPr marL="2926126" indent="0">
              <a:buNone/>
              <a:defRPr sz="1500" b="1"/>
            </a:lvl8pPr>
            <a:lvl9pPr marL="3344144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76107" y="1370375"/>
            <a:ext cx="5090917" cy="2489677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853055" y="967263"/>
            <a:ext cx="5092917" cy="403110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8018" indent="0">
              <a:buNone/>
              <a:defRPr sz="1800" b="1"/>
            </a:lvl2pPr>
            <a:lvl3pPr marL="836036" indent="0">
              <a:buNone/>
              <a:defRPr sz="1600" b="1"/>
            </a:lvl3pPr>
            <a:lvl4pPr marL="1254054" indent="0">
              <a:buNone/>
              <a:defRPr sz="1500" b="1"/>
            </a:lvl4pPr>
            <a:lvl5pPr marL="1672072" indent="0">
              <a:buNone/>
              <a:defRPr sz="1500" b="1"/>
            </a:lvl5pPr>
            <a:lvl6pPr marL="2090090" indent="0">
              <a:buNone/>
              <a:defRPr sz="1500" b="1"/>
            </a:lvl6pPr>
            <a:lvl7pPr marL="2508108" indent="0">
              <a:buNone/>
              <a:defRPr sz="1500" b="1"/>
            </a:lvl7pPr>
            <a:lvl8pPr marL="2926126" indent="0">
              <a:buNone/>
              <a:defRPr sz="1500" b="1"/>
            </a:lvl8pPr>
            <a:lvl9pPr marL="3344144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853055" y="1370375"/>
            <a:ext cx="5092917" cy="2489677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09620-EEA0-46AB-ADF6-2FEF3664D5AD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FDA4D-7C63-4076-AB68-5BC13C0C79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0952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09620-EEA0-46AB-ADF6-2FEF3664D5AD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FDA4D-7C63-4076-AB68-5BC13C0C79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4124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09620-EEA0-46AB-ADF6-2FEF3664D5AD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FDA4D-7C63-4076-AB68-5BC13C0C79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5809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76106" y="172049"/>
            <a:ext cx="3790683" cy="732199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04812" y="172050"/>
            <a:ext cx="6441160" cy="3688003"/>
          </a:xfrm>
        </p:spPr>
        <p:txBody>
          <a:bodyPr/>
          <a:lstStyle>
            <a:lvl1pPr>
              <a:defRPr sz="2900"/>
            </a:lvl1pPr>
            <a:lvl2pPr>
              <a:defRPr sz="26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76106" y="904247"/>
            <a:ext cx="3790683" cy="2955804"/>
          </a:xfrm>
        </p:spPr>
        <p:txBody>
          <a:bodyPr/>
          <a:lstStyle>
            <a:lvl1pPr marL="0" indent="0">
              <a:buNone/>
              <a:defRPr sz="1300"/>
            </a:lvl1pPr>
            <a:lvl2pPr marL="418018" indent="0">
              <a:buNone/>
              <a:defRPr sz="1100"/>
            </a:lvl2pPr>
            <a:lvl3pPr marL="836036" indent="0">
              <a:buNone/>
              <a:defRPr sz="900"/>
            </a:lvl3pPr>
            <a:lvl4pPr marL="1254054" indent="0">
              <a:buNone/>
              <a:defRPr sz="800"/>
            </a:lvl4pPr>
            <a:lvl5pPr marL="1672072" indent="0">
              <a:buNone/>
              <a:defRPr sz="800"/>
            </a:lvl5pPr>
            <a:lvl6pPr marL="2090090" indent="0">
              <a:buNone/>
              <a:defRPr sz="800"/>
            </a:lvl6pPr>
            <a:lvl7pPr marL="2508108" indent="0">
              <a:buNone/>
              <a:defRPr sz="800"/>
            </a:lvl7pPr>
            <a:lvl8pPr marL="2926126" indent="0">
              <a:buNone/>
              <a:defRPr sz="800"/>
            </a:lvl8pPr>
            <a:lvl9pPr marL="3344144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09620-EEA0-46AB-ADF6-2FEF3664D5AD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FDA4D-7C63-4076-AB68-5BC13C0C79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03086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258408" y="3024825"/>
            <a:ext cx="6913245" cy="357097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258408" y="386107"/>
            <a:ext cx="6913245" cy="2592705"/>
          </a:xfrm>
        </p:spPr>
        <p:txBody>
          <a:bodyPr/>
          <a:lstStyle>
            <a:lvl1pPr marL="0" indent="0">
              <a:buNone/>
              <a:defRPr sz="2900"/>
            </a:lvl1pPr>
            <a:lvl2pPr marL="418018" indent="0">
              <a:buNone/>
              <a:defRPr sz="2600"/>
            </a:lvl2pPr>
            <a:lvl3pPr marL="836036" indent="0">
              <a:buNone/>
              <a:defRPr sz="2200"/>
            </a:lvl3pPr>
            <a:lvl4pPr marL="1254054" indent="0">
              <a:buNone/>
              <a:defRPr sz="1800"/>
            </a:lvl4pPr>
            <a:lvl5pPr marL="1672072" indent="0">
              <a:buNone/>
              <a:defRPr sz="1800"/>
            </a:lvl5pPr>
            <a:lvl6pPr marL="2090090" indent="0">
              <a:buNone/>
              <a:defRPr sz="1800"/>
            </a:lvl6pPr>
            <a:lvl7pPr marL="2508108" indent="0">
              <a:buNone/>
              <a:defRPr sz="1800"/>
            </a:lvl7pPr>
            <a:lvl8pPr marL="2926126" indent="0">
              <a:buNone/>
              <a:defRPr sz="1800"/>
            </a:lvl8pPr>
            <a:lvl9pPr marL="3344144" indent="0">
              <a:buNone/>
              <a:defRPr sz="18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258408" y="3381920"/>
            <a:ext cx="6913245" cy="507138"/>
          </a:xfrm>
        </p:spPr>
        <p:txBody>
          <a:bodyPr/>
          <a:lstStyle>
            <a:lvl1pPr marL="0" indent="0">
              <a:buNone/>
              <a:defRPr sz="1300"/>
            </a:lvl1pPr>
            <a:lvl2pPr marL="418018" indent="0">
              <a:buNone/>
              <a:defRPr sz="1100"/>
            </a:lvl2pPr>
            <a:lvl3pPr marL="836036" indent="0">
              <a:buNone/>
              <a:defRPr sz="900"/>
            </a:lvl3pPr>
            <a:lvl4pPr marL="1254054" indent="0">
              <a:buNone/>
              <a:defRPr sz="800"/>
            </a:lvl4pPr>
            <a:lvl5pPr marL="1672072" indent="0">
              <a:buNone/>
              <a:defRPr sz="800"/>
            </a:lvl5pPr>
            <a:lvl6pPr marL="2090090" indent="0">
              <a:buNone/>
              <a:defRPr sz="800"/>
            </a:lvl6pPr>
            <a:lvl7pPr marL="2508108" indent="0">
              <a:buNone/>
              <a:defRPr sz="800"/>
            </a:lvl7pPr>
            <a:lvl8pPr marL="2926126" indent="0">
              <a:buNone/>
              <a:defRPr sz="800"/>
            </a:lvl8pPr>
            <a:lvl9pPr marL="3344144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09620-EEA0-46AB-ADF6-2FEF3664D5AD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FDA4D-7C63-4076-AB68-5BC13C0C79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4183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09620-EEA0-46AB-ADF6-2FEF3664D5AD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FDA4D-7C63-4076-AB68-5BC13C0C79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2198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353505" y="173050"/>
            <a:ext cx="2592466" cy="3687003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76104" y="173050"/>
            <a:ext cx="7585366" cy="3687003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09620-EEA0-46AB-ADF6-2FEF3664D5AD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FDA4D-7C63-4076-AB68-5BC13C0C79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0106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76105" y="173048"/>
            <a:ext cx="10369868" cy="720196"/>
          </a:xfrm>
          <a:prstGeom prst="rect">
            <a:avLst/>
          </a:prstGeom>
        </p:spPr>
        <p:txBody>
          <a:bodyPr vert="horz" lIns="83604" tIns="41802" rIns="83604" bIns="41802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76105" y="1008275"/>
            <a:ext cx="10369868" cy="2851776"/>
          </a:xfrm>
          <a:prstGeom prst="rect">
            <a:avLst/>
          </a:prstGeom>
        </p:spPr>
        <p:txBody>
          <a:bodyPr vert="horz" lIns="83604" tIns="41802" rIns="83604" bIns="41802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76107" y="4005093"/>
            <a:ext cx="2688483" cy="230063"/>
          </a:xfrm>
          <a:prstGeom prst="rect">
            <a:avLst/>
          </a:prstGeom>
        </p:spPr>
        <p:txBody>
          <a:bodyPr vert="horz" lIns="83604" tIns="41802" rIns="83604" bIns="41802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09620-EEA0-46AB-ADF6-2FEF3664D5AD}" type="datetimeFigureOut">
              <a:rPr lang="fr-FR" smtClean="0"/>
              <a:t>06/10/2017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936709" y="4005093"/>
            <a:ext cx="3648658" cy="230063"/>
          </a:xfrm>
          <a:prstGeom prst="rect">
            <a:avLst/>
          </a:prstGeom>
        </p:spPr>
        <p:txBody>
          <a:bodyPr vert="horz" lIns="83604" tIns="41802" rIns="83604" bIns="41802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257491" y="4005093"/>
            <a:ext cx="2688483" cy="230063"/>
          </a:xfrm>
          <a:prstGeom prst="rect">
            <a:avLst/>
          </a:prstGeom>
        </p:spPr>
        <p:txBody>
          <a:bodyPr vert="horz" lIns="83604" tIns="41802" rIns="83604" bIns="41802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8FDA4D-7C63-4076-AB68-5BC13C0C79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9731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36036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3513" indent="-313513" algn="l" defTabSz="836036" rtl="0" eaLnBrk="1" latinLnBrk="0" hangingPunct="1">
        <a:spcBef>
          <a:spcPct val="20000"/>
        </a:spcBef>
        <a:buFont typeface="Arial" panose="020B0604020202020204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79279" indent="-261261" algn="l" defTabSz="836036" rtl="0" eaLnBrk="1" latinLnBrk="0" hangingPunct="1">
        <a:spcBef>
          <a:spcPct val="20000"/>
        </a:spcBef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045045" indent="-209009" algn="l" defTabSz="836036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463063" indent="-209009" algn="l" defTabSz="836036" rtl="0" eaLnBrk="1" latinLnBrk="0" hangingPunct="1">
        <a:spcBef>
          <a:spcPct val="20000"/>
        </a:spcBef>
        <a:buFont typeface="Arial" panose="020B06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81081" indent="-209009" algn="l" defTabSz="836036" rtl="0" eaLnBrk="1" latinLnBrk="0" hangingPunct="1">
        <a:spcBef>
          <a:spcPct val="20000"/>
        </a:spcBef>
        <a:buFont typeface="Arial" panose="020B0604020202020204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99099" indent="-209009" algn="l" defTabSz="836036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17117" indent="-209009" algn="l" defTabSz="836036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35135" indent="-209009" algn="l" defTabSz="836036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553153" indent="-209009" algn="l" defTabSz="836036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360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8018" algn="l" defTabSz="8360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36036" algn="l" defTabSz="8360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54054" algn="l" defTabSz="8360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72072" algn="l" defTabSz="8360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90090" algn="l" defTabSz="8360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508108" algn="l" defTabSz="8360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926126" algn="l" defTabSz="8360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344144" algn="l" defTabSz="8360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2" name="Connecteur droit 111"/>
          <p:cNvCxnSpPr/>
          <p:nvPr/>
        </p:nvCxnSpPr>
        <p:spPr>
          <a:xfrm>
            <a:off x="774130" y="936451"/>
            <a:ext cx="108012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/>
          <p:cNvCxnSpPr/>
          <p:nvPr/>
        </p:nvCxnSpPr>
        <p:spPr>
          <a:xfrm>
            <a:off x="1854250" y="936451"/>
            <a:ext cx="0" cy="7920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eur droit 113"/>
          <p:cNvCxnSpPr/>
          <p:nvPr/>
        </p:nvCxnSpPr>
        <p:spPr>
          <a:xfrm>
            <a:off x="1854250" y="1728539"/>
            <a:ext cx="7920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eur droit 114"/>
          <p:cNvCxnSpPr/>
          <p:nvPr/>
        </p:nvCxnSpPr>
        <p:spPr>
          <a:xfrm flipV="1">
            <a:off x="2646338" y="936451"/>
            <a:ext cx="0" cy="7920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eur droit 115"/>
          <p:cNvCxnSpPr/>
          <p:nvPr/>
        </p:nvCxnSpPr>
        <p:spPr>
          <a:xfrm>
            <a:off x="2646338" y="936451"/>
            <a:ext cx="108012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eur droit 116"/>
          <p:cNvCxnSpPr/>
          <p:nvPr/>
        </p:nvCxnSpPr>
        <p:spPr>
          <a:xfrm>
            <a:off x="774130" y="3096691"/>
            <a:ext cx="108012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/>
          <p:cNvCxnSpPr/>
          <p:nvPr/>
        </p:nvCxnSpPr>
        <p:spPr>
          <a:xfrm>
            <a:off x="1854250" y="2808659"/>
            <a:ext cx="7920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/>
          <p:cNvCxnSpPr/>
          <p:nvPr/>
        </p:nvCxnSpPr>
        <p:spPr>
          <a:xfrm>
            <a:off x="1854250" y="2808659"/>
            <a:ext cx="0" cy="288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eur droit 119"/>
          <p:cNvCxnSpPr/>
          <p:nvPr/>
        </p:nvCxnSpPr>
        <p:spPr>
          <a:xfrm>
            <a:off x="2646338" y="2808659"/>
            <a:ext cx="0" cy="288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eur droit 120"/>
          <p:cNvCxnSpPr/>
          <p:nvPr/>
        </p:nvCxnSpPr>
        <p:spPr>
          <a:xfrm>
            <a:off x="2646338" y="3096691"/>
            <a:ext cx="108012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onnecteur droit 121"/>
          <p:cNvCxnSpPr/>
          <p:nvPr/>
        </p:nvCxnSpPr>
        <p:spPr>
          <a:xfrm>
            <a:off x="4230514" y="72355"/>
            <a:ext cx="0" cy="417600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eur droit 122"/>
          <p:cNvCxnSpPr/>
          <p:nvPr/>
        </p:nvCxnSpPr>
        <p:spPr>
          <a:xfrm>
            <a:off x="4662562" y="936451"/>
            <a:ext cx="108012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eur droit 123"/>
          <p:cNvCxnSpPr/>
          <p:nvPr/>
        </p:nvCxnSpPr>
        <p:spPr>
          <a:xfrm>
            <a:off x="5742682" y="936451"/>
            <a:ext cx="0" cy="7920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/>
          <p:cNvCxnSpPr/>
          <p:nvPr/>
        </p:nvCxnSpPr>
        <p:spPr>
          <a:xfrm>
            <a:off x="5742682" y="1728539"/>
            <a:ext cx="7920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 droit 125"/>
          <p:cNvCxnSpPr/>
          <p:nvPr/>
        </p:nvCxnSpPr>
        <p:spPr>
          <a:xfrm flipV="1">
            <a:off x="6534770" y="936451"/>
            <a:ext cx="0" cy="7920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/>
          <p:cNvCxnSpPr/>
          <p:nvPr/>
        </p:nvCxnSpPr>
        <p:spPr>
          <a:xfrm>
            <a:off x="6534770" y="936451"/>
            <a:ext cx="108012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cteur droit 127"/>
          <p:cNvCxnSpPr/>
          <p:nvPr/>
        </p:nvCxnSpPr>
        <p:spPr>
          <a:xfrm>
            <a:off x="4662562" y="3096691"/>
            <a:ext cx="108012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eur droit 128"/>
          <p:cNvCxnSpPr/>
          <p:nvPr/>
        </p:nvCxnSpPr>
        <p:spPr>
          <a:xfrm>
            <a:off x="5742682" y="3384723"/>
            <a:ext cx="7920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eur droit 129"/>
          <p:cNvCxnSpPr/>
          <p:nvPr/>
        </p:nvCxnSpPr>
        <p:spPr>
          <a:xfrm>
            <a:off x="5742682" y="3096691"/>
            <a:ext cx="0" cy="288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eur droit 130"/>
          <p:cNvCxnSpPr/>
          <p:nvPr/>
        </p:nvCxnSpPr>
        <p:spPr>
          <a:xfrm>
            <a:off x="6534770" y="3096691"/>
            <a:ext cx="0" cy="288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/>
          <p:cNvCxnSpPr/>
          <p:nvPr/>
        </p:nvCxnSpPr>
        <p:spPr>
          <a:xfrm>
            <a:off x="6534770" y="3096691"/>
            <a:ext cx="108012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eur droit 132"/>
          <p:cNvCxnSpPr/>
          <p:nvPr/>
        </p:nvCxnSpPr>
        <p:spPr>
          <a:xfrm>
            <a:off x="8118946" y="72355"/>
            <a:ext cx="0" cy="417646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eur droit 133"/>
          <p:cNvCxnSpPr/>
          <p:nvPr/>
        </p:nvCxnSpPr>
        <p:spPr>
          <a:xfrm>
            <a:off x="8550994" y="936451"/>
            <a:ext cx="108012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eur droit 134"/>
          <p:cNvCxnSpPr/>
          <p:nvPr/>
        </p:nvCxnSpPr>
        <p:spPr>
          <a:xfrm>
            <a:off x="9631114" y="936451"/>
            <a:ext cx="0" cy="21602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eur droit 135"/>
          <p:cNvCxnSpPr/>
          <p:nvPr/>
        </p:nvCxnSpPr>
        <p:spPr>
          <a:xfrm>
            <a:off x="9631114" y="3312715"/>
            <a:ext cx="7920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/>
          <p:cNvCxnSpPr/>
          <p:nvPr/>
        </p:nvCxnSpPr>
        <p:spPr>
          <a:xfrm flipV="1">
            <a:off x="10423202" y="936451"/>
            <a:ext cx="0" cy="21602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/>
          <p:cNvCxnSpPr/>
          <p:nvPr/>
        </p:nvCxnSpPr>
        <p:spPr>
          <a:xfrm>
            <a:off x="10423202" y="936451"/>
            <a:ext cx="108012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eur droit 138"/>
          <p:cNvCxnSpPr/>
          <p:nvPr/>
        </p:nvCxnSpPr>
        <p:spPr>
          <a:xfrm>
            <a:off x="8550994" y="3096691"/>
            <a:ext cx="108012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cteur droit 139"/>
          <p:cNvCxnSpPr/>
          <p:nvPr/>
        </p:nvCxnSpPr>
        <p:spPr>
          <a:xfrm>
            <a:off x="9631114" y="3960787"/>
            <a:ext cx="7920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/>
          <p:cNvCxnSpPr/>
          <p:nvPr/>
        </p:nvCxnSpPr>
        <p:spPr>
          <a:xfrm>
            <a:off x="9631114" y="3096691"/>
            <a:ext cx="0" cy="864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eur droit 141"/>
          <p:cNvCxnSpPr/>
          <p:nvPr/>
        </p:nvCxnSpPr>
        <p:spPr>
          <a:xfrm>
            <a:off x="10423202" y="3096691"/>
            <a:ext cx="0" cy="8640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eur droit 142"/>
          <p:cNvCxnSpPr/>
          <p:nvPr/>
        </p:nvCxnSpPr>
        <p:spPr>
          <a:xfrm>
            <a:off x="10423202" y="3096691"/>
            <a:ext cx="108012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ZoneTexte 143"/>
          <p:cNvSpPr txBox="1"/>
          <p:nvPr/>
        </p:nvSpPr>
        <p:spPr>
          <a:xfrm>
            <a:off x="1763141" y="114746"/>
            <a:ext cx="974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 I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5" name="ZoneTexte 144"/>
          <p:cNvSpPr txBox="1"/>
          <p:nvPr/>
        </p:nvSpPr>
        <p:spPr>
          <a:xfrm>
            <a:off x="5600277" y="114123"/>
            <a:ext cx="10768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 II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ZoneTexte 145"/>
          <p:cNvSpPr txBox="1"/>
          <p:nvPr/>
        </p:nvSpPr>
        <p:spPr>
          <a:xfrm>
            <a:off x="9437413" y="114123"/>
            <a:ext cx="11794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 III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7" name="Connecteur droit 146"/>
          <p:cNvCxnSpPr/>
          <p:nvPr/>
        </p:nvCxnSpPr>
        <p:spPr>
          <a:xfrm>
            <a:off x="342082" y="114746"/>
            <a:ext cx="0" cy="4062065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ZoneTexte 147"/>
          <p:cNvSpPr txBox="1"/>
          <p:nvPr/>
        </p:nvSpPr>
        <p:spPr>
          <a:xfrm>
            <a:off x="-17958" y="-71661"/>
            <a:ext cx="3722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097284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7</Words>
  <Application>Microsoft Office PowerPoint</Application>
  <PresentationFormat>Personnalisé</PresentationFormat>
  <Paragraphs>4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4</cp:revision>
  <dcterms:created xsi:type="dcterms:W3CDTF">2017-10-02T17:01:25Z</dcterms:created>
  <dcterms:modified xsi:type="dcterms:W3CDTF">2017-10-06T10:00:34Z</dcterms:modified>
</cp:coreProperties>
</file>