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909300" cy="4321175"/>
  <p:notesSz cx="6858000" cy="9144000"/>
  <p:defaultTextStyle>
    <a:defPPr>
      <a:defRPr lang="fr-FR"/>
    </a:defPPr>
    <a:lvl1pPr marL="0" algn="l" defTabSz="8360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18018" algn="l" defTabSz="8360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36036" algn="l" defTabSz="8360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54054" algn="l" defTabSz="8360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72072" algn="l" defTabSz="8360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90090" algn="l" defTabSz="8360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508108" algn="l" defTabSz="8360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926126" algn="l" defTabSz="8360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344144" algn="l" defTabSz="8360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114" y="-534"/>
      </p:cViewPr>
      <p:guideLst>
        <p:guide orient="horz" pos="1361"/>
        <p:guide pos="34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18197" y="1342367"/>
            <a:ext cx="9272906" cy="92625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636397" y="2448666"/>
            <a:ext cx="7636510" cy="110430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80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360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540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720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90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081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26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44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9620-EEA0-46AB-ADF6-2FEF3664D5AD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FDA4D-7C63-4076-AB68-5BC13C0C79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9319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9620-EEA0-46AB-ADF6-2FEF3664D5AD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FDA4D-7C63-4076-AB68-5BC13C0C79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2021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61759" y="2776757"/>
            <a:ext cx="9272906" cy="858233"/>
          </a:xfrm>
        </p:spPr>
        <p:txBody>
          <a:bodyPr anchor="t"/>
          <a:lstStyle>
            <a:lvl1pPr algn="l">
              <a:defRPr sz="37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61759" y="1831499"/>
            <a:ext cx="9272906" cy="94525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80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360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25405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72072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9009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50810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92612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34414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9620-EEA0-46AB-ADF6-2FEF3664D5AD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FDA4D-7C63-4076-AB68-5BC13C0C79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1268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45465" y="1008275"/>
            <a:ext cx="4818274" cy="2851776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545561" y="1008275"/>
            <a:ext cx="4818274" cy="2851776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9620-EEA0-46AB-ADF6-2FEF3664D5AD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FDA4D-7C63-4076-AB68-5BC13C0C79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3301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5467" y="967263"/>
            <a:ext cx="4820169" cy="403110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8018" indent="0">
              <a:buNone/>
              <a:defRPr sz="1800" b="1"/>
            </a:lvl2pPr>
            <a:lvl3pPr marL="836036" indent="0">
              <a:buNone/>
              <a:defRPr sz="1600" b="1"/>
            </a:lvl3pPr>
            <a:lvl4pPr marL="1254054" indent="0">
              <a:buNone/>
              <a:defRPr sz="1500" b="1"/>
            </a:lvl4pPr>
            <a:lvl5pPr marL="1672072" indent="0">
              <a:buNone/>
              <a:defRPr sz="1500" b="1"/>
            </a:lvl5pPr>
            <a:lvl6pPr marL="2090090" indent="0">
              <a:buNone/>
              <a:defRPr sz="1500" b="1"/>
            </a:lvl6pPr>
            <a:lvl7pPr marL="2508108" indent="0">
              <a:buNone/>
              <a:defRPr sz="1500" b="1"/>
            </a:lvl7pPr>
            <a:lvl8pPr marL="2926126" indent="0">
              <a:buNone/>
              <a:defRPr sz="1500" b="1"/>
            </a:lvl8pPr>
            <a:lvl9pPr marL="3344144" indent="0">
              <a:buNone/>
              <a:defRPr sz="15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45467" y="1370373"/>
            <a:ext cx="4820169" cy="248967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541774" y="967263"/>
            <a:ext cx="4822062" cy="403110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8018" indent="0">
              <a:buNone/>
              <a:defRPr sz="1800" b="1"/>
            </a:lvl2pPr>
            <a:lvl3pPr marL="836036" indent="0">
              <a:buNone/>
              <a:defRPr sz="1600" b="1"/>
            </a:lvl3pPr>
            <a:lvl4pPr marL="1254054" indent="0">
              <a:buNone/>
              <a:defRPr sz="1500" b="1"/>
            </a:lvl4pPr>
            <a:lvl5pPr marL="1672072" indent="0">
              <a:buNone/>
              <a:defRPr sz="1500" b="1"/>
            </a:lvl5pPr>
            <a:lvl6pPr marL="2090090" indent="0">
              <a:buNone/>
              <a:defRPr sz="1500" b="1"/>
            </a:lvl6pPr>
            <a:lvl7pPr marL="2508108" indent="0">
              <a:buNone/>
              <a:defRPr sz="1500" b="1"/>
            </a:lvl7pPr>
            <a:lvl8pPr marL="2926126" indent="0">
              <a:buNone/>
              <a:defRPr sz="1500" b="1"/>
            </a:lvl8pPr>
            <a:lvl9pPr marL="3344144" indent="0">
              <a:buNone/>
              <a:defRPr sz="15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541774" y="1370373"/>
            <a:ext cx="4822062" cy="248967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9620-EEA0-46AB-ADF6-2FEF3664D5AD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FDA4D-7C63-4076-AB68-5BC13C0C79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0952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9620-EEA0-46AB-ADF6-2FEF3664D5AD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FDA4D-7C63-4076-AB68-5BC13C0C79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4124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9620-EEA0-46AB-ADF6-2FEF3664D5AD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FDA4D-7C63-4076-AB68-5BC13C0C79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5809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5467" y="172047"/>
            <a:ext cx="3589084" cy="732199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65234" y="172048"/>
            <a:ext cx="6098602" cy="3688003"/>
          </a:xfrm>
        </p:spPr>
        <p:txBody>
          <a:bodyPr/>
          <a:lstStyle>
            <a:lvl1pPr>
              <a:defRPr sz="2900"/>
            </a:lvl1pPr>
            <a:lvl2pPr>
              <a:defRPr sz="26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45467" y="904247"/>
            <a:ext cx="3589084" cy="2955804"/>
          </a:xfrm>
        </p:spPr>
        <p:txBody>
          <a:bodyPr/>
          <a:lstStyle>
            <a:lvl1pPr marL="0" indent="0">
              <a:buNone/>
              <a:defRPr sz="1300"/>
            </a:lvl1pPr>
            <a:lvl2pPr marL="418018" indent="0">
              <a:buNone/>
              <a:defRPr sz="1100"/>
            </a:lvl2pPr>
            <a:lvl3pPr marL="836036" indent="0">
              <a:buNone/>
              <a:defRPr sz="900"/>
            </a:lvl3pPr>
            <a:lvl4pPr marL="1254054" indent="0">
              <a:buNone/>
              <a:defRPr sz="800"/>
            </a:lvl4pPr>
            <a:lvl5pPr marL="1672072" indent="0">
              <a:buNone/>
              <a:defRPr sz="800"/>
            </a:lvl5pPr>
            <a:lvl6pPr marL="2090090" indent="0">
              <a:buNone/>
              <a:defRPr sz="800"/>
            </a:lvl6pPr>
            <a:lvl7pPr marL="2508108" indent="0">
              <a:buNone/>
              <a:defRPr sz="800"/>
            </a:lvl7pPr>
            <a:lvl8pPr marL="2926126" indent="0">
              <a:buNone/>
              <a:defRPr sz="800"/>
            </a:lvl8pPr>
            <a:lvl9pPr marL="3344144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9620-EEA0-46AB-ADF6-2FEF3664D5AD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FDA4D-7C63-4076-AB68-5BC13C0C79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0308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38299" y="3024823"/>
            <a:ext cx="6545580" cy="357097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138299" y="386105"/>
            <a:ext cx="6545580" cy="2592705"/>
          </a:xfrm>
        </p:spPr>
        <p:txBody>
          <a:bodyPr/>
          <a:lstStyle>
            <a:lvl1pPr marL="0" indent="0">
              <a:buNone/>
              <a:defRPr sz="2900"/>
            </a:lvl1pPr>
            <a:lvl2pPr marL="418018" indent="0">
              <a:buNone/>
              <a:defRPr sz="2600"/>
            </a:lvl2pPr>
            <a:lvl3pPr marL="836036" indent="0">
              <a:buNone/>
              <a:defRPr sz="2200"/>
            </a:lvl3pPr>
            <a:lvl4pPr marL="1254054" indent="0">
              <a:buNone/>
              <a:defRPr sz="1800"/>
            </a:lvl4pPr>
            <a:lvl5pPr marL="1672072" indent="0">
              <a:buNone/>
              <a:defRPr sz="1800"/>
            </a:lvl5pPr>
            <a:lvl6pPr marL="2090090" indent="0">
              <a:buNone/>
              <a:defRPr sz="1800"/>
            </a:lvl6pPr>
            <a:lvl7pPr marL="2508108" indent="0">
              <a:buNone/>
              <a:defRPr sz="1800"/>
            </a:lvl7pPr>
            <a:lvl8pPr marL="2926126" indent="0">
              <a:buNone/>
              <a:defRPr sz="1800"/>
            </a:lvl8pPr>
            <a:lvl9pPr marL="3344144" indent="0">
              <a:buNone/>
              <a:defRPr sz="18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138299" y="3381920"/>
            <a:ext cx="6545580" cy="507138"/>
          </a:xfrm>
        </p:spPr>
        <p:txBody>
          <a:bodyPr/>
          <a:lstStyle>
            <a:lvl1pPr marL="0" indent="0">
              <a:buNone/>
              <a:defRPr sz="1300"/>
            </a:lvl1pPr>
            <a:lvl2pPr marL="418018" indent="0">
              <a:buNone/>
              <a:defRPr sz="1100"/>
            </a:lvl2pPr>
            <a:lvl3pPr marL="836036" indent="0">
              <a:buNone/>
              <a:defRPr sz="900"/>
            </a:lvl3pPr>
            <a:lvl4pPr marL="1254054" indent="0">
              <a:buNone/>
              <a:defRPr sz="800"/>
            </a:lvl4pPr>
            <a:lvl5pPr marL="1672072" indent="0">
              <a:buNone/>
              <a:defRPr sz="800"/>
            </a:lvl5pPr>
            <a:lvl6pPr marL="2090090" indent="0">
              <a:buNone/>
              <a:defRPr sz="800"/>
            </a:lvl6pPr>
            <a:lvl7pPr marL="2508108" indent="0">
              <a:buNone/>
              <a:defRPr sz="800"/>
            </a:lvl7pPr>
            <a:lvl8pPr marL="2926126" indent="0">
              <a:buNone/>
              <a:defRPr sz="800"/>
            </a:lvl8pPr>
            <a:lvl9pPr marL="3344144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9620-EEA0-46AB-ADF6-2FEF3664D5AD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FDA4D-7C63-4076-AB68-5BC13C0C79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418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9620-EEA0-46AB-ADF6-2FEF3664D5AD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FDA4D-7C63-4076-AB68-5BC13C0C79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2198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909243" y="173048"/>
            <a:ext cx="2454592" cy="368700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45465" y="173048"/>
            <a:ext cx="7181956" cy="368700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9620-EEA0-46AB-ADF6-2FEF3664D5AD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FDA4D-7C63-4076-AB68-5BC13C0C79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0106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45466" y="173048"/>
            <a:ext cx="9818370" cy="720196"/>
          </a:xfrm>
          <a:prstGeom prst="rect">
            <a:avLst/>
          </a:prstGeom>
        </p:spPr>
        <p:txBody>
          <a:bodyPr vert="horz" lIns="83604" tIns="41802" rIns="83604" bIns="41802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5466" y="1008275"/>
            <a:ext cx="9818370" cy="2851776"/>
          </a:xfrm>
          <a:prstGeom prst="rect">
            <a:avLst/>
          </a:prstGeom>
        </p:spPr>
        <p:txBody>
          <a:bodyPr vert="horz" lIns="83604" tIns="41802" rIns="83604" bIns="41802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45467" y="4005091"/>
            <a:ext cx="2545503" cy="230063"/>
          </a:xfrm>
          <a:prstGeom prst="rect">
            <a:avLst/>
          </a:prstGeom>
        </p:spPr>
        <p:txBody>
          <a:bodyPr vert="horz" lIns="83604" tIns="41802" rIns="83604" bIns="41802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09620-EEA0-46AB-ADF6-2FEF3664D5AD}" type="datetimeFigureOut">
              <a:rPr lang="fr-FR" smtClean="0"/>
              <a:t>02/10/2017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727344" y="4005091"/>
            <a:ext cx="3454612" cy="230063"/>
          </a:xfrm>
          <a:prstGeom prst="rect">
            <a:avLst/>
          </a:prstGeom>
        </p:spPr>
        <p:txBody>
          <a:bodyPr vert="horz" lIns="83604" tIns="41802" rIns="83604" bIns="41802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818334" y="4005091"/>
            <a:ext cx="2545503" cy="230063"/>
          </a:xfrm>
          <a:prstGeom prst="rect">
            <a:avLst/>
          </a:prstGeom>
        </p:spPr>
        <p:txBody>
          <a:bodyPr vert="horz" lIns="83604" tIns="41802" rIns="83604" bIns="41802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FDA4D-7C63-4076-AB68-5BC13C0C79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9731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36036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3513" indent="-313513" algn="l" defTabSz="836036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79279" indent="-261261" algn="l" defTabSz="836036" rtl="0" eaLnBrk="1" latinLnBrk="0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45045" indent="-209009" algn="l" defTabSz="836036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63" indent="-209009" algn="l" defTabSz="836036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81081" indent="-209009" algn="l" defTabSz="836036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99099" indent="-209009" algn="l" defTabSz="836036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17117" indent="-209009" algn="l" defTabSz="836036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35135" indent="-209009" algn="l" defTabSz="836036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53153" indent="-209009" algn="l" defTabSz="836036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3603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8018" algn="l" defTabSz="83603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36036" algn="l" defTabSz="83603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4054" algn="l" defTabSz="83603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72072" algn="l" defTabSz="83603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90090" algn="l" defTabSz="83603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508108" algn="l" defTabSz="83603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926126" algn="l" defTabSz="83603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344144" algn="l" defTabSz="83603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Connecteur droit 188"/>
          <p:cNvCxnSpPr/>
          <p:nvPr/>
        </p:nvCxnSpPr>
        <p:spPr>
          <a:xfrm>
            <a:off x="89769" y="936451"/>
            <a:ext cx="10801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eur droit 189"/>
          <p:cNvCxnSpPr/>
          <p:nvPr/>
        </p:nvCxnSpPr>
        <p:spPr>
          <a:xfrm>
            <a:off x="1169889" y="936451"/>
            <a:ext cx="0" cy="7920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necteur droit 190"/>
          <p:cNvCxnSpPr/>
          <p:nvPr/>
        </p:nvCxnSpPr>
        <p:spPr>
          <a:xfrm>
            <a:off x="1169889" y="1728539"/>
            <a:ext cx="7920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eur droit 191"/>
          <p:cNvCxnSpPr/>
          <p:nvPr/>
        </p:nvCxnSpPr>
        <p:spPr>
          <a:xfrm flipV="1">
            <a:off x="1961977" y="936451"/>
            <a:ext cx="0" cy="7920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necteur droit 192"/>
          <p:cNvCxnSpPr/>
          <p:nvPr/>
        </p:nvCxnSpPr>
        <p:spPr>
          <a:xfrm>
            <a:off x="1961977" y="936451"/>
            <a:ext cx="10801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eur droit 193"/>
          <p:cNvCxnSpPr/>
          <p:nvPr/>
        </p:nvCxnSpPr>
        <p:spPr>
          <a:xfrm>
            <a:off x="89769" y="3096691"/>
            <a:ext cx="10801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eur droit 194"/>
          <p:cNvCxnSpPr/>
          <p:nvPr/>
        </p:nvCxnSpPr>
        <p:spPr>
          <a:xfrm>
            <a:off x="1169889" y="2808659"/>
            <a:ext cx="7920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eur droit 195"/>
          <p:cNvCxnSpPr/>
          <p:nvPr/>
        </p:nvCxnSpPr>
        <p:spPr>
          <a:xfrm>
            <a:off x="1169889" y="2808659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eur droit 196"/>
          <p:cNvCxnSpPr/>
          <p:nvPr/>
        </p:nvCxnSpPr>
        <p:spPr>
          <a:xfrm>
            <a:off x="1961977" y="2808659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eur droit 197"/>
          <p:cNvCxnSpPr/>
          <p:nvPr/>
        </p:nvCxnSpPr>
        <p:spPr>
          <a:xfrm>
            <a:off x="1961977" y="3096691"/>
            <a:ext cx="10801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eur droit 198"/>
          <p:cNvCxnSpPr/>
          <p:nvPr/>
        </p:nvCxnSpPr>
        <p:spPr>
          <a:xfrm>
            <a:off x="3546153" y="72355"/>
            <a:ext cx="0" cy="4176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eur droit 199"/>
          <p:cNvCxnSpPr/>
          <p:nvPr/>
        </p:nvCxnSpPr>
        <p:spPr>
          <a:xfrm>
            <a:off x="3978201" y="936451"/>
            <a:ext cx="10801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eur droit 200"/>
          <p:cNvCxnSpPr/>
          <p:nvPr/>
        </p:nvCxnSpPr>
        <p:spPr>
          <a:xfrm>
            <a:off x="5058321" y="936451"/>
            <a:ext cx="0" cy="7920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cteur droit 201"/>
          <p:cNvCxnSpPr/>
          <p:nvPr/>
        </p:nvCxnSpPr>
        <p:spPr>
          <a:xfrm>
            <a:off x="5058321" y="1728539"/>
            <a:ext cx="7920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eur droit 202"/>
          <p:cNvCxnSpPr/>
          <p:nvPr/>
        </p:nvCxnSpPr>
        <p:spPr>
          <a:xfrm flipV="1">
            <a:off x="5850409" y="936451"/>
            <a:ext cx="0" cy="7920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eur droit 203"/>
          <p:cNvCxnSpPr/>
          <p:nvPr/>
        </p:nvCxnSpPr>
        <p:spPr>
          <a:xfrm>
            <a:off x="5850409" y="936451"/>
            <a:ext cx="10801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necteur droit 204"/>
          <p:cNvCxnSpPr/>
          <p:nvPr/>
        </p:nvCxnSpPr>
        <p:spPr>
          <a:xfrm>
            <a:off x="3978201" y="3096691"/>
            <a:ext cx="10801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eur droit 205"/>
          <p:cNvCxnSpPr/>
          <p:nvPr/>
        </p:nvCxnSpPr>
        <p:spPr>
          <a:xfrm>
            <a:off x="5058321" y="3384723"/>
            <a:ext cx="7920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eur droit 206"/>
          <p:cNvCxnSpPr/>
          <p:nvPr/>
        </p:nvCxnSpPr>
        <p:spPr>
          <a:xfrm>
            <a:off x="5058321" y="3096691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necteur droit 207"/>
          <p:cNvCxnSpPr/>
          <p:nvPr/>
        </p:nvCxnSpPr>
        <p:spPr>
          <a:xfrm>
            <a:off x="5850409" y="3096691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eur droit 208"/>
          <p:cNvCxnSpPr/>
          <p:nvPr/>
        </p:nvCxnSpPr>
        <p:spPr>
          <a:xfrm>
            <a:off x="5850409" y="3096691"/>
            <a:ext cx="10801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eur droit 209"/>
          <p:cNvCxnSpPr/>
          <p:nvPr/>
        </p:nvCxnSpPr>
        <p:spPr>
          <a:xfrm>
            <a:off x="7434585" y="72355"/>
            <a:ext cx="0" cy="417646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eur droit 210"/>
          <p:cNvCxnSpPr/>
          <p:nvPr/>
        </p:nvCxnSpPr>
        <p:spPr>
          <a:xfrm>
            <a:off x="7866633" y="936451"/>
            <a:ext cx="10801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eur droit 211"/>
          <p:cNvCxnSpPr/>
          <p:nvPr/>
        </p:nvCxnSpPr>
        <p:spPr>
          <a:xfrm>
            <a:off x="8946753" y="936451"/>
            <a:ext cx="0" cy="2160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eur droit 212"/>
          <p:cNvCxnSpPr/>
          <p:nvPr/>
        </p:nvCxnSpPr>
        <p:spPr>
          <a:xfrm>
            <a:off x="8946753" y="3312715"/>
            <a:ext cx="7920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eur droit 213"/>
          <p:cNvCxnSpPr/>
          <p:nvPr/>
        </p:nvCxnSpPr>
        <p:spPr>
          <a:xfrm flipV="1">
            <a:off x="9738841" y="936451"/>
            <a:ext cx="0" cy="2160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necteur droit 214"/>
          <p:cNvCxnSpPr/>
          <p:nvPr/>
        </p:nvCxnSpPr>
        <p:spPr>
          <a:xfrm>
            <a:off x="9738841" y="936451"/>
            <a:ext cx="10801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eur droit 215"/>
          <p:cNvCxnSpPr/>
          <p:nvPr/>
        </p:nvCxnSpPr>
        <p:spPr>
          <a:xfrm>
            <a:off x="7866633" y="3096691"/>
            <a:ext cx="10801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necteur droit 216"/>
          <p:cNvCxnSpPr/>
          <p:nvPr/>
        </p:nvCxnSpPr>
        <p:spPr>
          <a:xfrm>
            <a:off x="8946753" y="3960787"/>
            <a:ext cx="7920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eur droit 217"/>
          <p:cNvCxnSpPr/>
          <p:nvPr/>
        </p:nvCxnSpPr>
        <p:spPr>
          <a:xfrm>
            <a:off x="8946753" y="3096691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eur droit 218"/>
          <p:cNvCxnSpPr/>
          <p:nvPr/>
        </p:nvCxnSpPr>
        <p:spPr>
          <a:xfrm>
            <a:off x="9738841" y="3096691"/>
            <a:ext cx="0" cy="864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eur droit 219"/>
          <p:cNvCxnSpPr/>
          <p:nvPr/>
        </p:nvCxnSpPr>
        <p:spPr>
          <a:xfrm>
            <a:off x="9738841" y="3096691"/>
            <a:ext cx="10801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ZoneTexte 220"/>
          <p:cNvSpPr txBox="1"/>
          <p:nvPr/>
        </p:nvSpPr>
        <p:spPr>
          <a:xfrm>
            <a:off x="1078780" y="114746"/>
            <a:ext cx="9743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 I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2" name="ZoneTexte 221"/>
          <p:cNvSpPr txBox="1"/>
          <p:nvPr/>
        </p:nvSpPr>
        <p:spPr>
          <a:xfrm>
            <a:off x="4915916" y="114123"/>
            <a:ext cx="10768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 II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ZoneTexte 222"/>
          <p:cNvSpPr txBox="1"/>
          <p:nvPr/>
        </p:nvSpPr>
        <p:spPr>
          <a:xfrm>
            <a:off x="8753052" y="114123"/>
            <a:ext cx="1179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 III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9728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</Words>
  <Application>Microsoft Office PowerPoint</Application>
  <PresentationFormat>Personnalisé</PresentationFormat>
  <Paragraphs>3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2</cp:revision>
  <dcterms:created xsi:type="dcterms:W3CDTF">2017-10-02T17:01:25Z</dcterms:created>
  <dcterms:modified xsi:type="dcterms:W3CDTF">2017-10-02T17:18:59Z</dcterms:modified>
</cp:coreProperties>
</file>