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553200" cy="5437188"/>
  <p:notesSz cx="6858000" cy="9144000"/>
  <p:defaultTextStyle>
    <a:defPPr>
      <a:defRPr lang="fr-FR"/>
    </a:defPPr>
    <a:lvl1pPr marL="0" algn="l" defTabSz="6851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342580" algn="l" defTabSz="6851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685160" algn="l" defTabSz="6851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027740" algn="l" defTabSz="6851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370320" algn="l" defTabSz="6851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1712900" algn="l" defTabSz="6851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055480" algn="l" defTabSz="6851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2398060" algn="l" defTabSz="6851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2740640" algn="l" defTabSz="6851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9" d="100"/>
          <a:sy n="139" d="100"/>
        </p:scale>
        <p:origin x="-2220" y="-108"/>
      </p:cViewPr>
      <p:guideLst>
        <p:guide orient="horz" pos="1713"/>
        <p:guide pos="20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91490" y="1689053"/>
            <a:ext cx="5570220" cy="1165471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82980" y="3081073"/>
            <a:ext cx="4587240" cy="138950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77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5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8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30AC4-DC1F-46D4-A850-8EA3166C4472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501-34BA-421F-B8D3-8AB705F6C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3436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30AC4-DC1F-46D4-A850-8EA3166C4472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501-34BA-421F-B8D3-8AB705F6C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9984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7658" y="3493897"/>
            <a:ext cx="5570220" cy="107988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17658" y="2304513"/>
            <a:ext cx="5570220" cy="1189384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58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2pPr>
            <a:lvl3pPr marL="6851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774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4pPr>
            <a:lvl5pPr marL="137032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5pPr>
            <a:lvl6pPr marL="17129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6pPr>
            <a:lvl7pPr marL="205548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7pPr>
            <a:lvl8pPr marL="239806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8pPr>
            <a:lvl9pPr marL="274064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30AC4-DC1F-46D4-A850-8EA3166C4472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501-34BA-421F-B8D3-8AB705F6C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1570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34368" y="1005629"/>
            <a:ext cx="2059252" cy="284571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402840" y="1005629"/>
            <a:ext cx="2059252" cy="284571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30AC4-DC1F-46D4-A850-8EA3166C4472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501-34BA-421F-B8D3-8AB705F6C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4839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7660" y="217740"/>
            <a:ext cx="5897880" cy="906198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27660" y="1217075"/>
            <a:ext cx="2895468" cy="50721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580" indent="0">
              <a:buNone/>
              <a:defRPr sz="1500" b="1"/>
            </a:lvl2pPr>
            <a:lvl3pPr marL="685160" indent="0">
              <a:buNone/>
              <a:defRPr sz="1300" b="1"/>
            </a:lvl3pPr>
            <a:lvl4pPr marL="1027740" indent="0">
              <a:buNone/>
              <a:defRPr sz="1200" b="1"/>
            </a:lvl4pPr>
            <a:lvl5pPr marL="1370320" indent="0">
              <a:buNone/>
              <a:defRPr sz="1200" b="1"/>
            </a:lvl5pPr>
            <a:lvl6pPr marL="1712900" indent="0">
              <a:buNone/>
              <a:defRPr sz="1200" b="1"/>
            </a:lvl6pPr>
            <a:lvl7pPr marL="2055480" indent="0">
              <a:buNone/>
              <a:defRPr sz="1200" b="1"/>
            </a:lvl7pPr>
            <a:lvl8pPr marL="2398060" indent="0">
              <a:buNone/>
              <a:defRPr sz="1200" b="1"/>
            </a:lvl8pPr>
            <a:lvl9pPr marL="2740640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27660" y="1724293"/>
            <a:ext cx="2895468" cy="313267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328935" y="1217075"/>
            <a:ext cx="2896605" cy="50721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580" indent="0">
              <a:buNone/>
              <a:defRPr sz="1500" b="1"/>
            </a:lvl2pPr>
            <a:lvl3pPr marL="685160" indent="0">
              <a:buNone/>
              <a:defRPr sz="1300" b="1"/>
            </a:lvl3pPr>
            <a:lvl4pPr marL="1027740" indent="0">
              <a:buNone/>
              <a:defRPr sz="1200" b="1"/>
            </a:lvl4pPr>
            <a:lvl5pPr marL="1370320" indent="0">
              <a:buNone/>
              <a:defRPr sz="1200" b="1"/>
            </a:lvl5pPr>
            <a:lvl6pPr marL="1712900" indent="0">
              <a:buNone/>
              <a:defRPr sz="1200" b="1"/>
            </a:lvl6pPr>
            <a:lvl7pPr marL="2055480" indent="0">
              <a:buNone/>
              <a:defRPr sz="1200" b="1"/>
            </a:lvl7pPr>
            <a:lvl8pPr marL="2398060" indent="0">
              <a:buNone/>
              <a:defRPr sz="1200" b="1"/>
            </a:lvl8pPr>
            <a:lvl9pPr marL="2740640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328935" y="1724293"/>
            <a:ext cx="2896605" cy="313267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30AC4-DC1F-46D4-A850-8EA3166C4472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501-34BA-421F-B8D3-8AB705F6C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5007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30AC4-DC1F-46D4-A850-8EA3166C4472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501-34BA-421F-B8D3-8AB705F6C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9087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30AC4-DC1F-46D4-A850-8EA3166C4472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501-34BA-421F-B8D3-8AB705F6C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9622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7660" y="216481"/>
            <a:ext cx="2155958" cy="921301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62119" y="216481"/>
            <a:ext cx="3663421" cy="464048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27660" y="1137782"/>
            <a:ext cx="2155958" cy="3719188"/>
          </a:xfrm>
        </p:spPr>
        <p:txBody>
          <a:bodyPr/>
          <a:lstStyle>
            <a:lvl1pPr marL="0" indent="0">
              <a:buNone/>
              <a:defRPr sz="1000"/>
            </a:lvl1pPr>
            <a:lvl2pPr marL="342580" indent="0">
              <a:buNone/>
              <a:defRPr sz="900"/>
            </a:lvl2pPr>
            <a:lvl3pPr marL="685160" indent="0">
              <a:buNone/>
              <a:defRPr sz="700"/>
            </a:lvl3pPr>
            <a:lvl4pPr marL="1027740" indent="0">
              <a:buNone/>
              <a:defRPr sz="700"/>
            </a:lvl4pPr>
            <a:lvl5pPr marL="1370320" indent="0">
              <a:buNone/>
              <a:defRPr sz="700"/>
            </a:lvl5pPr>
            <a:lvl6pPr marL="1712900" indent="0">
              <a:buNone/>
              <a:defRPr sz="700"/>
            </a:lvl6pPr>
            <a:lvl7pPr marL="2055480" indent="0">
              <a:buNone/>
              <a:defRPr sz="700"/>
            </a:lvl7pPr>
            <a:lvl8pPr marL="2398060" indent="0">
              <a:buNone/>
              <a:defRPr sz="700"/>
            </a:lvl8pPr>
            <a:lvl9pPr marL="2740640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30AC4-DC1F-46D4-A850-8EA3166C4472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501-34BA-421F-B8D3-8AB705F6C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3103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84473" y="3806031"/>
            <a:ext cx="3931920" cy="44932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284473" y="485823"/>
            <a:ext cx="3931920" cy="3262313"/>
          </a:xfrm>
        </p:spPr>
        <p:txBody>
          <a:bodyPr/>
          <a:lstStyle>
            <a:lvl1pPr marL="0" indent="0">
              <a:buNone/>
              <a:defRPr sz="2400"/>
            </a:lvl1pPr>
            <a:lvl2pPr marL="342580" indent="0">
              <a:buNone/>
              <a:defRPr sz="2100"/>
            </a:lvl2pPr>
            <a:lvl3pPr marL="685160" indent="0">
              <a:buNone/>
              <a:defRPr sz="1800"/>
            </a:lvl3pPr>
            <a:lvl4pPr marL="1027740" indent="0">
              <a:buNone/>
              <a:defRPr sz="1500"/>
            </a:lvl4pPr>
            <a:lvl5pPr marL="1370320" indent="0">
              <a:buNone/>
              <a:defRPr sz="1500"/>
            </a:lvl5pPr>
            <a:lvl6pPr marL="1712900" indent="0">
              <a:buNone/>
              <a:defRPr sz="1500"/>
            </a:lvl6pPr>
            <a:lvl7pPr marL="2055480" indent="0">
              <a:buNone/>
              <a:defRPr sz="1500"/>
            </a:lvl7pPr>
            <a:lvl8pPr marL="2398060" indent="0">
              <a:buNone/>
              <a:defRPr sz="1500"/>
            </a:lvl8pPr>
            <a:lvl9pPr marL="274064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284473" y="4255355"/>
            <a:ext cx="3931920" cy="638114"/>
          </a:xfrm>
        </p:spPr>
        <p:txBody>
          <a:bodyPr/>
          <a:lstStyle>
            <a:lvl1pPr marL="0" indent="0">
              <a:buNone/>
              <a:defRPr sz="1000"/>
            </a:lvl1pPr>
            <a:lvl2pPr marL="342580" indent="0">
              <a:buNone/>
              <a:defRPr sz="900"/>
            </a:lvl2pPr>
            <a:lvl3pPr marL="685160" indent="0">
              <a:buNone/>
              <a:defRPr sz="700"/>
            </a:lvl3pPr>
            <a:lvl4pPr marL="1027740" indent="0">
              <a:buNone/>
              <a:defRPr sz="700"/>
            </a:lvl4pPr>
            <a:lvl5pPr marL="1370320" indent="0">
              <a:buNone/>
              <a:defRPr sz="700"/>
            </a:lvl5pPr>
            <a:lvl6pPr marL="1712900" indent="0">
              <a:buNone/>
              <a:defRPr sz="700"/>
            </a:lvl6pPr>
            <a:lvl7pPr marL="2055480" indent="0">
              <a:buNone/>
              <a:defRPr sz="700"/>
            </a:lvl7pPr>
            <a:lvl8pPr marL="2398060" indent="0">
              <a:buNone/>
              <a:defRPr sz="700"/>
            </a:lvl8pPr>
            <a:lvl9pPr marL="2740640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30AC4-DC1F-46D4-A850-8EA3166C4472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501-34BA-421F-B8D3-8AB705F6C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426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30AC4-DC1F-46D4-A850-8EA3166C4472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501-34BA-421F-B8D3-8AB705F6C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613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405162" y="172430"/>
            <a:ext cx="1056931" cy="3678912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34369" y="172430"/>
            <a:ext cx="3061573" cy="3678912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30AC4-DC1F-46D4-A850-8EA3166C4472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501-34BA-421F-B8D3-8AB705F6C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031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27660" y="217740"/>
            <a:ext cx="5897880" cy="906198"/>
          </a:xfrm>
          <a:prstGeom prst="rect">
            <a:avLst/>
          </a:prstGeom>
        </p:spPr>
        <p:txBody>
          <a:bodyPr vert="horz" lIns="68516" tIns="34258" rIns="68516" bIns="34258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27660" y="1268677"/>
            <a:ext cx="5897880" cy="3588293"/>
          </a:xfrm>
          <a:prstGeom prst="rect">
            <a:avLst/>
          </a:prstGeom>
        </p:spPr>
        <p:txBody>
          <a:bodyPr vert="horz" lIns="68516" tIns="34258" rIns="68516" bIns="34258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27660" y="5039468"/>
            <a:ext cx="1529080" cy="289480"/>
          </a:xfrm>
          <a:prstGeom prst="rect">
            <a:avLst/>
          </a:prstGeom>
        </p:spPr>
        <p:txBody>
          <a:bodyPr vert="horz" lIns="68516" tIns="34258" rIns="68516" bIns="34258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30AC4-DC1F-46D4-A850-8EA3166C4472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239010" y="5039468"/>
            <a:ext cx="2075180" cy="289480"/>
          </a:xfrm>
          <a:prstGeom prst="rect">
            <a:avLst/>
          </a:prstGeom>
        </p:spPr>
        <p:txBody>
          <a:bodyPr vert="horz" lIns="68516" tIns="34258" rIns="68516" bIns="34258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696460" y="5039468"/>
            <a:ext cx="1529080" cy="289480"/>
          </a:xfrm>
          <a:prstGeom prst="rect">
            <a:avLst/>
          </a:prstGeom>
        </p:spPr>
        <p:txBody>
          <a:bodyPr vert="horz" lIns="68516" tIns="34258" rIns="68516" bIns="34258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AF9501-34BA-421F-B8D3-8AB705F6C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1896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16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6935" indent="-256935" algn="l" defTabSz="68516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6692" indent="-214112" algn="l" defTabSz="68516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6450" indent="-171290" algn="l" defTabSz="68516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99030" indent="-171290" algn="l" defTabSz="68516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1610" indent="-171290" algn="l" defTabSz="68516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4190" indent="-171290" algn="l" defTabSz="68516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6770" indent="-171290" algn="l" defTabSz="68516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69350" indent="-171290" algn="l" defTabSz="68516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1930" indent="-171290" algn="l" defTabSz="68516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16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42580" algn="l" defTabSz="68516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85160" algn="l" defTabSz="68516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27740" algn="l" defTabSz="68516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70320" algn="l" defTabSz="68516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712900" algn="l" defTabSz="68516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055480" algn="l" defTabSz="68516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98060" algn="l" defTabSz="68516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740640" algn="l" defTabSz="68516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9"/>
            <a:ext cx="6552381" cy="543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91620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AudreyAzura</dc:creator>
  <cp:lastModifiedBy>AudreyAzura</cp:lastModifiedBy>
  <cp:revision>1</cp:revision>
  <dcterms:created xsi:type="dcterms:W3CDTF">2018-01-31T14:39:20Z</dcterms:created>
  <dcterms:modified xsi:type="dcterms:W3CDTF">2018-01-31T14:40:22Z</dcterms:modified>
</cp:coreProperties>
</file>