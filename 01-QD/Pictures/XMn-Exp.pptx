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400675" cy="4608513"/>
  <p:notesSz cx="6858000" cy="9144000"/>
  <p:defaultTextStyle>
    <a:defPPr>
      <a:defRPr lang="fr-FR"/>
    </a:defPPr>
    <a:lvl1pPr marL="0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79258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58516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837773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117031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96289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675547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954804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234062" algn="l" defTabSz="55851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-1494" y="-96"/>
      </p:cViewPr>
      <p:guideLst>
        <p:guide orient="horz" pos="1452"/>
        <p:guide pos="17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05051" y="1431628"/>
            <a:ext cx="4590574" cy="98784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10103" y="2611491"/>
            <a:ext cx="3780473" cy="117773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79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8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7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17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96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75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54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34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1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23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6616" y="2961398"/>
            <a:ext cx="4590574" cy="915301"/>
          </a:xfrm>
        </p:spPr>
        <p:txBody>
          <a:bodyPr anchor="t"/>
          <a:lstStyle>
            <a:lvl1pPr algn="l">
              <a:defRPr sz="24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6616" y="1953286"/>
            <a:ext cx="4590574" cy="1008112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7925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58516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3777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11703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39628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67554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95480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23406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99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59397" y="685945"/>
            <a:ext cx="1390487" cy="1939416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39893" y="685945"/>
            <a:ext cx="1390486" cy="1939416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25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0034" y="184554"/>
            <a:ext cx="4860608" cy="768086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0034" y="1031582"/>
            <a:ext cx="2386236" cy="429914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79258" indent="0">
              <a:buNone/>
              <a:defRPr sz="1200" b="1"/>
            </a:lvl2pPr>
            <a:lvl3pPr marL="558516" indent="0">
              <a:buNone/>
              <a:defRPr sz="1100" b="1"/>
            </a:lvl3pPr>
            <a:lvl4pPr marL="837773" indent="0">
              <a:buNone/>
              <a:defRPr sz="1000" b="1"/>
            </a:lvl4pPr>
            <a:lvl5pPr marL="1117031" indent="0">
              <a:buNone/>
              <a:defRPr sz="1000" b="1"/>
            </a:lvl5pPr>
            <a:lvl6pPr marL="1396289" indent="0">
              <a:buNone/>
              <a:defRPr sz="1000" b="1"/>
            </a:lvl6pPr>
            <a:lvl7pPr marL="1675547" indent="0">
              <a:buNone/>
              <a:defRPr sz="1000" b="1"/>
            </a:lvl7pPr>
            <a:lvl8pPr marL="1954804" indent="0">
              <a:buNone/>
              <a:defRPr sz="1000" b="1"/>
            </a:lvl8pPr>
            <a:lvl9pPr marL="2234062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0034" y="1461496"/>
            <a:ext cx="2386236" cy="2655229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743470" y="1031582"/>
            <a:ext cx="2387173" cy="429914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79258" indent="0">
              <a:buNone/>
              <a:defRPr sz="1200" b="1"/>
            </a:lvl2pPr>
            <a:lvl3pPr marL="558516" indent="0">
              <a:buNone/>
              <a:defRPr sz="1100" b="1"/>
            </a:lvl3pPr>
            <a:lvl4pPr marL="837773" indent="0">
              <a:buNone/>
              <a:defRPr sz="1000" b="1"/>
            </a:lvl4pPr>
            <a:lvl5pPr marL="1117031" indent="0">
              <a:buNone/>
              <a:defRPr sz="1000" b="1"/>
            </a:lvl5pPr>
            <a:lvl6pPr marL="1396289" indent="0">
              <a:buNone/>
              <a:defRPr sz="1000" b="1"/>
            </a:lvl6pPr>
            <a:lvl7pPr marL="1675547" indent="0">
              <a:buNone/>
              <a:defRPr sz="1000" b="1"/>
            </a:lvl7pPr>
            <a:lvl8pPr marL="1954804" indent="0">
              <a:buNone/>
              <a:defRPr sz="1000" b="1"/>
            </a:lvl8pPr>
            <a:lvl9pPr marL="2234062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743470" y="1461496"/>
            <a:ext cx="2387173" cy="2655229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85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62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12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0036" y="183487"/>
            <a:ext cx="1776785" cy="780887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11516" y="183488"/>
            <a:ext cx="3019127" cy="3933238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70036" y="964375"/>
            <a:ext cx="1776785" cy="3152352"/>
          </a:xfrm>
        </p:spPr>
        <p:txBody>
          <a:bodyPr/>
          <a:lstStyle>
            <a:lvl1pPr marL="0" indent="0">
              <a:buNone/>
              <a:defRPr sz="900"/>
            </a:lvl1pPr>
            <a:lvl2pPr marL="279258" indent="0">
              <a:buNone/>
              <a:defRPr sz="700"/>
            </a:lvl2pPr>
            <a:lvl3pPr marL="558516" indent="0">
              <a:buNone/>
              <a:defRPr sz="600"/>
            </a:lvl3pPr>
            <a:lvl4pPr marL="837773" indent="0">
              <a:buNone/>
              <a:defRPr sz="500"/>
            </a:lvl4pPr>
            <a:lvl5pPr marL="1117031" indent="0">
              <a:buNone/>
              <a:defRPr sz="500"/>
            </a:lvl5pPr>
            <a:lvl6pPr marL="1396289" indent="0">
              <a:buNone/>
              <a:defRPr sz="500"/>
            </a:lvl6pPr>
            <a:lvl7pPr marL="1675547" indent="0">
              <a:buNone/>
              <a:defRPr sz="500"/>
            </a:lvl7pPr>
            <a:lvl8pPr marL="1954804" indent="0">
              <a:buNone/>
              <a:defRPr sz="500"/>
            </a:lvl8pPr>
            <a:lvl9pPr marL="2234062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4418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8572" y="3225959"/>
            <a:ext cx="3240405" cy="380843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58572" y="411780"/>
            <a:ext cx="3240405" cy="2765108"/>
          </a:xfrm>
        </p:spPr>
        <p:txBody>
          <a:bodyPr/>
          <a:lstStyle>
            <a:lvl1pPr marL="0" indent="0">
              <a:buNone/>
              <a:defRPr sz="2000"/>
            </a:lvl1pPr>
            <a:lvl2pPr marL="279258" indent="0">
              <a:buNone/>
              <a:defRPr sz="1700"/>
            </a:lvl2pPr>
            <a:lvl3pPr marL="558516" indent="0">
              <a:buNone/>
              <a:defRPr sz="1500"/>
            </a:lvl3pPr>
            <a:lvl4pPr marL="837773" indent="0">
              <a:buNone/>
              <a:defRPr sz="1200"/>
            </a:lvl4pPr>
            <a:lvl5pPr marL="1117031" indent="0">
              <a:buNone/>
              <a:defRPr sz="1200"/>
            </a:lvl5pPr>
            <a:lvl6pPr marL="1396289" indent="0">
              <a:buNone/>
              <a:defRPr sz="1200"/>
            </a:lvl6pPr>
            <a:lvl7pPr marL="1675547" indent="0">
              <a:buNone/>
              <a:defRPr sz="1200"/>
            </a:lvl7pPr>
            <a:lvl8pPr marL="1954804" indent="0">
              <a:buNone/>
              <a:defRPr sz="1200"/>
            </a:lvl8pPr>
            <a:lvl9pPr marL="2234062" indent="0">
              <a:buNone/>
              <a:defRPr sz="12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58572" y="3606803"/>
            <a:ext cx="3240405" cy="540860"/>
          </a:xfrm>
        </p:spPr>
        <p:txBody>
          <a:bodyPr/>
          <a:lstStyle>
            <a:lvl1pPr marL="0" indent="0">
              <a:buNone/>
              <a:defRPr sz="900"/>
            </a:lvl1pPr>
            <a:lvl2pPr marL="279258" indent="0">
              <a:buNone/>
              <a:defRPr sz="700"/>
            </a:lvl2pPr>
            <a:lvl3pPr marL="558516" indent="0">
              <a:buNone/>
              <a:defRPr sz="600"/>
            </a:lvl3pPr>
            <a:lvl4pPr marL="837773" indent="0">
              <a:buNone/>
              <a:defRPr sz="500"/>
            </a:lvl4pPr>
            <a:lvl5pPr marL="1117031" indent="0">
              <a:buNone/>
              <a:defRPr sz="500"/>
            </a:lvl5pPr>
            <a:lvl6pPr marL="1396289" indent="0">
              <a:buNone/>
              <a:defRPr sz="500"/>
            </a:lvl6pPr>
            <a:lvl7pPr marL="1675547" indent="0">
              <a:buNone/>
              <a:defRPr sz="500"/>
            </a:lvl7pPr>
            <a:lvl8pPr marL="1954804" indent="0">
              <a:buNone/>
              <a:defRPr sz="500"/>
            </a:lvl8pPr>
            <a:lvl9pPr marL="2234062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25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02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313104" y="117347"/>
            <a:ext cx="717277" cy="250801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9395" y="117347"/>
            <a:ext cx="2063696" cy="250801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35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70034" y="184554"/>
            <a:ext cx="4860608" cy="768086"/>
          </a:xfrm>
          <a:prstGeom prst="rect">
            <a:avLst/>
          </a:prstGeom>
        </p:spPr>
        <p:txBody>
          <a:bodyPr vert="horz" lIns="55852" tIns="27926" rIns="55852" bIns="27926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0034" y="1075322"/>
            <a:ext cx="4860608" cy="3041405"/>
          </a:xfrm>
          <a:prstGeom prst="rect">
            <a:avLst/>
          </a:prstGeom>
        </p:spPr>
        <p:txBody>
          <a:bodyPr vert="horz" lIns="55852" tIns="27926" rIns="55852" bIns="27926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70034" y="4271409"/>
            <a:ext cx="1260158" cy="245361"/>
          </a:xfrm>
          <a:prstGeom prst="rect">
            <a:avLst/>
          </a:prstGeom>
        </p:spPr>
        <p:txBody>
          <a:bodyPr vert="horz" lIns="55852" tIns="27926" rIns="55852" bIns="27926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54E22-7A36-4E7F-AFCE-7865E1A19D85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845231" y="4271409"/>
            <a:ext cx="1710214" cy="245361"/>
          </a:xfrm>
          <a:prstGeom prst="rect">
            <a:avLst/>
          </a:prstGeom>
        </p:spPr>
        <p:txBody>
          <a:bodyPr vert="horz" lIns="55852" tIns="27926" rIns="55852" bIns="27926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870484" y="4271409"/>
            <a:ext cx="1260158" cy="245361"/>
          </a:xfrm>
          <a:prstGeom prst="rect">
            <a:avLst/>
          </a:prstGeom>
        </p:spPr>
        <p:txBody>
          <a:bodyPr vert="horz" lIns="55852" tIns="27926" rIns="55852" bIns="27926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A98C6-45A9-4DF0-9E72-A317BBD657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023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58516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9443" indent="-209443" algn="l" defTabSz="558516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3794" indent="-174536" algn="l" defTabSz="558516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698144" indent="-139629" algn="l" defTabSz="55851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977402" indent="-139629" algn="l" defTabSz="558516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56660" indent="-139629" algn="l" defTabSz="558516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5918" indent="-139629" algn="l" defTabSz="558516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15175" indent="-139629" algn="l" defTabSz="558516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94433" indent="-139629" algn="l" defTabSz="558516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73691" indent="-139629" algn="l" defTabSz="558516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79258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58516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37773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17031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96289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75547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54804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234062" algn="l" defTabSz="55851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e 27"/>
          <p:cNvGrpSpPr>
            <a:grpSpLocks noChangeAspect="1"/>
          </p:cNvGrpSpPr>
          <p:nvPr/>
        </p:nvGrpSpPr>
        <p:grpSpPr>
          <a:xfrm>
            <a:off x="-179983" y="-99392"/>
            <a:ext cx="5799149" cy="4680000"/>
            <a:chOff x="14589123" y="5957770"/>
            <a:chExt cx="6113528" cy="5009427"/>
          </a:xfrm>
        </p:grpSpPr>
        <p:pic>
          <p:nvPicPr>
            <p:cNvPr id="29" name="Picture 4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3565"/>
            <a:stretch/>
          </p:blipFill>
          <p:spPr bwMode="auto">
            <a:xfrm>
              <a:off x="14589123" y="5957770"/>
              <a:ext cx="6113528" cy="5009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" name="Rectangle 9"/>
            <p:cNvSpPr>
              <a:spLocks noChangeArrowheads="1"/>
            </p:cNvSpPr>
            <p:nvPr/>
          </p:nvSpPr>
          <p:spPr bwMode="auto">
            <a:xfrm>
              <a:off x="14740946" y="5987082"/>
              <a:ext cx="819284" cy="362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buFont typeface="Symbol" pitchFamily="18" charset="2"/>
                <a:buNone/>
              </a:pPr>
              <a:r>
                <a:rPr lang="en-US" sz="1600" dirty="0" smtClean="0">
                  <a:latin typeface="Times New Roman" pitchFamily="18" charset="0"/>
                  <a:sym typeface="Symbol" pitchFamily="18" charset="2"/>
                </a:rPr>
                <a:t>(a)</a:t>
              </a:r>
              <a:endParaRPr lang="en-US" sz="1600" dirty="0">
                <a:latin typeface="Times New Roman" pitchFamily="18" charset="0"/>
                <a:sym typeface="Symbol" pitchFamily="18" charset="2"/>
              </a:endParaRPr>
            </a:p>
          </p:txBody>
        </p:sp>
      </p:grpSp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-35967" y="2109718"/>
            <a:ext cx="7771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Symbol" pitchFamily="18" charset="2"/>
              <a:buNone/>
            </a:pPr>
            <a:r>
              <a:rPr lang="en-US" sz="1600" dirty="0" smtClean="0">
                <a:latin typeface="Times New Roman" pitchFamily="18" charset="0"/>
                <a:sym typeface="Symbol" pitchFamily="18" charset="2"/>
              </a:rPr>
              <a:t>(b)</a:t>
            </a:r>
            <a:endParaRPr lang="en-US" sz="1600" dirty="0">
              <a:latin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671500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3</cp:revision>
  <dcterms:created xsi:type="dcterms:W3CDTF">2017-07-03T19:40:26Z</dcterms:created>
  <dcterms:modified xsi:type="dcterms:W3CDTF">2017-07-03T19:45:44Z</dcterms:modified>
</cp:coreProperties>
</file>