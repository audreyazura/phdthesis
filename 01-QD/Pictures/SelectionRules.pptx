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122525" cy="6480175"/>
  <p:notesSz cx="6858000" cy="9144000"/>
  <p:defaultTextStyle>
    <a:defPPr>
      <a:defRPr lang="fr-FR"/>
    </a:defPPr>
    <a:lvl1pPr marL="0" algn="l" defTabSz="117841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89207" algn="l" defTabSz="117841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78414" algn="l" defTabSz="117841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67621" algn="l" defTabSz="117841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356827" algn="l" defTabSz="117841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946035" algn="l" defTabSz="117841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535242" algn="l" defTabSz="117841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124449" algn="l" defTabSz="117841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713656" algn="l" defTabSz="1178414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236" y="-948"/>
      </p:cViewPr>
      <p:guideLst>
        <p:guide orient="horz" pos="2041"/>
        <p:guide pos="47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34191" y="2013055"/>
            <a:ext cx="12854146" cy="138903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268380" y="3672101"/>
            <a:ext cx="10585769" cy="16560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89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84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67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568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46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352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244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7136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2395E-85A8-4F4E-9771-9D8CBC1647CC}" type="datetimeFigureOut">
              <a:rPr lang="fr-FR" smtClean="0"/>
              <a:t>06/07/2017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6050-61F5-4938-97EE-16F3757A58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1543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2395E-85A8-4F4E-9771-9D8CBC1647CC}" type="datetimeFigureOut">
              <a:rPr lang="fr-FR" smtClean="0"/>
              <a:t>06/07/2017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6050-61F5-4938-97EE-16F3757A58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0203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94576" y="4164114"/>
            <a:ext cx="12854146" cy="1287035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94576" y="2746575"/>
            <a:ext cx="12854146" cy="1417538"/>
          </a:xfrm>
        </p:spPr>
        <p:txBody>
          <a:bodyPr anchor="b"/>
          <a:lstStyle>
            <a:lvl1pPr marL="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1pPr>
            <a:lvl2pPr marL="589207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7841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67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35682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94603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53524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12444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71365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2395E-85A8-4F4E-9771-9D8CBC1647CC}" type="datetimeFigureOut">
              <a:rPr lang="fr-FR" smtClean="0"/>
              <a:t>06/07/2017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6050-61F5-4938-97EE-16F3757A58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4865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92650" y="1191033"/>
            <a:ext cx="7913071" cy="3367591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9057763" y="1191033"/>
            <a:ext cx="7913071" cy="3367591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2395E-85A8-4F4E-9771-9D8CBC1647CC}" type="datetimeFigureOut">
              <a:rPr lang="fr-FR" smtClean="0"/>
              <a:t>06/07/2017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6050-61F5-4938-97EE-16F3757A58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0267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6128" y="259508"/>
            <a:ext cx="13610274" cy="108003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56126" y="1450541"/>
            <a:ext cx="6681741" cy="604516"/>
          </a:xfrm>
        </p:spPr>
        <p:txBody>
          <a:bodyPr anchor="b"/>
          <a:lstStyle>
            <a:lvl1pPr marL="0" indent="0">
              <a:buNone/>
              <a:defRPr sz="3100" b="1"/>
            </a:lvl1pPr>
            <a:lvl2pPr marL="589207" indent="0">
              <a:buNone/>
              <a:defRPr sz="2600" b="1"/>
            </a:lvl2pPr>
            <a:lvl3pPr marL="1178414" indent="0">
              <a:buNone/>
              <a:defRPr sz="2300" b="1"/>
            </a:lvl3pPr>
            <a:lvl4pPr marL="1767621" indent="0">
              <a:buNone/>
              <a:defRPr sz="2000" b="1"/>
            </a:lvl4pPr>
            <a:lvl5pPr marL="2356827" indent="0">
              <a:buNone/>
              <a:defRPr sz="2000" b="1"/>
            </a:lvl5pPr>
            <a:lvl6pPr marL="2946035" indent="0">
              <a:buNone/>
              <a:defRPr sz="2000" b="1"/>
            </a:lvl6pPr>
            <a:lvl7pPr marL="3535242" indent="0">
              <a:buNone/>
              <a:defRPr sz="2000" b="1"/>
            </a:lvl7pPr>
            <a:lvl8pPr marL="4124449" indent="0">
              <a:buNone/>
              <a:defRPr sz="2000" b="1"/>
            </a:lvl8pPr>
            <a:lvl9pPr marL="4713656" indent="0">
              <a:buNone/>
              <a:defRPr sz="2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56126" y="2055057"/>
            <a:ext cx="6681741" cy="3733601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7682034" y="1450541"/>
            <a:ext cx="6684368" cy="604516"/>
          </a:xfrm>
        </p:spPr>
        <p:txBody>
          <a:bodyPr anchor="b"/>
          <a:lstStyle>
            <a:lvl1pPr marL="0" indent="0">
              <a:buNone/>
              <a:defRPr sz="3100" b="1"/>
            </a:lvl1pPr>
            <a:lvl2pPr marL="589207" indent="0">
              <a:buNone/>
              <a:defRPr sz="2600" b="1"/>
            </a:lvl2pPr>
            <a:lvl3pPr marL="1178414" indent="0">
              <a:buNone/>
              <a:defRPr sz="2300" b="1"/>
            </a:lvl3pPr>
            <a:lvl4pPr marL="1767621" indent="0">
              <a:buNone/>
              <a:defRPr sz="2000" b="1"/>
            </a:lvl4pPr>
            <a:lvl5pPr marL="2356827" indent="0">
              <a:buNone/>
              <a:defRPr sz="2000" b="1"/>
            </a:lvl5pPr>
            <a:lvl6pPr marL="2946035" indent="0">
              <a:buNone/>
              <a:defRPr sz="2000" b="1"/>
            </a:lvl6pPr>
            <a:lvl7pPr marL="3535242" indent="0">
              <a:buNone/>
              <a:defRPr sz="2000" b="1"/>
            </a:lvl7pPr>
            <a:lvl8pPr marL="4124449" indent="0">
              <a:buNone/>
              <a:defRPr sz="2000" b="1"/>
            </a:lvl8pPr>
            <a:lvl9pPr marL="4713656" indent="0">
              <a:buNone/>
              <a:defRPr sz="2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7682034" y="2055057"/>
            <a:ext cx="6684368" cy="3733601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2395E-85A8-4F4E-9771-9D8CBC1647CC}" type="datetimeFigureOut">
              <a:rPr lang="fr-FR" smtClean="0"/>
              <a:t>06/07/2017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6050-61F5-4938-97EE-16F3757A58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083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2395E-85A8-4F4E-9771-9D8CBC1647CC}" type="datetimeFigureOut">
              <a:rPr lang="fr-FR" smtClean="0"/>
              <a:t>06/07/2017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6050-61F5-4938-97EE-16F3757A58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6863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2395E-85A8-4F4E-9771-9D8CBC1647CC}" type="datetimeFigureOut">
              <a:rPr lang="fr-FR" smtClean="0"/>
              <a:t>06/07/2017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6050-61F5-4938-97EE-16F3757A58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257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6126" y="258008"/>
            <a:ext cx="4975208" cy="1098029"/>
          </a:xfrm>
        </p:spPr>
        <p:txBody>
          <a:bodyPr anchor="b"/>
          <a:lstStyle>
            <a:lvl1pPr algn="l">
              <a:defRPr sz="26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912490" y="258009"/>
            <a:ext cx="8453912" cy="5530650"/>
          </a:xfrm>
        </p:spPr>
        <p:txBody>
          <a:bodyPr/>
          <a:lstStyle>
            <a:lvl1pPr>
              <a:defRPr sz="4100"/>
            </a:lvl1pPr>
            <a:lvl2pPr>
              <a:defRPr sz="3600"/>
            </a:lvl2pPr>
            <a:lvl3pPr>
              <a:defRPr sz="31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56126" y="1356037"/>
            <a:ext cx="4975208" cy="4432620"/>
          </a:xfrm>
        </p:spPr>
        <p:txBody>
          <a:bodyPr/>
          <a:lstStyle>
            <a:lvl1pPr marL="0" indent="0">
              <a:buNone/>
              <a:defRPr sz="1800"/>
            </a:lvl1pPr>
            <a:lvl2pPr marL="589207" indent="0">
              <a:buNone/>
              <a:defRPr sz="1600"/>
            </a:lvl2pPr>
            <a:lvl3pPr marL="1178414" indent="0">
              <a:buNone/>
              <a:defRPr sz="1300"/>
            </a:lvl3pPr>
            <a:lvl4pPr marL="1767621" indent="0">
              <a:buNone/>
              <a:defRPr sz="1100"/>
            </a:lvl4pPr>
            <a:lvl5pPr marL="2356827" indent="0">
              <a:buNone/>
              <a:defRPr sz="1100"/>
            </a:lvl5pPr>
            <a:lvl6pPr marL="2946035" indent="0">
              <a:buNone/>
              <a:defRPr sz="1100"/>
            </a:lvl6pPr>
            <a:lvl7pPr marL="3535242" indent="0">
              <a:buNone/>
              <a:defRPr sz="1100"/>
            </a:lvl7pPr>
            <a:lvl8pPr marL="4124449" indent="0">
              <a:buNone/>
              <a:defRPr sz="1100"/>
            </a:lvl8pPr>
            <a:lvl9pPr marL="4713656" indent="0">
              <a:buNone/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2395E-85A8-4F4E-9771-9D8CBC1647CC}" type="datetimeFigureOut">
              <a:rPr lang="fr-FR" smtClean="0"/>
              <a:t>06/07/2017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6050-61F5-4938-97EE-16F3757A58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58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964121" y="4536124"/>
            <a:ext cx="9073515" cy="535515"/>
          </a:xfrm>
        </p:spPr>
        <p:txBody>
          <a:bodyPr anchor="b"/>
          <a:lstStyle>
            <a:lvl1pPr algn="l">
              <a:defRPr sz="26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964121" y="579017"/>
            <a:ext cx="9073515" cy="3888105"/>
          </a:xfrm>
        </p:spPr>
        <p:txBody>
          <a:bodyPr/>
          <a:lstStyle>
            <a:lvl1pPr marL="0" indent="0">
              <a:buNone/>
              <a:defRPr sz="4100"/>
            </a:lvl1pPr>
            <a:lvl2pPr marL="589207" indent="0">
              <a:buNone/>
              <a:defRPr sz="3600"/>
            </a:lvl2pPr>
            <a:lvl3pPr marL="1178414" indent="0">
              <a:buNone/>
              <a:defRPr sz="3100"/>
            </a:lvl3pPr>
            <a:lvl4pPr marL="1767621" indent="0">
              <a:buNone/>
              <a:defRPr sz="2600"/>
            </a:lvl4pPr>
            <a:lvl5pPr marL="2356827" indent="0">
              <a:buNone/>
              <a:defRPr sz="2600"/>
            </a:lvl5pPr>
            <a:lvl6pPr marL="2946035" indent="0">
              <a:buNone/>
              <a:defRPr sz="2600"/>
            </a:lvl6pPr>
            <a:lvl7pPr marL="3535242" indent="0">
              <a:buNone/>
              <a:defRPr sz="2600"/>
            </a:lvl7pPr>
            <a:lvl8pPr marL="4124449" indent="0">
              <a:buNone/>
              <a:defRPr sz="2600"/>
            </a:lvl8pPr>
            <a:lvl9pPr marL="4713656" indent="0">
              <a:buNone/>
              <a:defRPr sz="26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964121" y="5071638"/>
            <a:ext cx="9073515" cy="760520"/>
          </a:xfrm>
        </p:spPr>
        <p:txBody>
          <a:bodyPr/>
          <a:lstStyle>
            <a:lvl1pPr marL="0" indent="0">
              <a:buNone/>
              <a:defRPr sz="1800"/>
            </a:lvl1pPr>
            <a:lvl2pPr marL="589207" indent="0">
              <a:buNone/>
              <a:defRPr sz="1600"/>
            </a:lvl2pPr>
            <a:lvl3pPr marL="1178414" indent="0">
              <a:buNone/>
              <a:defRPr sz="1300"/>
            </a:lvl3pPr>
            <a:lvl4pPr marL="1767621" indent="0">
              <a:buNone/>
              <a:defRPr sz="1100"/>
            </a:lvl4pPr>
            <a:lvl5pPr marL="2356827" indent="0">
              <a:buNone/>
              <a:defRPr sz="1100"/>
            </a:lvl5pPr>
            <a:lvl6pPr marL="2946035" indent="0">
              <a:buNone/>
              <a:defRPr sz="1100"/>
            </a:lvl6pPr>
            <a:lvl7pPr marL="3535242" indent="0">
              <a:buNone/>
              <a:defRPr sz="1100"/>
            </a:lvl7pPr>
            <a:lvl8pPr marL="4124449" indent="0">
              <a:buNone/>
              <a:defRPr sz="1100"/>
            </a:lvl8pPr>
            <a:lvl9pPr marL="4713656" indent="0">
              <a:buNone/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2395E-85A8-4F4E-9771-9D8CBC1647CC}" type="datetimeFigureOut">
              <a:rPr lang="fr-FR" smtClean="0"/>
              <a:t>06/07/2017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6050-61F5-4938-97EE-16F3757A58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02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2395E-85A8-4F4E-9771-9D8CBC1647CC}" type="datetimeFigureOut">
              <a:rPr lang="fr-FR" smtClean="0"/>
              <a:t>06/07/2017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6050-61F5-4938-97EE-16F3757A58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00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2951290" y="204007"/>
            <a:ext cx="4019545" cy="4354619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92648" y="204007"/>
            <a:ext cx="11806597" cy="4354619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2395E-85A8-4F4E-9771-9D8CBC1647CC}" type="datetimeFigureOut">
              <a:rPr lang="fr-FR" smtClean="0"/>
              <a:t>06/07/2017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76050-61F5-4938-97EE-16F3757A58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92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56128" y="259508"/>
            <a:ext cx="13610274" cy="1080030"/>
          </a:xfrm>
          <a:prstGeom prst="rect">
            <a:avLst/>
          </a:prstGeom>
        </p:spPr>
        <p:txBody>
          <a:bodyPr vert="horz" lIns="117841" tIns="58920" rIns="117841" bIns="589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56128" y="1512042"/>
            <a:ext cx="13610274" cy="4276616"/>
          </a:xfrm>
          <a:prstGeom prst="rect">
            <a:avLst/>
          </a:prstGeom>
        </p:spPr>
        <p:txBody>
          <a:bodyPr vert="horz" lIns="117841" tIns="58920" rIns="117841" bIns="589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56128" y="6006164"/>
            <a:ext cx="3528590" cy="345009"/>
          </a:xfrm>
          <a:prstGeom prst="rect">
            <a:avLst/>
          </a:prstGeom>
        </p:spPr>
        <p:txBody>
          <a:bodyPr vert="horz" lIns="117841" tIns="58920" rIns="117841" bIns="589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2395E-85A8-4F4E-9771-9D8CBC1647CC}" type="datetimeFigureOut">
              <a:rPr lang="fr-FR" smtClean="0"/>
              <a:t>06/07/2017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166864" y="6006164"/>
            <a:ext cx="4788800" cy="345009"/>
          </a:xfrm>
          <a:prstGeom prst="rect">
            <a:avLst/>
          </a:prstGeom>
        </p:spPr>
        <p:txBody>
          <a:bodyPr vert="horz" lIns="117841" tIns="58920" rIns="117841" bIns="589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837811" y="6006164"/>
            <a:ext cx="3528590" cy="345009"/>
          </a:xfrm>
          <a:prstGeom prst="rect">
            <a:avLst/>
          </a:prstGeom>
        </p:spPr>
        <p:txBody>
          <a:bodyPr vert="horz" lIns="117841" tIns="58920" rIns="117841" bIns="589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76050-61F5-4938-97EE-16F3757A58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6246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178414" rtl="0" eaLnBrk="1" latinLnBrk="0" hangingPunct="1">
        <a:spcBef>
          <a:spcPct val="0"/>
        </a:spcBef>
        <a:buNone/>
        <a:defRPr sz="5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1905" indent="-441905" algn="l" defTabSz="1178414" rtl="0" eaLnBrk="1" latinLnBrk="0" hangingPunct="1">
        <a:spcBef>
          <a:spcPct val="20000"/>
        </a:spcBef>
        <a:buFont typeface="Arial" panose="020B0604020202020204" pitchFamily="34" charset="0"/>
        <a:buChar char="•"/>
        <a:defRPr sz="4100" kern="1200">
          <a:solidFill>
            <a:schemeClr val="tx1"/>
          </a:solidFill>
          <a:latin typeface="+mn-lt"/>
          <a:ea typeface="+mn-ea"/>
          <a:cs typeface="+mn-cs"/>
        </a:defRPr>
      </a:lvl1pPr>
      <a:lvl2pPr marL="957462" indent="-368254" algn="l" defTabSz="1178414" rtl="0" eaLnBrk="1" latinLnBrk="0" hangingPunct="1">
        <a:spcBef>
          <a:spcPct val="20000"/>
        </a:spcBef>
        <a:buFont typeface="Arial" panose="020B0604020202020204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473018" indent="-294603" algn="l" defTabSz="1178414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062224" indent="-294603" algn="l" defTabSz="1178414" rtl="0" eaLnBrk="1" latinLnBrk="0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51432" indent="-294603" algn="l" defTabSz="1178414" rtl="0" eaLnBrk="1" latinLnBrk="0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40638" indent="-294603" algn="l" defTabSz="117841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29845" indent="-294603" algn="l" defTabSz="117841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19053" indent="-294603" algn="l" defTabSz="117841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08259" indent="-294603" algn="l" defTabSz="117841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178414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89207" algn="l" defTabSz="1178414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78414" algn="l" defTabSz="1178414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67621" algn="l" defTabSz="1178414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56827" algn="l" defTabSz="1178414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46035" algn="l" defTabSz="1178414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535242" algn="l" defTabSz="1178414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124449" algn="l" defTabSz="1178414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713656" algn="l" defTabSz="1178414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61" t="13668" b="7554"/>
          <a:stretch/>
        </p:blipFill>
        <p:spPr bwMode="auto">
          <a:xfrm>
            <a:off x="16346" y="-99392"/>
            <a:ext cx="9620250" cy="675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53" t="34894" r="37725" b="32553"/>
          <a:stretch/>
        </p:blipFill>
        <p:spPr bwMode="auto">
          <a:xfrm>
            <a:off x="9293968" y="1729409"/>
            <a:ext cx="5791200" cy="27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66024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</cp:revision>
  <dcterms:created xsi:type="dcterms:W3CDTF">2017-07-06T13:15:23Z</dcterms:created>
  <dcterms:modified xsi:type="dcterms:W3CDTF">2017-07-06T13:24:37Z</dcterms:modified>
</cp:coreProperties>
</file>