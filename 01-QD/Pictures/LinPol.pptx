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0080625" cy="8101013"/>
  <p:notesSz cx="6858000" cy="9144000"/>
  <p:defaultTextStyle>
    <a:defPPr>
      <a:defRPr lang="fr-FR"/>
    </a:defPPr>
    <a:lvl1pPr marL="0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14299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28597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42896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57194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71493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85791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600090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114389" algn="l" defTabSz="1028597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488" y="-294"/>
      </p:cViewPr>
      <p:guideLst>
        <p:guide orient="horz" pos="2552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56047" y="2516565"/>
            <a:ext cx="8568532" cy="173646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12094" y="4590573"/>
            <a:ext cx="7056438" cy="20702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142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28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42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57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71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857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00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114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258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9133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96300" y="5205653"/>
            <a:ext cx="8568532" cy="1608950"/>
          </a:xfrm>
        </p:spPr>
        <p:txBody>
          <a:bodyPr anchor="t"/>
          <a:lstStyle>
            <a:lvl1pPr algn="l">
              <a:defRPr sz="45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96300" y="3433557"/>
            <a:ext cx="8568532" cy="1772096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1429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2859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4289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5719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714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857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60009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11438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5179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595038" y="2480937"/>
            <a:ext cx="5274827" cy="701712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37876" y="2480937"/>
            <a:ext cx="5274827" cy="701712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15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3" y="324416"/>
            <a:ext cx="9072563" cy="1350169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4033" y="1813353"/>
            <a:ext cx="4454027" cy="75572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99" indent="0">
              <a:buNone/>
              <a:defRPr sz="2300" b="1"/>
            </a:lvl2pPr>
            <a:lvl3pPr marL="1028597" indent="0">
              <a:buNone/>
              <a:defRPr sz="2000" b="1"/>
            </a:lvl3pPr>
            <a:lvl4pPr marL="1542896" indent="0">
              <a:buNone/>
              <a:defRPr sz="1800" b="1"/>
            </a:lvl4pPr>
            <a:lvl5pPr marL="2057194" indent="0">
              <a:buNone/>
              <a:defRPr sz="1800" b="1"/>
            </a:lvl5pPr>
            <a:lvl6pPr marL="2571493" indent="0">
              <a:buNone/>
              <a:defRPr sz="1800" b="1"/>
            </a:lvl6pPr>
            <a:lvl7pPr marL="3085791" indent="0">
              <a:buNone/>
              <a:defRPr sz="1800" b="1"/>
            </a:lvl7pPr>
            <a:lvl8pPr marL="3600090" indent="0">
              <a:buNone/>
              <a:defRPr sz="1800" b="1"/>
            </a:lvl8pPr>
            <a:lvl9pPr marL="4114389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04033" y="2569071"/>
            <a:ext cx="4454027" cy="466746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5120819" y="1813353"/>
            <a:ext cx="4455777" cy="755720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299" indent="0">
              <a:buNone/>
              <a:defRPr sz="2300" b="1"/>
            </a:lvl2pPr>
            <a:lvl3pPr marL="1028597" indent="0">
              <a:buNone/>
              <a:defRPr sz="2000" b="1"/>
            </a:lvl3pPr>
            <a:lvl4pPr marL="1542896" indent="0">
              <a:buNone/>
              <a:defRPr sz="1800" b="1"/>
            </a:lvl4pPr>
            <a:lvl5pPr marL="2057194" indent="0">
              <a:buNone/>
              <a:defRPr sz="1800" b="1"/>
            </a:lvl5pPr>
            <a:lvl6pPr marL="2571493" indent="0">
              <a:buNone/>
              <a:defRPr sz="1800" b="1"/>
            </a:lvl6pPr>
            <a:lvl7pPr marL="3085791" indent="0">
              <a:buNone/>
              <a:defRPr sz="1800" b="1"/>
            </a:lvl7pPr>
            <a:lvl8pPr marL="3600090" indent="0">
              <a:buNone/>
              <a:defRPr sz="1800" b="1"/>
            </a:lvl8pPr>
            <a:lvl9pPr marL="4114389" indent="0">
              <a:buNone/>
              <a:defRPr sz="18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5120819" y="2569071"/>
            <a:ext cx="4455777" cy="4667460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4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619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0371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2" y="322540"/>
            <a:ext cx="3316456" cy="1372672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41245" y="322541"/>
            <a:ext cx="5635350" cy="6913991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504032" y="1695213"/>
            <a:ext cx="3316456" cy="5541318"/>
          </a:xfrm>
        </p:spPr>
        <p:txBody>
          <a:bodyPr/>
          <a:lstStyle>
            <a:lvl1pPr marL="0" indent="0">
              <a:buNone/>
              <a:defRPr sz="1500"/>
            </a:lvl1pPr>
            <a:lvl2pPr marL="514299" indent="0">
              <a:buNone/>
              <a:defRPr sz="1400"/>
            </a:lvl2pPr>
            <a:lvl3pPr marL="1028597" indent="0">
              <a:buNone/>
              <a:defRPr sz="1100"/>
            </a:lvl3pPr>
            <a:lvl4pPr marL="1542896" indent="0">
              <a:buNone/>
              <a:defRPr sz="1000"/>
            </a:lvl4pPr>
            <a:lvl5pPr marL="2057194" indent="0">
              <a:buNone/>
              <a:defRPr sz="1000"/>
            </a:lvl5pPr>
            <a:lvl6pPr marL="2571493" indent="0">
              <a:buNone/>
              <a:defRPr sz="1000"/>
            </a:lvl6pPr>
            <a:lvl7pPr marL="3085791" indent="0">
              <a:buNone/>
              <a:defRPr sz="1000"/>
            </a:lvl7pPr>
            <a:lvl8pPr marL="3600090" indent="0">
              <a:buNone/>
              <a:defRPr sz="1000"/>
            </a:lvl8pPr>
            <a:lvl9pPr marL="4114389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5225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75874" y="5670709"/>
            <a:ext cx="6048375" cy="669459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975874" y="723841"/>
            <a:ext cx="6048375" cy="4860608"/>
          </a:xfrm>
        </p:spPr>
        <p:txBody>
          <a:bodyPr/>
          <a:lstStyle>
            <a:lvl1pPr marL="0" indent="0">
              <a:buNone/>
              <a:defRPr sz="3600"/>
            </a:lvl1pPr>
            <a:lvl2pPr marL="514299" indent="0">
              <a:buNone/>
              <a:defRPr sz="3200"/>
            </a:lvl2pPr>
            <a:lvl3pPr marL="1028597" indent="0">
              <a:buNone/>
              <a:defRPr sz="2700"/>
            </a:lvl3pPr>
            <a:lvl4pPr marL="1542896" indent="0">
              <a:buNone/>
              <a:defRPr sz="2300"/>
            </a:lvl4pPr>
            <a:lvl5pPr marL="2057194" indent="0">
              <a:buNone/>
              <a:defRPr sz="2300"/>
            </a:lvl5pPr>
            <a:lvl6pPr marL="2571493" indent="0">
              <a:buNone/>
              <a:defRPr sz="2300"/>
            </a:lvl6pPr>
            <a:lvl7pPr marL="3085791" indent="0">
              <a:buNone/>
              <a:defRPr sz="2300"/>
            </a:lvl7pPr>
            <a:lvl8pPr marL="3600090" indent="0">
              <a:buNone/>
              <a:defRPr sz="2300"/>
            </a:lvl8pPr>
            <a:lvl9pPr marL="4114389" indent="0">
              <a:buNone/>
              <a:defRPr sz="23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975874" y="6340169"/>
            <a:ext cx="6048375" cy="950743"/>
          </a:xfrm>
        </p:spPr>
        <p:txBody>
          <a:bodyPr/>
          <a:lstStyle>
            <a:lvl1pPr marL="0" indent="0">
              <a:buNone/>
              <a:defRPr sz="1500"/>
            </a:lvl1pPr>
            <a:lvl2pPr marL="514299" indent="0">
              <a:buNone/>
              <a:defRPr sz="1400"/>
            </a:lvl2pPr>
            <a:lvl3pPr marL="1028597" indent="0">
              <a:buNone/>
              <a:defRPr sz="1100"/>
            </a:lvl3pPr>
            <a:lvl4pPr marL="1542896" indent="0">
              <a:buNone/>
              <a:defRPr sz="1000"/>
            </a:lvl4pPr>
            <a:lvl5pPr marL="2057194" indent="0">
              <a:buNone/>
              <a:defRPr sz="1000"/>
            </a:lvl5pPr>
            <a:lvl6pPr marL="2571493" indent="0">
              <a:buNone/>
              <a:defRPr sz="1000"/>
            </a:lvl6pPr>
            <a:lvl7pPr marL="3085791" indent="0">
              <a:buNone/>
              <a:defRPr sz="1000"/>
            </a:lvl7pPr>
            <a:lvl8pPr marL="3600090" indent="0">
              <a:buNone/>
              <a:defRPr sz="1000"/>
            </a:lvl8pPr>
            <a:lvl9pPr marL="4114389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434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16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33288" y="425681"/>
            <a:ext cx="2679415" cy="907238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95037" y="425681"/>
            <a:ext cx="7870239" cy="907238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237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04033" y="324416"/>
            <a:ext cx="9072563" cy="1350169"/>
          </a:xfrm>
          <a:prstGeom prst="rect">
            <a:avLst/>
          </a:prstGeom>
        </p:spPr>
        <p:txBody>
          <a:bodyPr vert="horz" lIns="102860" tIns="51430" rIns="102860" bIns="5143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04033" y="1890237"/>
            <a:ext cx="9072563" cy="5346294"/>
          </a:xfrm>
          <a:prstGeom prst="rect">
            <a:avLst/>
          </a:prstGeom>
        </p:spPr>
        <p:txBody>
          <a:bodyPr vert="horz" lIns="102860" tIns="51430" rIns="102860" bIns="5143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04032" y="7508440"/>
            <a:ext cx="2352146" cy="431305"/>
          </a:xfrm>
          <a:prstGeom prst="rect">
            <a:avLst/>
          </a:prstGeom>
        </p:spPr>
        <p:txBody>
          <a:bodyPr vert="horz" lIns="102860" tIns="51430" rIns="102860" bIns="51430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1C150-EFBB-406A-8C07-20A54D778C73}" type="datetimeFigureOut">
              <a:rPr lang="fr-FR" smtClean="0"/>
              <a:t>07/07/2017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444214" y="7508440"/>
            <a:ext cx="3192198" cy="431305"/>
          </a:xfrm>
          <a:prstGeom prst="rect">
            <a:avLst/>
          </a:prstGeom>
        </p:spPr>
        <p:txBody>
          <a:bodyPr vert="horz" lIns="102860" tIns="51430" rIns="102860" bIns="5143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7224449" y="7508440"/>
            <a:ext cx="2352146" cy="431305"/>
          </a:xfrm>
          <a:prstGeom prst="rect">
            <a:avLst/>
          </a:prstGeom>
        </p:spPr>
        <p:txBody>
          <a:bodyPr vert="horz" lIns="102860" tIns="51430" rIns="102860" bIns="5143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0ED39-3654-46BE-96D6-413977A96F6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1002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28597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5724" indent="-385724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736" indent="-321437" algn="l" defTabSz="1028597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747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045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344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643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42941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240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538" indent="-257150" algn="l" defTabSz="1028597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299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597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2896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4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493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5791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090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389" algn="l" defTabSz="1028597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655168" y="-171400"/>
            <a:ext cx="13716000" cy="857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17834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Personnalisé</PresentationFormat>
  <Paragraphs>0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2017-07-07T17:54:44Z</dcterms:created>
  <dcterms:modified xsi:type="dcterms:W3CDTF">2017-07-07T17:56:23Z</dcterms:modified>
</cp:coreProperties>
</file>