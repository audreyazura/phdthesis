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4500563" cy="4140200"/>
  <p:notesSz cx="6858000" cy="9144000"/>
  <p:defaultTextStyle>
    <a:defPPr>
      <a:defRPr lang="en-US"/>
    </a:defPPr>
    <a:lvl1pPr marL="0" algn="l" defTabSz="49368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1pPr>
    <a:lvl2pPr marL="246842" algn="l" defTabSz="49368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2pPr>
    <a:lvl3pPr marL="493685" algn="l" defTabSz="49368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3pPr>
    <a:lvl4pPr marL="740527" algn="l" defTabSz="49368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4pPr>
    <a:lvl5pPr marL="987369" algn="l" defTabSz="49368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  <a:lvl6pPr marL="1234211" algn="l" defTabSz="49368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6pPr>
    <a:lvl7pPr marL="1481054" algn="l" defTabSz="49368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7pPr>
    <a:lvl8pPr marL="1727896" algn="l" defTabSz="49368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8pPr>
    <a:lvl9pPr marL="1974738" algn="l" defTabSz="493685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7143" autoAdjust="0"/>
  </p:normalViewPr>
  <p:slideViewPr>
    <p:cSldViewPr>
      <p:cViewPr>
        <p:scale>
          <a:sx n="100" d="100"/>
          <a:sy n="100" d="100"/>
        </p:scale>
        <p:origin x="-2418" y="-720"/>
      </p:cViewPr>
      <p:guideLst>
        <p:guide orient="horz" pos="1304"/>
        <p:guide pos="14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46E01DE-34E9-49ED-964F-82AFB8FEED8D}" type="datetimeFigureOut">
              <a:rPr lang="en-US" smtClean="0"/>
              <a:t>7/7/2017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565275" y="685800"/>
            <a:ext cx="37274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FE696A-DA9E-4985-AB7B-8E4E527A9189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7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93685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46842" algn="l" defTabSz="493685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93685" algn="l" defTabSz="493685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740527" algn="l" defTabSz="493685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87369" algn="l" defTabSz="493685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234211" algn="l" defTabSz="493685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481054" algn="l" defTabSz="493685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727896" algn="l" defTabSz="493685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974738" algn="l" defTabSz="493685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1565275" y="685800"/>
            <a:ext cx="372745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FE696A-DA9E-4985-AB7B-8E4E527A918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3167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337542" y="1286146"/>
            <a:ext cx="3825479" cy="887459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75085" y="2346113"/>
            <a:ext cx="3150394" cy="105805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4684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93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405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873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3421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4810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7278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9747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7/7/2017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8915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7/7/2017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272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5513" y="2660462"/>
            <a:ext cx="3825479" cy="822290"/>
          </a:xfrm>
        </p:spPr>
        <p:txBody>
          <a:bodyPr anchor="t"/>
          <a:lstStyle>
            <a:lvl1pPr algn="l">
              <a:defRPr sz="2200" b="1" cap="all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355513" y="1754794"/>
            <a:ext cx="3825479" cy="905669"/>
          </a:xfrm>
        </p:spPr>
        <p:txBody>
          <a:bodyPr anchor="b"/>
          <a:lstStyle>
            <a:lvl1pPr marL="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1pPr>
            <a:lvl2pPr marL="246842" indent="0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2pPr>
            <a:lvl3pPr marL="49368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3pPr>
            <a:lvl4pPr marL="740527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4pPr>
            <a:lvl5pPr marL="987369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5pPr>
            <a:lvl6pPr marL="1234211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6pPr>
            <a:lvl7pPr marL="1481054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7pPr>
            <a:lvl8pPr marL="1727896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8pPr>
            <a:lvl9pPr marL="1974738" indent="0">
              <a:buNone/>
              <a:defRPr sz="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7/7/2017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37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225028" y="966048"/>
            <a:ext cx="1987749" cy="2732340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287786" y="966048"/>
            <a:ext cx="1987749" cy="2732340"/>
          </a:xfrm>
        </p:spPr>
        <p:txBody>
          <a:bodyPr/>
          <a:lstStyle>
            <a:lvl1pPr>
              <a:defRPr sz="1500"/>
            </a:lvl1pPr>
            <a:lvl2pPr>
              <a:defRPr sz="1300"/>
            </a:lvl2pPr>
            <a:lvl3pPr>
              <a:defRPr sz="11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7/7/2017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724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25029" y="926754"/>
            <a:ext cx="1988530" cy="386227"/>
          </a:xfrm>
        </p:spPr>
        <p:txBody>
          <a:bodyPr anchor="b"/>
          <a:lstStyle>
            <a:lvl1pPr marL="0" indent="0">
              <a:buNone/>
              <a:defRPr sz="1300" b="1"/>
            </a:lvl1pPr>
            <a:lvl2pPr marL="246842" indent="0">
              <a:buNone/>
              <a:defRPr sz="1100" b="1"/>
            </a:lvl2pPr>
            <a:lvl3pPr marL="493685" indent="0">
              <a:buNone/>
              <a:defRPr sz="1000" b="1"/>
            </a:lvl3pPr>
            <a:lvl4pPr marL="740527" indent="0">
              <a:buNone/>
              <a:defRPr sz="900" b="1"/>
            </a:lvl4pPr>
            <a:lvl5pPr marL="987369" indent="0">
              <a:buNone/>
              <a:defRPr sz="900" b="1"/>
            </a:lvl5pPr>
            <a:lvl6pPr marL="1234211" indent="0">
              <a:buNone/>
              <a:defRPr sz="900" b="1"/>
            </a:lvl6pPr>
            <a:lvl7pPr marL="1481054" indent="0">
              <a:buNone/>
              <a:defRPr sz="900" b="1"/>
            </a:lvl7pPr>
            <a:lvl8pPr marL="1727896" indent="0">
              <a:buNone/>
              <a:defRPr sz="900" b="1"/>
            </a:lvl8pPr>
            <a:lvl9pPr marL="1974738" indent="0">
              <a:buNone/>
              <a:defRPr sz="9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225029" y="1312980"/>
            <a:ext cx="1988530" cy="2385407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2286225" y="926754"/>
            <a:ext cx="1989311" cy="386227"/>
          </a:xfrm>
        </p:spPr>
        <p:txBody>
          <a:bodyPr anchor="b"/>
          <a:lstStyle>
            <a:lvl1pPr marL="0" indent="0">
              <a:buNone/>
              <a:defRPr sz="1300" b="1"/>
            </a:lvl1pPr>
            <a:lvl2pPr marL="246842" indent="0">
              <a:buNone/>
              <a:defRPr sz="1100" b="1"/>
            </a:lvl2pPr>
            <a:lvl3pPr marL="493685" indent="0">
              <a:buNone/>
              <a:defRPr sz="1000" b="1"/>
            </a:lvl3pPr>
            <a:lvl4pPr marL="740527" indent="0">
              <a:buNone/>
              <a:defRPr sz="900" b="1"/>
            </a:lvl4pPr>
            <a:lvl5pPr marL="987369" indent="0">
              <a:buNone/>
              <a:defRPr sz="900" b="1"/>
            </a:lvl5pPr>
            <a:lvl6pPr marL="1234211" indent="0">
              <a:buNone/>
              <a:defRPr sz="900" b="1"/>
            </a:lvl6pPr>
            <a:lvl7pPr marL="1481054" indent="0">
              <a:buNone/>
              <a:defRPr sz="900" b="1"/>
            </a:lvl7pPr>
            <a:lvl8pPr marL="1727896" indent="0">
              <a:buNone/>
              <a:defRPr sz="900" b="1"/>
            </a:lvl8pPr>
            <a:lvl9pPr marL="1974738" indent="0">
              <a:buNone/>
              <a:defRPr sz="9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2286225" y="1312980"/>
            <a:ext cx="1989311" cy="2385407"/>
          </a:xfrm>
        </p:spPr>
        <p:txBody>
          <a:bodyPr/>
          <a:lstStyle>
            <a:lvl1pPr>
              <a:defRPr sz="1300"/>
            </a:lvl1pPr>
            <a:lvl2pPr>
              <a:defRPr sz="11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7/7/2017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05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7/7/2017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83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7/7/2017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637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25029" y="164841"/>
            <a:ext cx="1480654" cy="701534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759596" y="164842"/>
            <a:ext cx="2515940" cy="3533546"/>
          </a:xfrm>
        </p:spPr>
        <p:txBody>
          <a:bodyPr/>
          <a:lstStyle>
            <a:lvl1pPr>
              <a:defRPr sz="1700"/>
            </a:lvl1pPr>
            <a:lvl2pPr>
              <a:defRPr sz="1500"/>
            </a:lvl2pPr>
            <a:lvl3pPr>
              <a:defRPr sz="1300"/>
            </a:lvl3pPr>
            <a:lvl4pPr>
              <a:defRPr sz="1100"/>
            </a:lvl4pPr>
            <a:lvl5pPr>
              <a:defRPr sz="1100"/>
            </a:lvl5pPr>
            <a:lvl6pPr>
              <a:defRPr sz="1100"/>
            </a:lvl6pPr>
            <a:lvl7pPr>
              <a:defRPr sz="1100"/>
            </a:lvl7pPr>
            <a:lvl8pPr>
              <a:defRPr sz="1100"/>
            </a:lvl8pPr>
            <a:lvl9pPr>
              <a:defRPr sz="11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25029" y="866376"/>
            <a:ext cx="1480654" cy="2832012"/>
          </a:xfrm>
        </p:spPr>
        <p:txBody>
          <a:bodyPr/>
          <a:lstStyle>
            <a:lvl1pPr marL="0" indent="0">
              <a:buNone/>
              <a:defRPr sz="800"/>
            </a:lvl1pPr>
            <a:lvl2pPr marL="246842" indent="0">
              <a:buNone/>
              <a:defRPr sz="600"/>
            </a:lvl2pPr>
            <a:lvl3pPr marL="493685" indent="0">
              <a:buNone/>
              <a:defRPr sz="500"/>
            </a:lvl3pPr>
            <a:lvl4pPr marL="740527" indent="0">
              <a:buNone/>
              <a:defRPr sz="500"/>
            </a:lvl4pPr>
            <a:lvl5pPr marL="987369" indent="0">
              <a:buNone/>
              <a:defRPr sz="500"/>
            </a:lvl5pPr>
            <a:lvl6pPr marL="1234211" indent="0">
              <a:buNone/>
              <a:defRPr sz="500"/>
            </a:lvl6pPr>
            <a:lvl7pPr marL="1481054" indent="0">
              <a:buNone/>
              <a:defRPr sz="500"/>
            </a:lvl7pPr>
            <a:lvl8pPr marL="1727896" indent="0">
              <a:buNone/>
              <a:defRPr sz="500"/>
            </a:lvl8pPr>
            <a:lvl9pPr marL="1974738" indent="0">
              <a:buNone/>
              <a:defRPr sz="5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7/7/2017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488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82142" y="2898140"/>
            <a:ext cx="2700338" cy="342142"/>
          </a:xfrm>
        </p:spPr>
        <p:txBody>
          <a:bodyPr anchor="b"/>
          <a:lstStyle>
            <a:lvl1pPr algn="l">
              <a:defRPr sz="1100" b="1"/>
            </a:lvl1pPr>
          </a:lstStyle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882142" y="369934"/>
            <a:ext cx="2700338" cy="2484120"/>
          </a:xfrm>
        </p:spPr>
        <p:txBody>
          <a:bodyPr/>
          <a:lstStyle>
            <a:lvl1pPr marL="0" indent="0">
              <a:buNone/>
              <a:defRPr sz="1700"/>
            </a:lvl1pPr>
            <a:lvl2pPr marL="246842" indent="0">
              <a:buNone/>
              <a:defRPr sz="1500"/>
            </a:lvl2pPr>
            <a:lvl3pPr marL="493685" indent="0">
              <a:buNone/>
              <a:defRPr sz="1300"/>
            </a:lvl3pPr>
            <a:lvl4pPr marL="740527" indent="0">
              <a:buNone/>
              <a:defRPr sz="1100"/>
            </a:lvl4pPr>
            <a:lvl5pPr marL="987369" indent="0">
              <a:buNone/>
              <a:defRPr sz="1100"/>
            </a:lvl5pPr>
            <a:lvl6pPr marL="1234211" indent="0">
              <a:buNone/>
              <a:defRPr sz="1100"/>
            </a:lvl6pPr>
            <a:lvl7pPr marL="1481054" indent="0">
              <a:buNone/>
              <a:defRPr sz="1100"/>
            </a:lvl7pPr>
            <a:lvl8pPr marL="1727896" indent="0">
              <a:buNone/>
              <a:defRPr sz="1100"/>
            </a:lvl8pPr>
            <a:lvl9pPr marL="1974738" indent="0">
              <a:buNone/>
              <a:defRPr sz="11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82142" y="3240282"/>
            <a:ext cx="2700338" cy="485898"/>
          </a:xfrm>
        </p:spPr>
        <p:txBody>
          <a:bodyPr/>
          <a:lstStyle>
            <a:lvl1pPr marL="0" indent="0">
              <a:buNone/>
              <a:defRPr sz="800"/>
            </a:lvl1pPr>
            <a:lvl2pPr marL="246842" indent="0">
              <a:buNone/>
              <a:defRPr sz="600"/>
            </a:lvl2pPr>
            <a:lvl3pPr marL="493685" indent="0">
              <a:buNone/>
              <a:defRPr sz="500"/>
            </a:lvl3pPr>
            <a:lvl4pPr marL="740527" indent="0">
              <a:buNone/>
              <a:defRPr sz="500"/>
            </a:lvl4pPr>
            <a:lvl5pPr marL="987369" indent="0">
              <a:buNone/>
              <a:defRPr sz="500"/>
            </a:lvl5pPr>
            <a:lvl6pPr marL="1234211" indent="0">
              <a:buNone/>
              <a:defRPr sz="500"/>
            </a:lvl6pPr>
            <a:lvl7pPr marL="1481054" indent="0">
              <a:buNone/>
              <a:defRPr sz="500"/>
            </a:lvl7pPr>
            <a:lvl8pPr marL="1727896" indent="0">
              <a:buNone/>
              <a:defRPr sz="500"/>
            </a:lvl8pPr>
            <a:lvl9pPr marL="1974738" indent="0">
              <a:buNone/>
              <a:defRPr sz="5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7/7/2017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233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7/7/2017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5708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3262908" y="165800"/>
            <a:ext cx="1012627" cy="353258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225028" y="165800"/>
            <a:ext cx="2962871" cy="353258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DFF63-9793-40E2-8DBC-13016F069603}" type="datetimeFigureOut">
              <a:rPr lang="en-US" smtClean="0"/>
              <a:t>7/7/2017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1024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225028" y="165800"/>
            <a:ext cx="4050507" cy="690033"/>
          </a:xfrm>
          <a:prstGeom prst="rect">
            <a:avLst/>
          </a:prstGeom>
        </p:spPr>
        <p:txBody>
          <a:bodyPr vert="horz" lIns="49368" tIns="24684" rIns="49368" bIns="24684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225028" y="966048"/>
            <a:ext cx="4050507" cy="2732340"/>
          </a:xfrm>
          <a:prstGeom prst="rect">
            <a:avLst/>
          </a:prstGeom>
        </p:spPr>
        <p:txBody>
          <a:bodyPr vert="horz" lIns="49368" tIns="24684" rIns="49368" bIns="24684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225028" y="3837352"/>
            <a:ext cx="1050131" cy="220428"/>
          </a:xfrm>
          <a:prstGeom prst="rect">
            <a:avLst/>
          </a:prstGeom>
        </p:spPr>
        <p:txBody>
          <a:bodyPr vert="horz" lIns="49368" tIns="24684" rIns="49368" bIns="24684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FF63-9793-40E2-8DBC-13016F069603}" type="datetimeFigureOut">
              <a:rPr lang="en-US" smtClean="0"/>
              <a:t>7/7/2017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1537693" y="3837352"/>
            <a:ext cx="1425178" cy="220428"/>
          </a:xfrm>
          <a:prstGeom prst="rect">
            <a:avLst/>
          </a:prstGeom>
        </p:spPr>
        <p:txBody>
          <a:bodyPr vert="horz" lIns="49368" tIns="24684" rIns="49368" bIns="24684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3225404" y="3837352"/>
            <a:ext cx="1050131" cy="220428"/>
          </a:xfrm>
          <a:prstGeom prst="rect">
            <a:avLst/>
          </a:prstGeom>
        </p:spPr>
        <p:txBody>
          <a:bodyPr vert="horz" lIns="49368" tIns="24684" rIns="49368" bIns="24684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8781F0-7AA1-4B0D-8E17-235B1E5A949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113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93685" rtl="0" eaLnBrk="1" latinLnBrk="0" hangingPunct="1"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132" indent="-185132" algn="l" defTabSz="493685" rtl="0" eaLnBrk="1" latinLnBrk="0" hangingPunct="1">
        <a:spcBef>
          <a:spcPct val="200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01119" indent="-154276" algn="l" defTabSz="493685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617106" indent="-123421" algn="l" defTabSz="493685" rtl="0" eaLnBrk="1" latinLnBrk="0" hangingPunct="1">
        <a:spcBef>
          <a:spcPct val="20000"/>
        </a:spcBef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863948" indent="-123421" algn="l" defTabSz="493685" rtl="0" eaLnBrk="1" latinLnBrk="0" hangingPunct="1">
        <a:spcBef>
          <a:spcPct val="20000"/>
        </a:spcBef>
        <a:buFont typeface="Arial" panose="020B0604020202020204" pitchFamily="34" charset="0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110790" indent="-123421" algn="l" defTabSz="493685" rtl="0" eaLnBrk="1" latinLnBrk="0" hangingPunct="1">
        <a:spcBef>
          <a:spcPct val="20000"/>
        </a:spcBef>
        <a:buFont typeface="Arial" panose="020B0604020202020204" pitchFamily="34" charset="0"/>
        <a:buChar char="»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357633" indent="-123421" algn="l" defTabSz="493685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6pPr>
      <a:lvl7pPr marL="1604475" indent="-123421" algn="l" defTabSz="493685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1851317" indent="-123421" algn="l" defTabSz="493685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8pPr>
      <a:lvl9pPr marL="2098159" indent="-123421" algn="l" defTabSz="493685" rtl="0" eaLnBrk="1" latinLnBrk="0" hangingPunct="1">
        <a:spcBef>
          <a:spcPct val="200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368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1pPr>
      <a:lvl2pPr marL="246842" algn="l" defTabSz="49368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2pPr>
      <a:lvl3pPr marL="493685" algn="l" defTabSz="49368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740527" algn="l" defTabSz="49368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987369" algn="l" defTabSz="49368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34211" algn="l" defTabSz="49368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1054" algn="l" defTabSz="49368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27896" algn="l" defTabSz="49368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74738" algn="l" defTabSz="493685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e 36"/>
          <p:cNvGrpSpPr/>
          <p:nvPr/>
        </p:nvGrpSpPr>
        <p:grpSpPr>
          <a:xfrm>
            <a:off x="18033" y="53876"/>
            <a:ext cx="4460903" cy="4032448"/>
            <a:chOff x="1159877" y="35496"/>
            <a:chExt cx="4460903" cy="4032448"/>
          </a:xfrm>
        </p:grpSpPr>
        <p:cxnSp>
          <p:nvCxnSpPr>
            <p:cNvPr id="38" name="Connecteur droit 37"/>
            <p:cNvCxnSpPr/>
            <p:nvPr/>
          </p:nvCxnSpPr>
          <p:spPr>
            <a:xfrm>
              <a:off x="1368746" y="1691680"/>
              <a:ext cx="360040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Connecteur droit 38"/>
            <p:cNvCxnSpPr/>
            <p:nvPr/>
          </p:nvCxnSpPr>
          <p:spPr>
            <a:xfrm flipV="1">
              <a:off x="1728786" y="899592"/>
              <a:ext cx="720080" cy="792088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Connecteur droit 39"/>
            <p:cNvCxnSpPr/>
            <p:nvPr/>
          </p:nvCxnSpPr>
          <p:spPr>
            <a:xfrm>
              <a:off x="2448866" y="900758"/>
              <a:ext cx="360040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Connecteur droit 40"/>
            <p:cNvCxnSpPr/>
            <p:nvPr/>
          </p:nvCxnSpPr>
          <p:spPr>
            <a:xfrm>
              <a:off x="2448866" y="2987824"/>
              <a:ext cx="360040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Connecteur droit 41"/>
            <p:cNvCxnSpPr/>
            <p:nvPr/>
          </p:nvCxnSpPr>
          <p:spPr>
            <a:xfrm>
              <a:off x="1728786" y="1691680"/>
              <a:ext cx="720080" cy="1316757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Connecteur droit 42"/>
            <p:cNvCxnSpPr/>
            <p:nvPr/>
          </p:nvCxnSpPr>
          <p:spPr>
            <a:xfrm flipV="1">
              <a:off x="2821507" y="2339752"/>
              <a:ext cx="779487" cy="619522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4" name="Connecteur droit 43"/>
            <p:cNvCxnSpPr/>
            <p:nvPr/>
          </p:nvCxnSpPr>
          <p:spPr>
            <a:xfrm>
              <a:off x="3600994" y="2339752"/>
              <a:ext cx="360040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Connecteur droit 44"/>
            <p:cNvCxnSpPr/>
            <p:nvPr/>
          </p:nvCxnSpPr>
          <p:spPr>
            <a:xfrm>
              <a:off x="2808906" y="3008437"/>
              <a:ext cx="792088" cy="321915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Connecteur droit 45"/>
            <p:cNvCxnSpPr/>
            <p:nvPr/>
          </p:nvCxnSpPr>
          <p:spPr>
            <a:xfrm>
              <a:off x="3600994" y="3330352"/>
              <a:ext cx="360040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Connecteur droit 46"/>
            <p:cNvCxnSpPr/>
            <p:nvPr/>
          </p:nvCxnSpPr>
          <p:spPr>
            <a:xfrm>
              <a:off x="4681114" y="3347864"/>
              <a:ext cx="360040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Connecteur droit 47"/>
            <p:cNvCxnSpPr/>
            <p:nvPr/>
          </p:nvCxnSpPr>
          <p:spPr>
            <a:xfrm>
              <a:off x="4681114" y="3779912"/>
              <a:ext cx="360040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Connecteur droit 48"/>
            <p:cNvCxnSpPr/>
            <p:nvPr/>
          </p:nvCxnSpPr>
          <p:spPr>
            <a:xfrm>
              <a:off x="4681114" y="3932312"/>
              <a:ext cx="360040" cy="0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0" name="Connecteur droit 49"/>
            <p:cNvCxnSpPr/>
            <p:nvPr/>
          </p:nvCxnSpPr>
          <p:spPr>
            <a:xfrm>
              <a:off x="3961034" y="3330352"/>
              <a:ext cx="720080" cy="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1" name="Connecteur droit 50"/>
            <p:cNvCxnSpPr/>
            <p:nvPr/>
          </p:nvCxnSpPr>
          <p:spPr>
            <a:xfrm>
              <a:off x="3961034" y="3330352"/>
              <a:ext cx="720080" cy="44956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Connecteur droit 51"/>
            <p:cNvCxnSpPr/>
            <p:nvPr/>
          </p:nvCxnSpPr>
          <p:spPr>
            <a:xfrm>
              <a:off x="3961034" y="3330352"/>
              <a:ext cx="720080" cy="601960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ZoneTexte 52"/>
            <p:cNvSpPr txBox="1"/>
            <p:nvPr/>
          </p:nvSpPr>
          <p:spPr>
            <a:xfrm>
              <a:off x="1159877" y="35496"/>
              <a:ext cx="77777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Free ion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ZoneTexte 54"/>
            <p:cNvSpPr txBox="1"/>
            <p:nvPr/>
          </p:nvSpPr>
          <p:spPr>
            <a:xfrm>
              <a:off x="2091407" y="35496"/>
              <a:ext cx="107753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Crystal </a:t>
              </a:r>
              <a:r>
                <a:rPr lang="fr-FR" sz="14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field</a:t>
              </a:r>
              <a:endParaRPr lang="fr-FR" sz="1400" dirty="0" smtClean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algn="ctr"/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</a:t>
              </a:r>
              <a:r>
                <a:rPr lang="fr-F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fr-FR" sz="1400" baseline="-250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6" name="ZoneTexte 55"/>
            <p:cNvSpPr txBox="1"/>
            <p:nvPr/>
          </p:nvSpPr>
          <p:spPr>
            <a:xfrm>
              <a:off x="3309004" y="35496"/>
              <a:ext cx="98963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4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Jahn</a:t>
              </a:r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-Teller</a:t>
              </a:r>
            </a:p>
            <a:p>
              <a:pPr algn="ctr"/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(D</a:t>
              </a:r>
              <a:r>
                <a:rPr lang="fr-FR" sz="14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2d</a:t>
              </a:r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7" name="ZoneTexte 56"/>
            <p:cNvSpPr txBox="1"/>
            <p:nvPr/>
          </p:nvSpPr>
          <p:spPr>
            <a:xfrm>
              <a:off x="4422314" y="35496"/>
              <a:ext cx="9509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Spin-</a:t>
              </a:r>
              <a:r>
                <a:rPr lang="fr-FR" sz="1400" dirty="0" err="1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Orbit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8" name="ZoneTexte 57"/>
            <p:cNvSpPr txBox="1"/>
            <p:nvPr/>
          </p:nvSpPr>
          <p:spPr>
            <a:xfrm>
              <a:off x="2780928" y="746869"/>
              <a:ext cx="482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(…)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9" name="ZoneTexte 58"/>
            <p:cNvSpPr txBox="1"/>
            <p:nvPr/>
          </p:nvSpPr>
          <p:spPr>
            <a:xfrm>
              <a:off x="3961034" y="2185863"/>
              <a:ext cx="48282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(…)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60" name="Connecteur droit avec flèche 59"/>
            <p:cNvCxnSpPr/>
            <p:nvPr/>
          </p:nvCxnSpPr>
          <p:spPr>
            <a:xfrm>
              <a:off x="2628886" y="900758"/>
              <a:ext cx="0" cy="2058516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avec flèche 60"/>
            <p:cNvCxnSpPr/>
            <p:nvPr/>
          </p:nvCxnSpPr>
          <p:spPr>
            <a:xfrm>
              <a:off x="3781000" y="2350058"/>
              <a:ext cx="0" cy="980294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Connecteur droit avec flèche 61"/>
            <p:cNvCxnSpPr/>
            <p:nvPr/>
          </p:nvCxnSpPr>
          <p:spPr>
            <a:xfrm>
              <a:off x="5157192" y="3330352"/>
              <a:ext cx="0" cy="449560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Connecteur droit avec flèche 62"/>
            <p:cNvCxnSpPr/>
            <p:nvPr/>
          </p:nvCxnSpPr>
          <p:spPr>
            <a:xfrm>
              <a:off x="5157192" y="3774207"/>
              <a:ext cx="0" cy="216024"/>
            </a:xfrm>
            <a:prstGeom prst="straightConnector1">
              <a:avLst/>
            </a:prstGeom>
            <a:ln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Rectangle 63"/>
            <p:cNvSpPr/>
            <p:nvPr/>
          </p:nvSpPr>
          <p:spPr>
            <a:xfrm>
              <a:off x="5229200" y="3760167"/>
              <a:ext cx="37382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fr-FR" sz="14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400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5157192" y="3401243"/>
              <a:ext cx="46358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3D</a:t>
              </a:r>
              <a:r>
                <a:rPr lang="fr-FR" sz="14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en-US" sz="1400" dirty="0"/>
            </a:p>
          </p:txBody>
        </p:sp>
        <p:sp>
          <p:nvSpPr>
            <p:cNvPr id="66" name="Rectangle 65"/>
            <p:cNvSpPr/>
            <p:nvPr/>
          </p:nvSpPr>
          <p:spPr>
            <a:xfrm>
              <a:off x="1368746" y="1394197"/>
              <a:ext cx="37382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endParaRPr lang="en-US" sz="1400" dirty="0"/>
            </a:p>
          </p:txBody>
        </p:sp>
        <p:sp>
          <p:nvSpPr>
            <p:cNvPr id="67" name="Rectangle 66"/>
            <p:cNvSpPr/>
            <p:nvPr/>
          </p:nvSpPr>
          <p:spPr>
            <a:xfrm>
              <a:off x="2419782" y="596528"/>
              <a:ext cx="35298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fr-F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sz="1400" dirty="0"/>
            </a:p>
          </p:txBody>
        </p:sp>
        <p:sp>
          <p:nvSpPr>
            <p:cNvPr id="68" name="Rectangle 67"/>
            <p:cNvSpPr/>
            <p:nvPr/>
          </p:nvSpPr>
          <p:spPr>
            <a:xfrm>
              <a:off x="2448866" y="3022575"/>
              <a:ext cx="41229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</a:t>
              </a:r>
              <a:r>
                <a:rPr lang="fr-FR" sz="14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400" baseline="-25000" dirty="0"/>
            </a:p>
          </p:txBody>
        </p:sp>
        <p:sp>
          <p:nvSpPr>
            <p:cNvPr id="69" name="Rectangle 68"/>
            <p:cNvSpPr/>
            <p:nvPr/>
          </p:nvSpPr>
          <p:spPr>
            <a:xfrm>
              <a:off x="3600994" y="3347864"/>
              <a:ext cx="42351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fr-F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fr-FR" sz="14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US" sz="1400" baseline="-25000" dirty="0"/>
            </a:p>
          </p:txBody>
        </p:sp>
        <p:sp>
          <p:nvSpPr>
            <p:cNvPr id="70" name="Rectangle 69"/>
            <p:cNvSpPr/>
            <p:nvPr/>
          </p:nvSpPr>
          <p:spPr>
            <a:xfrm>
              <a:off x="3580074" y="2028576"/>
              <a:ext cx="35298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baseline="30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5</a:t>
              </a:r>
              <a:r>
                <a:rPr lang="fr-FR" sz="1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en-US" sz="1400" baseline="-25000" dirty="0"/>
            </a:p>
          </p:txBody>
        </p:sp>
        <p:sp>
          <p:nvSpPr>
            <p:cNvPr id="71" name="Rectangle 70"/>
            <p:cNvSpPr/>
            <p:nvPr/>
          </p:nvSpPr>
          <p:spPr>
            <a:xfrm>
              <a:off x="2636912" y="1619672"/>
              <a:ext cx="100373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 smtClean="0">
                  <a:latin typeface="Symbol" panose="05050102010706020507" pitchFamily="18" charset="2"/>
                  <a:cs typeface="Times New Roman" panose="02020603050405020304" pitchFamily="18" charset="0"/>
                </a:rPr>
                <a:t>D</a:t>
              </a:r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~ 0.5 eV </a:t>
              </a:r>
              <a:endParaRPr lang="en-US" sz="1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3" name="Rectangle 72"/>
            <p:cNvSpPr/>
            <p:nvPr/>
          </p:nvSpPr>
          <p:spPr>
            <a:xfrm>
              <a:off x="3789040" y="2660229"/>
              <a:ext cx="58862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fr-FR" sz="14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 E</a:t>
              </a:r>
              <a:r>
                <a:rPr lang="fr-FR" sz="1400" baseline="-250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J-T</a:t>
              </a:r>
              <a:endParaRPr lang="en-US" sz="1400" baseline="-250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66327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437</TotalTime>
  <Words>30</Words>
  <Application>Microsoft Office PowerPoint</Application>
  <PresentationFormat>Personnalisé</PresentationFormat>
  <Paragraphs>18</Paragraphs>
  <Slides>1</Slides>
  <Notes>1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2" baseType="lpstr">
      <vt:lpstr>Thème Office</vt:lpstr>
      <vt:lpstr>Présentation PowerPoint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lucien.besombes</dc:creator>
  <cp:lastModifiedBy>Alban Lafuente</cp:lastModifiedBy>
  <cp:revision>34</cp:revision>
  <cp:lastPrinted>2016-01-05T12:16:53Z</cp:lastPrinted>
  <dcterms:created xsi:type="dcterms:W3CDTF">2015-11-02T14:28:12Z</dcterms:created>
  <dcterms:modified xsi:type="dcterms:W3CDTF">2017-07-07T13:12:01Z</dcterms:modified>
</cp:coreProperties>
</file>