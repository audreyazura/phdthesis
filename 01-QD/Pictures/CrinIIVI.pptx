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4500563" cy="4140200"/>
  <p:notesSz cx="6858000" cy="9144000"/>
  <p:defaultTextStyle>
    <a:defPPr>
      <a:defRPr lang="en-US"/>
    </a:defPPr>
    <a:lvl1pPr marL="0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246842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493685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740527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987369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1234211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1481054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7pPr>
    <a:lvl8pPr marL="1727896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1974738" algn="l" defTabSz="493685" rtl="0" eaLnBrk="1" latinLnBrk="0" hangingPunct="1">
      <a:defRPr sz="1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143" autoAdjust="0"/>
  </p:normalViewPr>
  <p:slideViewPr>
    <p:cSldViewPr>
      <p:cViewPr>
        <p:scale>
          <a:sx n="100" d="100"/>
          <a:sy n="100" d="100"/>
        </p:scale>
        <p:origin x="-2418" y="-720"/>
      </p:cViewPr>
      <p:guideLst>
        <p:guide orient="horz" pos="1304"/>
        <p:guide pos="141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6E01DE-34E9-49ED-964F-82AFB8FEED8D}" type="datetimeFigureOut">
              <a:rPr lang="en-US" smtClean="0"/>
              <a:t>6/9/2017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565275" y="685800"/>
            <a:ext cx="37274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FE696A-DA9E-4985-AB7B-8E4E527A9189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57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46842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93685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740527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87369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234211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481054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727896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974738" algn="l" defTabSz="493685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565275" y="685800"/>
            <a:ext cx="3727450" cy="3429000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E696A-DA9E-4985-AB7B-8E4E527A918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167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37542" y="1286146"/>
            <a:ext cx="3825479" cy="887459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675085" y="2346113"/>
            <a:ext cx="3150394" cy="105805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468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936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405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9873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342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4810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7278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9747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891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272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55513" y="2660462"/>
            <a:ext cx="3825479" cy="822290"/>
          </a:xfrm>
        </p:spPr>
        <p:txBody>
          <a:bodyPr anchor="t"/>
          <a:lstStyle>
            <a:lvl1pPr algn="l">
              <a:defRPr sz="22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55513" y="1754794"/>
            <a:ext cx="3825479" cy="905669"/>
          </a:xfrm>
        </p:spPr>
        <p:txBody>
          <a:bodyPr anchor="b"/>
          <a:lstStyle>
            <a:lvl1pPr marL="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1pPr>
            <a:lvl2pPr marL="246842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2pPr>
            <a:lvl3pPr marL="49368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40527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4pPr>
            <a:lvl5pPr marL="987369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5pPr>
            <a:lvl6pPr marL="1234211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6pPr>
            <a:lvl7pPr marL="148105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7pPr>
            <a:lvl8pPr marL="1727896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8pPr>
            <a:lvl9pPr marL="197473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937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25028" y="966048"/>
            <a:ext cx="1987749" cy="2732340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287786" y="966048"/>
            <a:ext cx="1987749" cy="2732340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6/9/2017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72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25029" y="926754"/>
            <a:ext cx="1988530" cy="386227"/>
          </a:xfrm>
        </p:spPr>
        <p:txBody>
          <a:bodyPr anchor="b"/>
          <a:lstStyle>
            <a:lvl1pPr marL="0" indent="0">
              <a:buNone/>
              <a:defRPr sz="1300" b="1"/>
            </a:lvl1pPr>
            <a:lvl2pPr marL="246842" indent="0">
              <a:buNone/>
              <a:defRPr sz="1100" b="1"/>
            </a:lvl2pPr>
            <a:lvl3pPr marL="493685" indent="0">
              <a:buNone/>
              <a:defRPr sz="1000" b="1"/>
            </a:lvl3pPr>
            <a:lvl4pPr marL="740527" indent="0">
              <a:buNone/>
              <a:defRPr sz="900" b="1"/>
            </a:lvl4pPr>
            <a:lvl5pPr marL="987369" indent="0">
              <a:buNone/>
              <a:defRPr sz="900" b="1"/>
            </a:lvl5pPr>
            <a:lvl6pPr marL="1234211" indent="0">
              <a:buNone/>
              <a:defRPr sz="900" b="1"/>
            </a:lvl6pPr>
            <a:lvl7pPr marL="1481054" indent="0">
              <a:buNone/>
              <a:defRPr sz="900" b="1"/>
            </a:lvl7pPr>
            <a:lvl8pPr marL="1727896" indent="0">
              <a:buNone/>
              <a:defRPr sz="900" b="1"/>
            </a:lvl8pPr>
            <a:lvl9pPr marL="1974738" indent="0">
              <a:buNone/>
              <a:defRPr sz="9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25029" y="1312980"/>
            <a:ext cx="1988530" cy="2385407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286225" y="926754"/>
            <a:ext cx="1989311" cy="386227"/>
          </a:xfrm>
        </p:spPr>
        <p:txBody>
          <a:bodyPr anchor="b"/>
          <a:lstStyle>
            <a:lvl1pPr marL="0" indent="0">
              <a:buNone/>
              <a:defRPr sz="1300" b="1"/>
            </a:lvl1pPr>
            <a:lvl2pPr marL="246842" indent="0">
              <a:buNone/>
              <a:defRPr sz="1100" b="1"/>
            </a:lvl2pPr>
            <a:lvl3pPr marL="493685" indent="0">
              <a:buNone/>
              <a:defRPr sz="1000" b="1"/>
            </a:lvl3pPr>
            <a:lvl4pPr marL="740527" indent="0">
              <a:buNone/>
              <a:defRPr sz="900" b="1"/>
            </a:lvl4pPr>
            <a:lvl5pPr marL="987369" indent="0">
              <a:buNone/>
              <a:defRPr sz="900" b="1"/>
            </a:lvl5pPr>
            <a:lvl6pPr marL="1234211" indent="0">
              <a:buNone/>
              <a:defRPr sz="900" b="1"/>
            </a:lvl6pPr>
            <a:lvl7pPr marL="1481054" indent="0">
              <a:buNone/>
              <a:defRPr sz="900" b="1"/>
            </a:lvl7pPr>
            <a:lvl8pPr marL="1727896" indent="0">
              <a:buNone/>
              <a:defRPr sz="900" b="1"/>
            </a:lvl8pPr>
            <a:lvl9pPr marL="1974738" indent="0">
              <a:buNone/>
              <a:defRPr sz="9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286225" y="1312980"/>
            <a:ext cx="1989311" cy="2385407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6/9/2017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05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6/9/2017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832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6/9/2017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37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25029" y="164841"/>
            <a:ext cx="1480654" cy="701534"/>
          </a:xfrm>
        </p:spPr>
        <p:txBody>
          <a:bodyPr anchor="b"/>
          <a:lstStyle>
            <a:lvl1pPr algn="l">
              <a:defRPr sz="11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59596" y="164842"/>
            <a:ext cx="2515940" cy="3533546"/>
          </a:xfrm>
        </p:spPr>
        <p:txBody>
          <a:bodyPr/>
          <a:lstStyle>
            <a:lvl1pPr>
              <a:defRPr sz="1700"/>
            </a:lvl1pPr>
            <a:lvl2pPr>
              <a:defRPr sz="1500"/>
            </a:lvl2pPr>
            <a:lvl3pPr>
              <a:defRPr sz="13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25029" y="866376"/>
            <a:ext cx="1480654" cy="2832012"/>
          </a:xfrm>
        </p:spPr>
        <p:txBody>
          <a:bodyPr/>
          <a:lstStyle>
            <a:lvl1pPr marL="0" indent="0">
              <a:buNone/>
              <a:defRPr sz="800"/>
            </a:lvl1pPr>
            <a:lvl2pPr marL="246842" indent="0">
              <a:buNone/>
              <a:defRPr sz="600"/>
            </a:lvl2pPr>
            <a:lvl3pPr marL="493685" indent="0">
              <a:buNone/>
              <a:defRPr sz="500"/>
            </a:lvl3pPr>
            <a:lvl4pPr marL="740527" indent="0">
              <a:buNone/>
              <a:defRPr sz="500"/>
            </a:lvl4pPr>
            <a:lvl5pPr marL="987369" indent="0">
              <a:buNone/>
              <a:defRPr sz="500"/>
            </a:lvl5pPr>
            <a:lvl6pPr marL="1234211" indent="0">
              <a:buNone/>
              <a:defRPr sz="500"/>
            </a:lvl6pPr>
            <a:lvl7pPr marL="1481054" indent="0">
              <a:buNone/>
              <a:defRPr sz="500"/>
            </a:lvl7pPr>
            <a:lvl8pPr marL="1727896" indent="0">
              <a:buNone/>
              <a:defRPr sz="500"/>
            </a:lvl8pPr>
            <a:lvl9pPr marL="1974738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6/9/2017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88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82142" y="2898140"/>
            <a:ext cx="2700338" cy="342142"/>
          </a:xfrm>
        </p:spPr>
        <p:txBody>
          <a:bodyPr anchor="b"/>
          <a:lstStyle>
            <a:lvl1pPr algn="l">
              <a:defRPr sz="11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882142" y="369934"/>
            <a:ext cx="2700338" cy="2484120"/>
          </a:xfrm>
        </p:spPr>
        <p:txBody>
          <a:bodyPr/>
          <a:lstStyle>
            <a:lvl1pPr marL="0" indent="0">
              <a:buNone/>
              <a:defRPr sz="1700"/>
            </a:lvl1pPr>
            <a:lvl2pPr marL="246842" indent="0">
              <a:buNone/>
              <a:defRPr sz="1500"/>
            </a:lvl2pPr>
            <a:lvl3pPr marL="493685" indent="0">
              <a:buNone/>
              <a:defRPr sz="1300"/>
            </a:lvl3pPr>
            <a:lvl4pPr marL="740527" indent="0">
              <a:buNone/>
              <a:defRPr sz="1100"/>
            </a:lvl4pPr>
            <a:lvl5pPr marL="987369" indent="0">
              <a:buNone/>
              <a:defRPr sz="1100"/>
            </a:lvl5pPr>
            <a:lvl6pPr marL="1234211" indent="0">
              <a:buNone/>
              <a:defRPr sz="1100"/>
            </a:lvl6pPr>
            <a:lvl7pPr marL="1481054" indent="0">
              <a:buNone/>
              <a:defRPr sz="1100"/>
            </a:lvl7pPr>
            <a:lvl8pPr marL="1727896" indent="0">
              <a:buNone/>
              <a:defRPr sz="1100"/>
            </a:lvl8pPr>
            <a:lvl9pPr marL="1974738" indent="0">
              <a:buNone/>
              <a:defRPr sz="11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82142" y="3240282"/>
            <a:ext cx="2700338" cy="485898"/>
          </a:xfrm>
        </p:spPr>
        <p:txBody>
          <a:bodyPr/>
          <a:lstStyle>
            <a:lvl1pPr marL="0" indent="0">
              <a:buNone/>
              <a:defRPr sz="800"/>
            </a:lvl1pPr>
            <a:lvl2pPr marL="246842" indent="0">
              <a:buNone/>
              <a:defRPr sz="600"/>
            </a:lvl2pPr>
            <a:lvl3pPr marL="493685" indent="0">
              <a:buNone/>
              <a:defRPr sz="500"/>
            </a:lvl3pPr>
            <a:lvl4pPr marL="740527" indent="0">
              <a:buNone/>
              <a:defRPr sz="500"/>
            </a:lvl4pPr>
            <a:lvl5pPr marL="987369" indent="0">
              <a:buNone/>
              <a:defRPr sz="500"/>
            </a:lvl5pPr>
            <a:lvl6pPr marL="1234211" indent="0">
              <a:buNone/>
              <a:defRPr sz="500"/>
            </a:lvl6pPr>
            <a:lvl7pPr marL="1481054" indent="0">
              <a:buNone/>
              <a:defRPr sz="500"/>
            </a:lvl7pPr>
            <a:lvl8pPr marL="1727896" indent="0">
              <a:buNone/>
              <a:defRPr sz="500"/>
            </a:lvl8pPr>
            <a:lvl9pPr marL="1974738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6/9/2017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233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08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3262908" y="165800"/>
            <a:ext cx="1012627" cy="353258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25028" y="165800"/>
            <a:ext cx="2962871" cy="353258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10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25028" y="165800"/>
            <a:ext cx="4050507" cy="690033"/>
          </a:xfrm>
          <a:prstGeom prst="rect">
            <a:avLst/>
          </a:prstGeom>
        </p:spPr>
        <p:txBody>
          <a:bodyPr vert="horz" lIns="49368" tIns="24684" rIns="49368" bIns="24684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25028" y="966048"/>
            <a:ext cx="4050507" cy="2732340"/>
          </a:xfrm>
          <a:prstGeom prst="rect">
            <a:avLst/>
          </a:prstGeom>
        </p:spPr>
        <p:txBody>
          <a:bodyPr vert="horz" lIns="49368" tIns="24684" rIns="49368" bIns="24684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25028" y="3837352"/>
            <a:ext cx="1050131" cy="220428"/>
          </a:xfrm>
          <a:prstGeom prst="rect">
            <a:avLst/>
          </a:prstGeom>
        </p:spPr>
        <p:txBody>
          <a:bodyPr vert="horz" lIns="49368" tIns="24684" rIns="49368" bIns="24684" rtlCol="0" anchor="ctr"/>
          <a:lstStyle>
            <a:lvl1pPr algn="l">
              <a:defRPr sz="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FF63-9793-40E2-8DBC-13016F069603}" type="datetimeFigureOut">
              <a:rPr lang="en-US" smtClean="0"/>
              <a:t>6/9/2017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537693" y="3837352"/>
            <a:ext cx="1425178" cy="220428"/>
          </a:xfrm>
          <a:prstGeom prst="rect">
            <a:avLst/>
          </a:prstGeom>
        </p:spPr>
        <p:txBody>
          <a:bodyPr vert="horz" lIns="49368" tIns="24684" rIns="49368" bIns="24684" rtlCol="0" anchor="ctr"/>
          <a:lstStyle>
            <a:lvl1pPr algn="ctr">
              <a:defRPr sz="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3225404" y="3837352"/>
            <a:ext cx="1050131" cy="220428"/>
          </a:xfrm>
          <a:prstGeom prst="rect">
            <a:avLst/>
          </a:prstGeom>
        </p:spPr>
        <p:txBody>
          <a:bodyPr vert="horz" lIns="49368" tIns="24684" rIns="49368" bIns="24684" rtlCol="0" anchor="ctr"/>
          <a:lstStyle>
            <a:lvl1pPr algn="r">
              <a:defRPr sz="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13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93685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132" indent="-185132" algn="l" defTabSz="493685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01119" indent="-154276" algn="l" defTabSz="493685" rtl="0" eaLnBrk="1" latinLnBrk="0" hangingPunct="1">
        <a:spcBef>
          <a:spcPct val="20000"/>
        </a:spcBef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617106" indent="-123421" algn="l" defTabSz="493685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863948" indent="-123421" algn="l" defTabSz="493685" rtl="0" eaLnBrk="1" latinLnBrk="0" hangingPunct="1">
        <a:spcBef>
          <a:spcPct val="20000"/>
        </a:spcBef>
        <a:buFont typeface="Arial" panose="020B0604020202020204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110790" indent="-123421" algn="l" defTabSz="493685" rtl="0" eaLnBrk="1" latinLnBrk="0" hangingPunct="1">
        <a:spcBef>
          <a:spcPct val="20000"/>
        </a:spcBef>
        <a:buFont typeface="Arial" panose="020B0604020202020204" pitchFamily="34" charset="0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357633" indent="-123421" algn="l" defTabSz="493685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604475" indent="-123421" algn="l" defTabSz="493685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851317" indent="-123421" algn="l" defTabSz="493685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2098159" indent="-123421" algn="l" defTabSz="493685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246842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493685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740527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987369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234211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481054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727896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974738" algn="l" defTabSz="493685" rtl="0" eaLnBrk="1" latinLnBrk="0" hangingPunct="1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e 36"/>
          <p:cNvGrpSpPr/>
          <p:nvPr/>
        </p:nvGrpSpPr>
        <p:grpSpPr>
          <a:xfrm>
            <a:off x="18033" y="53876"/>
            <a:ext cx="4460903" cy="4032448"/>
            <a:chOff x="1159877" y="35496"/>
            <a:chExt cx="4460903" cy="4032448"/>
          </a:xfrm>
        </p:grpSpPr>
        <p:cxnSp>
          <p:nvCxnSpPr>
            <p:cNvPr id="38" name="Connecteur droit 37"/>
            <p:cNvCxnSpPr/>
            <p:nvPr/>
          </p:nvCxnSpPr>
          <p:spPr>
            <a:xfrm>
              <a:off x="1368746" y="1691680"/>
              <a:ext cx="360040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eur droit 38"/>
            <p:cNvCxnSpPr/>
            <p:nvPr/>
          </p:nvCxnSpPr>
          <p:spPr>
            <a:xfrm flipV="1">
              <a:off x="1728786" y="899592"/>
              <a:ext cx="720080" cy="792088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Connecteur droit 39"/>
            <p:cNvCxnSpPr/>
            <p:nvPr/>
          </p:nvCxnSpPr>
          <p:spPr>
            <a:xfrm>
              <a:off x="2448866" y="900758"/>
              <a:ext cx="360040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Connecteur droit 40"/>
            <p:cNvCxnSpPr/>
            <p:nvPr/>
          </p:nvCxnSpPr>
          <p:spPr>
            <a:xfrm>
              <a:off x="2448866" y="2987824"/>
              <a:ext cx="360040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Connecteur droit 41"/>
            <p:cNvCxnSpPr/>
            <p:nvPr/>
          </p:nvCxnSpPr>
          <p:spPr>
            <a:xfrm>
              <a:off x="1728786" y="1691680"/>
              <a:ext cx="720080" cy="1316757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eur droit 42"/>
            <p:cNvCxnSpPr/>
            <p:nvPr/>
          </p:nvCxnSpPr>
          <p:spPr>
            <a:xfrm flipV="1">
              <a:off x="2821507" y="2339752"/>
              <a:ext cx="779487" cy="61952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Connecteur droit 43"/>
            <p:cNvCxnSpPr/>
            <p:nvPr/>
          </p:nvCxnSpPr>
          <p:spPr>
            <a:xfrm>
              <a:off x="3600994" y="2339752"/>
              <a:ext cx="360040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Connecteur droit 44"/>
            <p:cNvCxnSpPr/>
            <p:nvPr/>
          </p:nvCxnSpPr>
          <p:spPr>
            <a:xfrm>
              <a:off x="2808906" y="3008437"/>
              <a:ext cx="792088" cy="32191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eur droit 45"/>
            <p:cNvCxnSpPr/>
            <p:nvPr/>
          </p:nvCxnSpPr>
          <p:spPr>
            <a:xfrm>
              <a:off x="3600994" y="3330352"/>
              <a:ext cx="360040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Connecteur droit 46"/>
            <p:cNvCxnSpPr/>
            <p:nvPr/>
          </p:nvCxnSpPr>
          <p:spPr>
            <a:xfrm>
              <a:off x="4681114" y="3347864"/>
              <a:ext cx="360040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Connecteur droit 47"/>
            <p:cNvCxnSpPr/>
            <p:nvPr/>
          </p:nvCxnSpPr>
          <p:spPr>
            <a:xfrm>
              <a:off x="4681114" y="3779912"/>
              <a:ext cx="360040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Connecteur droit 48"/>
            <p:cNvCxnSpPr/>
            <p:nvPr/>
          </p:nvCxnSpPr>
          <p:spPr>
            <a:xfrm>
              <a:off x="4681114" y="3932312"/>
              <a:ext cx="360040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Connecteur droit 49"/>
            <p:cNvCxnSpPr/>
            <p:nvPr/>
          </p:nvCxnSpPr>
          <p:spPr>
            <a:xfrm>
              <a:off x="3961034" y="3330352"/>
              <a:ext cx="720080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necteur droit 50"/>
            <p:cNvCxnSpPr/>
            <p:nvPr/>
          </p:nvCxnSpPr>
          <p:spPr>
            <a:xfrm>
              <a:off x="3961034" y="3330352"/>
              <a:ext cx="720080" cy="44956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Connecteur droit 51"/>
            <p:cNvCxnSpPr/>
            <p:nvPr/>
          </p:nvCxnSpPr>
          <p:spPr>
            <a:xfrm>
              <a:off x="3961034" y="3330352"/>
              <a:ext cx="720080" cy="60196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ZoneTexte 52"/>
            <p:cNvSpPr txBox="1"/>
            <p:nvPr/>
          </p:nvSpPr>
          <p:spPr>
            <a:xfrm>
              <a:off x="1159877" y="35496"/>
              <a:ext cx="7777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Free ion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ZoneTexte 54"/>
            <p:cNvSpPr txBox="1"/>
            <p:nvPr/>
          </p:nvSpPr>
          <p:spPr>
            <a:xfrm>
              <a:off x="2091407" y="35496"/>
              <a:ext cx="10775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Crystal </a:t>
              </a:r>
              <a:r>
                <a:rPr lang="fr-FR" sz="14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field</a:t>
              </a:r>
              <a:endPara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(</a:t>
              </a:r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r>
                <a:rPr lang="fr-FR" sz="14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ZoneTexte 55"/>
            <p:cNvSpPr txBox="1"/>
            <p:nvPr/>
          </p:nvSpPr>
          <p:spPr>
            <a:xfrm>
              <a:off x="3286559" y="35496"/>
              <a:ext cx="10345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14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Jahn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-Teller </a:t>
              </a:r>
            </a:p>
            <a:p>
              <a:pPr algn="ctr"/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(D</a:t>
              </a:r>
              <a:r>
                <a:rPr lang="fr-FR" sz="14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2d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ZoneTexte 56"/>
            <p:cNvSpPr txBox="1"/>
            <p:nvPr/>
          </p:nvSpPr>
          <p:spPr>
            <a:xfrm>
              <a:off x="4422314" y="35496"/>
              <a:ext cx="9509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Spin-</a:t>
              </a:r>
              <a:r>
                <a:rPr lang="fr-FR" sz="14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Orbit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ZoneTexte 57"/>
            <p:cNvSpPr txBox="1"/>
            <p:nvPr/>
          </p:nvSpPr>
          <p:spPr>
            <a:xfrm>
              <a:off x="2780928" y="746869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(…)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ZoneTexte 58"/>
            <p:cNvSpPr txBox="1"/>
            <p:nvPr/>
          </p:nvSpPr>
          <p:spPr>
            <a:xfrm>
              <a:off x="3961034" y="2185863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(…)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0" name="Connecteur droit avec flèche 59"/>
            <p:cNvCxnSpPr/>
            <p:nvPr/>
          </p:nvCxnSpPr>
          <p:spPr>
            <a:xfrm>
              <a:off x="2628886" y="900758"/>
              <a:ext cx="0" cy="2058516"/>
            </a:xfrm>
            <a:prstGeom prst="straightConnector1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avec flèche 60"/>
            <p:cNvCxnSpPr/>
            <p:nvPr/>
          </p:nvCxnSpPr>
          <p:spPr>
            <a:xfrm>
              <a:off x="3781000" y="2350058"/>
              <a:ext cx="0" cy="980294"/>
            </a:xfrm>
            <a:prstGeom prst="straightConnector1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eur droit avec flèche 61"/>
            <p:cNvCxnSpPr/>
            <p:nvPr/>
          </p:nvCxnSpPr>
          <p:spPr>
            <a:xfrm>
              <a:off x="5157192" y="3330352"/>
              <a:ext cx="0" cy="449560"/>
            </a:xfrm>
            <a:prstGeom prst="straightConnector1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avec flèche 62"/>
            <p:cNvCxnSpPr/>
            <p:nvPr/>
          </p:nvCxnSpPr>
          <p:spPr>
            <a:xfrm>
              <a:off x="5157192" y="3774207"/>
              <a:ext cx="0" cy="216024"/>
            </a:xfrm>
            <a:prstGeom prst="straightConnector1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tangle 63"/>
            <p:cNvSpPr/>
            <p:nvPr/>
          </p:nvSpPr>
          <p:spPr>
            <a:xfrm>
              <a:off x="5229200" y="3760167"/>
              <a:ext cx="37382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r>
                <a:rPr lang="fr-FR" sz="14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400" dirty="0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5157192" y="3401243"/>
              <a:ext cx="463588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3D</a:t>
              </a:r>
              <a:r>
                <a:rPr lang="fr-FR" sz="14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400" dirty="0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368746" y="1394197"/>
              <a:ext cx="37382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endParaRPr lang="en-US" sz="1400" dirty="0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2419782" y="596528"/>
              <a:ext cx="35298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400" dirty="0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2448866" y="3022575"/>
              <a:ext cx="41229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r>
                <a:rPr lang="fr-FR" sz="14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en-US" sz="1400" baseline="-25000" dirty="0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3600994" y="3347864"/>
              <a:ext cx="42351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r>
                <a:rPr lang="fr-FR" sz="14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en-US" sz="1400" baseline="-25000" dirty="0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3580074" y="2028576"/>
              <a:ext cx="35298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baseline="30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400" baseline="-25000" dirty="0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2636912" y="1763688"/>
              <a:ext cx="29527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Symbol" panose="05050102010706020507" pitchFamily="18" charset="2"/>
                  <a:cs typeface="Times New Roman" panose="02020603050405020304" pitchFamily="18" charset="0"/>
                </a:rPr>
                <a:t>D</a:t>
              </a:r>
              <a:endParaRPr lang="en-US" sz="1400" dirty="0">
                <a:latin typeface="Symbol" panose="05050102010706020507" pitchFamily="18" charset="2"/>
              </a:endParaRP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3789040" y="2660229"/>
              <a:ext cx="58862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 E</a:t>
              </a:r>
              <a:r>
                <a:rPr lang="fr-FR" sz="14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J-T</a:t>
              </a:r>
              <a:endParaRPr lang="en-US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6327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27</Words>
  <Application>Microsoft Office PowerPoint</Application>
  <PresentationFormat>Personnalisé</PresentationFormat>
  <Paragraphs>18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31</cp:revision>
  <cp:lastPrinted>2016-01-05T12:16:53Z</cp:lastPrinted>
  <dcterms:created xsi:type="dcterms:W3CDTF">2015-11-02T14:28:12Z</dcterms:created>
  <dcterms:modified xsi:type="dcterms:W3CDTF">2017-06-09T09:58:12Z</dcterms:modified>
</cp:coreProperties>
</file>