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400675" cy="2879725"/>
  <p:notesSz cx="6858000" cy="9144000"/>
  <p:defaultTextStyle>
    <a:defPPr>
      <a:defRPr lang="fr-FR"/>
    </a:defPPr>
    <a:lvl1pPr marL="0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36555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73111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709666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46221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82776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419332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55887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92442" algn="l" defTabSz="47311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2" d="100"/>
          <a:sy n="202" d="100"/>
        </p:scale>
        <p:origin x="-276" y="-96"/>
      </p:cViewPr>
      <p:guideLst>
        <p:guide orient="horz" pos="907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05051" y="894582"/>
            <a:ext cx="4590574" cy="61727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10101" y="1631844"/>
            <a:ext cx="3780473" cy="7359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6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73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09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462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82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19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55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92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95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44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6616" y="1850490"/>
            <a:ext cx="4590574" cy="571945"/>
          </a:xfrm>
        </p:spPr>
        <p:txBody>
          <a:bodyPr anchor="t"/>
          <a:lstStyle>
            <a:lvl1pPr algn="l">
              <a:defRPr sz="2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616" y="1220550"/>
            <a:ext cx="4590574" cy="629940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3655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7311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709666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46221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82776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41933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5588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9244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37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9395" y="281973"/>
            <a:ext cx="1390487" cy="79792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39893" y="281973"/>
            <a:ext cx="1390486" cy="79792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49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0034" y="115323"/>
            <a:ext cx="4860608" cy="47995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644605"/>
            <a:ext cx="2386236" cy="26864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36555" indent="0">
              <a:buNone/>
              <a:defRPr sz="1000" b="1"/>
            </a:lvl2pPr>
            <a:lvl3pPr marL="473111" indent="0">
              <a:buNone/>
              <a:defRPr sz="900" b="1"/>
            </a:lvl3pPr>
            <a:lvl4pPr marL="709666" indent="0">
              <a:buNone/>
              <a:defRPr sz="800" b="1"/>
            </a:lvl4pPr>
            <a:lvl5pPr marL="946221" indent="0">
              <a:buNone/>
              <a:defRPr sz="800" b="1"/>
            </a:lvl5pPr>
            <a:lvl6pPr marL="1182776" indent="0">
              <a:buNone/>
              <a:defRPr sz="800" b="1"/>
            </a:lvl6pPr>
            <a:lvl7pPr marL="1419332" indent="0">
              <a:buNone/>
              <a:defRPr sz="800" b="1"/>
            </a:lvl7pPr>
            <a:lvl8pPr marL="1655887" indent="0">
              <a:buNone/>
              <a:defRPr sz="800" b="1"/>
            </a:lvl8pPr>
            <a:lvl9pPr marL="1892442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0034" y="913246"/>
            <a:ext cx="2386236" cy="16591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43468" y="644605"/>
            <a:ext cx="2387173" cy="26864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36555" indent="0">
              <a:buNone/>
              <a:defRPr sz="1000" b="1"/>
            </a:lvl2pPr>
            <a:lvl3pPr marL="473111" indent="0">
              <a:buNone/>
              <a:defRPr sz="900" b="1"/>
            </a:lvl3pPr>
            <a:lvl4pPr marL="709666" indent="0">
              <a:buNone/>
              <a:defRPr sz="800" b="1"/>
            </a:lvl4pPr>
            <a:lvl5pPr marL="946221" indent="0">
              <a:buNone/>
              <a:defRPr sz="800" b="1"/>
            </a:lvl5pPr>
            <a:lvl6pPr marL="1182776" indent="0">
              <a:buNone/>
              <a:defRPr sz="800" b="1"/>
            </a:lvl6pPr>
            <a:lvl7pPr marL="1419332" indent="0">
              <a:buNone/>
              <a:defRPr sz="800" b="1"/>
            </a:lvl7pPr>
            <a:lvl8pPr marL="1655887" indent="0">
              <a:buNone/>
              <a:defRPr sz="800" b="1"/>
            </a:lvl8pPr>
            <a:lvl9pPr marL="1892442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43468" y="913246"/>
            <a:ext cx="2387173" cy="16591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21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97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02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0034" y="114656"/>
            <a:ext cx="1776785" cy="487953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11514" y="114656"/>
            <a:ext cx="3019127" cy="2457766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0034" y="602609"/>
            <a:ext cx="1776785" cy="1969812"/>
          </a:xfrm>
        </p:spPr>
        <p:txBody>
          <a:bodyPr/>
          <a:lstStyle>
            <a:lvl1pPr marL="0" indent="0">
              <a:buNone/>
              <a:defRPr sz="700"/>
            </a:lvl1pPr>
            <a:lvl2pPr marL="236555" indent="0">
              <a:buNone/>
              <a:defRPr sz="600"/>
            </a:lvl2pPr>
            <a:lvl3pPr marL="473111" indent="0">
              <a:buNone/>
              <a:defRPr sz="500"/>
            </a:lvl3pPr>
            <a:lvl4pPr marL="709666" indent="0">
              <a:buNone/>
              <a:defRPr sz="500"/>
            </a:lvl4pPr>
            <a:lvl5pPr marL="946221" indent="0">
              <a:buNone/>
              <a:defRPr sz="500"/>
            </a:lvl5pPr>
            <a:lvl6pPr marL="1182776" indent="0">
              <a:buNone/>
              <a:defRPr sz="500"/>
            </a:lvl6pPr>
            <a:lvl7pPr marL="1419332" indent="0">
              <a:buNone/>
              <a:defRPr sz="500"/>
            </a:lvl7pPr>
            <a:lvl8pPr marL="1655887" indent="0">
              <a:buNone/>
              <a:defRPr sz="500"/>
            </a:lvl8pPr>
            <a:lvl9pPr marL="189244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78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8570" y="2015808"/>
            <a:ext cx="3240405" cy="237977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58570" y="257309"/>
            <a:ext cx="3240405" cy="1727835"/>
          </a:xfrm>
        </p:spPr>
        <p:txBody>
          <a:bodyPr/>
          <a:lstStyle>
            <a:lvl1pPr marL="0" indent="0">
              <a:buNone/>
              <a:defRPr sz="1700"/>
            </a:lvl1pPr>
            <a:lvl2pPr marL="236555" indent="0">
              <a:buNone/>
              <a:defRPr sz="1400"/>
            </a:lvl2pPr>
            <a:lvl3pPr marL="473111" indent="0">
              <a:buNone/>
              <a:defRPr sz="1200"/>
            </a:lvl3pPr>
            <a:lvl4pPr marL="709666" indent="0">
              <a:buNone/>
              <a:defRPr sz="1000"/>
            </a:lvl4pPr>
            <a:lvl5pPr marL="946221" indent="0">
              <a:buNone/>
              <a:defRPr sz="1000"/>
            </a:lvl5pPr>
            <a:lvl6pPr marL="1182776" indent="0">
              <a:buNone/>
              <a:defRPr sz="1000"/>
            </a:lvl6pPr>
            <a:lvl7pPr marL="1419332" indent="0">
              <a:buNone/>
              <a:defRPr sz="1000"/>
            </a:lvl7pPr>
            <a:lvl8pPr marL="1655887" indent="0">
              <a:buNone/>
              <a:defRPr sz="1000"/>
            </a:lvl8pPr>
            <a:lvl9pPr marL="1892442" indent="0">
              <a:buNone/>
              <a:defRPr sz="1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58570" y="2253785"/>
            <a:ext cx="3240405" cy="337968"/>
          </a:xfrm>
        </p:spPr>
        <p:txBody>
          <a:bodyPr/>
          <a:lstStyle>
            <a:lvl1pPr marL="0" indent="0">
              <a:buNone/>
              <a:defRPr sz="700"/>
            </a:lvl1pPr>
            <a:lvl2pPr marL="236555" indent="0">
              <a:buNone/>
              <a:defRPr sz="600"/>
            </a:lvl2pPr>
            <a:lvl3pPr marL="473111" indent="0">
              <a:buNone/>
              <a:defRPr sz="500"/>
            </a:lvl3pPr>
            <a:lvl4pPr marL="709666" indent="0">
              <a:buNone/>
              <a:defRPr sz="500"/>
            </a:lvl4pPr>
            <a:lvl5pPr marL="946221" indent="0">
              <a:buNone/>
              <a:defRPr sz="500"/>
            </a:lvl5pPr>
            <a:lvl6pPr marL="1182776" indent="0">
              <a:buNone/>
              <a:defRPr sz="500"/>
            </a:lvl6pPr>
            <a:lvl7pPr marL="1419332" indent="0">
              <a:buNone/>
              <a:defRPr sz="500"/>
            </a:lvl7pPr>
            <a:lvl8pPr marL="1655887" indent="0">
              <a:buNone/>
              <a:defRPr sz="500"/>
            </a:lvl8pPr>
            <a:lvl9pPr marL="189244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09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30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13102" y="48662"/>
            <a:ext cx="717277" cy="10312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9395" y="48662"/>
            <a:ext cx="2063696" cy="103123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549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70034" y="115323"/>
            <a:ext cx="4860608" cy="479954"/>
          </a:xfrm>
          <a:prstGeom prst="rect">
            <a:avLst/>
          </a:prstGeom>
        </p:spPr>
        <p:txBody>
          <a:bodyPr vert="horz" lIns="47311" tIns="23656" rIns="47311" bIns="2365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671936"/>
            <a:ext cx="4860608" cy="1900485"/>
          </a:xfrm>
          <a:prstGeom prst="rect">
            <a:avLst/>
          </a:prstGeom>
        </p:spPr>
        <p:txBody>
          <a:bodyPr vert="horz" lIns="47311" tIns="23656" rIns="47311" bIns="2365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70034" y="2669079"/>
            <a:ext cx="1260158" cy="153319"/>
          </a:xfrm>
          <a:prstGeom prst="rect">
            <a:avLst/>
          </a:prstGeom>
        </p:spPr>
        <p:txBody>
          <a:bodyPr vert="horz" lIns="47311" tIns="23656" rIns="47311" bIns="23656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19E70-2CAF-4E08-B0EE-38AF2D9070D7}" type="datetimeFigureOut">
              <a:rPr lang="fr-FR" smtClean="0"/>
              <a:t>09/06/2017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845231" y="2669079"/>
            <a:ext cx="1710214" cy="153319"/>
          </a:xfrm>
          <a:prstGeom prst="rect">
            <a:avLst/>
          </a:prstGeom>
        </p:spPr>
        <p:txBody>
          <a:bodyPr vert="horz" lIns="47311" tIns="23656" rIns="47311" bIns="23656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870484" y="2669079"/>
            <a:ext cx="1260158" cy="153319"/>
          </a:xfrm>
          <a:prstGeom prst="rect">
            <a:avLst/>
          </a:prstGeom>
        </p:spPr>
        <p:txBody>
          <a:bodyPr vert="horz" lIns="47311" tIns="23656" rIns="47311" bIns="23656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D28D3-14DE-4894-97C0-EB3C810EA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64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73111" rtl="0" eaLnBrk="1" latinLnBrk="0" hangingPunct="1">
        <a:spcBef>
          <a:spcPct val="0"/>
        </a:spcBef>
        <a:buNone/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416" indent="-177416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84402" indent="-147847" algn="l" defTabSz="473111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91388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27943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64499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301054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37609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74165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10720" indent="-118278" algn="l" defTabSz="473111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36555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73111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09666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46221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82776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19332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55887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92442" algn="l" defTabSz="473111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AF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" y="-298"/>
            <a:ext cx="5400000" cy="28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6731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2017-06-09T12:34:25Z</dcterms:created>
  <dcterms:modified xsi:type="dcterms:W3CDTF">2017-06-09T12:41:01Z</dcterms:modified>
</cp:coreProperties>
</file>