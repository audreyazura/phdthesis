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92613" cy="3600450"/>
  <p:notesSz cx="6858000" cy="9144000"/>
  <p:defaultTextStyle>
    <a:defPPr>
      <a:defRPr lang="fr-FR"/>
    </a:defPPr>
    <a:lvl1pPr marL="0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39584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79168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718753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58337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97921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437505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77090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916674" algn="l" defTabSz="47916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6" d="100"/>
          <a:sy n="166" d="100"/>
        </p:scale>
        <p:origin x="-1500" y="-90"/>
      </p:cViewPr>
      <p:guideLst>
        <p:guide orient="horz" pos="1134"/>
        <p:guide pos="13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9451" y="1118475"/>
            <a:ext cx="3733721" cy="77176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58892" y="2040261"/>
            <a:ext cx="3074830" cy="9201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39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79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1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58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979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37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77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16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662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95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6991" y="2313625"/>
            <a:ext cx="3733721" cy="715090"/>
          </a:xfrm>
        </p:spPr>
        <p:txBody>
          <a:bodyPr anchor="t"/>
          <a:lstStyle>
            <a:lvl1pPr algn="l">
              <a:defRPr sz="2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6991" y="1526029"/>
            <a:ext cx="3733721" cy="787598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3958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791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718753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58337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97921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437505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7709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916674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22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19635" y="840108"/>
            <a:ext cx="1940071" cy="2376132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232916" y="840108"/>
            <a:ext cx="1940071" cy="2376132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3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19642" y="805937"/>
            <a:ext cx="1940833" cy="335875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39584" indent="0">
              <a:buNone/>
              <a:defRPr sz="1000" b="1"/>
            </a:lvl2pPr>
            <a:lvl3pPr marL="479168" indent="0">
              <a:buNone/>
              <a:defRPr sz="900" b="1"/>
            </a:lvl3pPr>
            <a:lvl4pPr marL="718753" indent="0">
              <a:buNone/>
              <a:defRPr sz="800" b="1"/>
            </a:lvl4pPr>
            <a:lvl5pPr marL="958337" indent="0">
              <a:buNone/>
              <a:defRPr sz="800" b="1"/>
            </a:lvl5pPr>
            <a:lvl6pPr marL="1197921" indent="0">
              <a:buNone/>
              <a:defRPr sz="800" b="1"/>
            </a:lvl6pPr>
            <a:lvl7pPr marL="1437505" indent="0">
              <a:buNone/>
              <a:defRPr sz="800" b="1"/>
            </a:lvl7pPr>
            <a:lvl8pPr marL="1677090" indent="0">
              <a:buNone/>
              <a:defRPr sz="800" b="1"/>
            </a:lvl8pPr>
            <a:lvl9pPr marL="1916674" indent="0">
              <a:buNone/>
              <a:defRPr sz="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19642" y="1141813"/>
            <a:ext cx="1940833" cy="2074428"/>
          </a:xfrm>
        </p:spPr>
        <p:txBody>
          <a:bodyPr/>
          <a:lstStyle>
            <a:lvl1pPr>
              <a:defRPr sz="13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231391" y="805937"/>
            <a:ext cx="1941598" cy="335875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39584" indent="0">
              <a:buNone/>
              <a:defRPr sz="1000" b="1"/>
            </a:lvl2pPr>
            <a:lvl3pPr marL="479168" indent="0">
              <a:buNone/>
              <a:defRPr sz="900" b="1"/>
            </a:lvl3pPr>
            <a:lvl4pPr marL="718753" indent="0">
              <a:buNone/>
              <a:defRPr sz="800" b="1"/>
            </a:lvl4pPr>
            <a:lvl5pPr marL="958337" indent="0">
              <a:buNone/>
              <a:defRPr sz="800" b="1"/>
            </a:lvl5pPr>
            <a:lvl6pPr marL="1197921" indent="0">
              <a:buNone/>
              <a:defRPr sz="800" b="1"/>
            </a:lvl6pPr>
            <a:lvl7pPr marL="1437505" indent="0">
              <a:buNone/>
              <a:defRPr sz="800" b="1"/>
            </a:lvl7pPr>
            <a:lvl8pPr marL="1677090" indent="0">
              <a:buNone/>
              <a:defRPr sz="800" b="1"/>
            </a:lvl8pPr>
            <a:lvl9pPr marL="1916674" indent="0">
              <a:buNone/>
              <a:defRPr sz="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231391" y="1141813"/>
            <a:ext cx="1941598" cy="2074428"/>
          </a:xfrm>
        </p:spPr>
        <p:txBody>
          <a:bodyPr/>
          <a:lstStyle>
            <a:lvl1pPr>
              <a:defRPr sz="13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45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529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76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9636" y="143354"/>
            <a:ext cx="1445140" cy="61007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17400" y="143354"/>
            <a:ext cx="2455593" cy="3072884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9636" y="753430"/>
            <a:ext cx="1445140" cy="2462808"/>
          </a:xfrm>
        </p:spPr>
        <p:txBody>
          <a:bodyPr/>
          <a:lstStyle>
            <a:lvl1pPr marL="0" indent="0">
              <a:buNone/>
              <a:defRPr sz="700"/>
            </a:lvl1pPr>
            <a:lvl2pPr marL="239584" indent="0">
              <a:buNone/>
              <a:defRPr sz="700"/>
            </a:lvl2pPr>
            <a:lvl3pPr marL="479168" indent="0">
              <a:buNone/>
              <a:defRPr sz="600"/>
            </a:lvl3pPr>
            <a:lvl4pPr marL="718753" indent="0">
              <a:buNone/>
              <a:defRPr sz="500"/>
            </a:lvl4pPr>
            <a:lvl5pPr marL="958337" indent="0">
              <a:buNone/>
              <a:defRPr sz="500"/>
            </a:lvl5pPr>
            <a:lvl6pPr marL="1197921" indent="0">
              <a:buNone/>
              <a:defRPr sz="500"/>
            </a:lvl6pPr>
            <a:lvl7pPr marL="1437505" indent="0">
              <a:buNone/>
              <a:defRPr sz="500"/>
            </a:lvl7pPr>
            <a:lvl8pPr marL="1677090" indent="0">
              <a:buNone/>
              <a:defRPr sz="500"/>
            </a:lvl8pPr>
            <a:lvl9pPr marL="1916674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031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60983" y="2520319"/>
            <a:ext cx="2635568" cy="297538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860983" y="321710"/>
            <a:ext cx="2635568" cy="2160270"/>
          </a:xfrm>
        </p:spPr>
        <p:txBody>
          <a:bodyPr/>
          <a:lstStyle>
            <a:lvl1pPr marL="0" indent="0">
              <a:buNone/>
              <a:defRPr sz="1700"/>
            </a:lvl1pPr>
            <a:lvl2pPr marL="239584" indent="0">
              <a:buNone/>
              <a:defRPr sz="1500"/>
            </a:lvl2pPr>
            <a:lvl3pPr marL="479168" indent="0">
              <a:buNone/>
              <a:defRPr sz="1300"/>
            </a:lvl3pPr>
            <a:lvl4pPr marL="718753" indent="0">
              <a:buNone/>
              <a:defRPr sz="1000"/>
            </a:lvl4pPr>
            <a:lvl5pPr marL="958337" indent="0">
              <a:buNone/>
              <a:defRPr sz="1000"/>
            </a:lvl5pPr>
            <a:lvl6pPr marL="1197921" indent="0">
              <a:buNone/>
              <a:defRPr sz="1000"/>
            </a:lvl6pPr>
            <a:lvl7pPr marL="1437505" indent="0">
              <a:buNone/>
              <a:defRPr sz="1000"/>
            </a:lvl7pPr>
            <a:lvl8pPr marL="1677090" indent="0">
              <a:buNone/>
              <a:defRPr sz="1000"/>
            </a:lvl8pPr>
            <a:lvl9pPr marL="1916674" indent="0">
              <a:buNone/>
              <a:defRPr sz="1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60983" y="2817855"/>
            <a:ext cx="2635568" cy="422552"/>
          </a:xfrm>
        </p:spPr>
        <p:txBody>
          <a:bodyPr/>
          <a:lstStyle>
            <a:lvl1pPr marL="0" indent="0">
              <a:buNone/>
              <a:defRPr sz="700"/>
            </a:lvl1pPr>
            <a:lvl2pPr marL="239584" indent="0">
              <a:buNone/>
              <a:defRPr sz="700"/>
            </a:lvl2pPr>
            <a:lvl3pPr marL="479168" indent="0">
              <a:buNone/>
              <a:defRPr sz="600"/>
            </a:lvl3pPr>
            <a:lvl4pPr marL="718753" indent="0">
              <a:buNone/>
              <a:defRPr sz="500"/>
            </a:lvl4pPr>
            <a:lvl5pPr marL="958337" indent="0">
              <a:buNone/>
              <a:defRPr sz="500"/>
            </a:lvl5pPr>
            <a:lvl6pPr marL="1197921" indent="0">
              <a:buNone/>
              <a:defRPr sz="500"/>
            </a:lvl6pPr>
            <a:lvl7pPr marL="1437505" indent="0">
              <a:buNone/>
              <a:defRPr sz="500"/>
            </a:lvl7pPr>
            <a:lvl8pPr marL="1677090" indent="0">
              <a:buNone/>
              <a:defRPr sz="500"/>
            </a:lvl8pPr>
            <a:lvl9pPr marL="1916674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3036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498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184648" y="144190"/>
            <a:ext cx="988339" cy="307204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19643" y="144190"/>
            <a:ext cx="2891803" cy="307204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4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19631" y="144186"/>
            <a:ext cx="3953352" cy="600076"/>
          </a:xfrm>
          <a:prstGeom prst="rect">
            <a:avLst/>
          </a:prstGeom>
        </p:spPr>
        <p:txBody>
          <a:bodyPr vert="horz" lIns="47917" tIns="23959" rIns="47917" bIns="23959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19631" y="840108"/>
            <a:ext cx="3953352" cy="2376132"/>
          </a:xfrm>
          <a:prstGeom prst="rect">
            <a:avLst/>
          </a:prstGeom>
        </p:spPr>
        <p:txBody>
          <a:bodyPr vert="horz" lIns="47917" tIns="23959" rIns="47917" bIns="23959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19637" y="3337087"/>
            <a:ext cx="1024944" cy="191689"/>
          </a:xfrm>
          <a:prstGeom prst="rect">
            <a:avLst/>
          </a:prstGeom>
        </p:spPr>
        <p:txBody>
          <a:bodyPr vert="horz" lIns="47917" tIns="23959" rIns="47917" bIns="23959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5FA07-FE11-48AD-AB24-E261AC47F041}" type="datetimeFigureOut">
              <a:rPr lang="fr-FR" smtClean="0"/>
              <a:t>09/10/2017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500816" y="3337087"/>
            <a:ext cx="1390994" cy="191689"/>
          </a:xfrm>
          <a:prstGeom prst="rect">
            <a:avLst/>
          </a:prstGeom>
        </p:spPr>
        <p:txBody>
          <a:bodyPr vert="horz" lIns="47917" tIns="23959" rIns="47917" bIns="23959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148046" y="3337087"/>
            <a:ext cx="1024944" cy="191689"/>
          </a:xfrm>
          <a:prstGeom prst="rect">
            <a:avLst/>
          </a:prstGeom>
        </p:spPr>
        <p:txBody>
          <a:bodyPr vert="horz" lIns="47917" tIns="23959" rIns="47917" bIns="23959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6D83F-4CF6-4E85-BF20-4AAE1AE5D4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99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79168" rtl="0" eaLnBrk="1" latinLnBrk="0" hangingPunct="1">
        <a:spcBef>
          <a:spcPct val="0"/>
        </a:spcBef>
        <a:buNone/>
        <a:defRPr sz="2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688" indent="-179688" algn="l" defTabSz="4791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89324" indent="-149740" algn="l" defTabSz="479168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98961" indent="-119793" algn="l" defTabSz="4791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38545" indent="-119793" algn="l" defTabSz="479168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78130" indent="-119793" algn="l" defTabSz="479168" rtl="0" eaLnBrk="1" latinLnBrk="0" hangingPunct="1">
        <a:spcBef>
          <a:spcPct val="20000"/>
        </a:spcBef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317714" indent="-119793" algn="l" defTabSz="4791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57298" indent="-119793" algn="l" defTabSz="4791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96882" indent="-119793" algn="l" defTabSz="4791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36466" indent="-119793" algn="l" defTabSz="4791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39584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79168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18753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58337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97921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37505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77090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16674" algn="l" defTabSz="479168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Connecteur droit 211"/>
          <p:cNvCxnSpPr/>
          <p:nvPr/>
        </p:nvCxnSpPr>
        <p:spPr>
          <a:xfrm>
            <a:off x="190052" y="3102497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1270172" y="3102833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Connecteur droit 213"/>
          <p:cNvCxnSpPr/>
          <p:nvPr/>
        </p:nvCxnSpPr>
        <p:spPr>
          <a:xfrm>
            <a:off x="1642813" y="3102833"/>
            <a:ext cx="79208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Connecteur droit 214"/>
          <p:cNvCxnSpPr/>
          <p:nvPr/>
        </p:nvCxnSpPr>
        <p:spPr>
          <a:xfrm>
            <a:off x="2425862" y="3102497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Connecteur droit 215"/>
          <p:cNvCxnSpPr/>
          <p:nvPr/>
        </p:nvCxnSpPr>
        <p:spPr>
          <a:xfrm>
            <a:off x="3502420" y="3102497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Connecteur droit 216"/>
          <p:cNvCxnSpPr/>
          <p:nvPr/>
        </p:nvCxnSpPr>
        <p:spPr>
          <a:xfrm>
            <a:off x="3502420" y="3403813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>
            <a:off x="3502420" y="3527297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Connecteur droit 218"/>
          <p:cNvCxnSpPr/>
          <p:nvPr/>
        </p:nvCxnSpPr>
        <p:spPr>
          <a:xfrm>
            <a:off x="2782340" y="3102833"/>
            <a:ext cx="7200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>
            <a:off x="2782340" y="3102833"/>
            <a:ext cx="720080" cy="30098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Connecteur droit 220"/>
          <p:cNvCxnSpPr/>
          <p:nvPr/>
        </p:nvCxnSpPr>
        <p:spPr>
          <a:xfrm>
            <a:off x="2782340" y="3102833"/>
            <a:ext cx="727920" cy="42446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2" name="ZoneTexte 221"/>
          <p:cNvSpPr txBox="1"/>
          <p:nvPr/>
        </p:nvSpPr>
        <p:spPr>
          <a:xfrm>
            <a:off x="-18817" y="-35967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 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ZoneTexte 222"/>
          <p:cNvSpPr txBox="1"/>
          <p:nvPr/>
        </p:nvSpPr>
        <p:spPr>
          <a:xfrm>
            <a:off x="912713" y="-35967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Crystal </a:t>
            </a:r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endParaRPr lang="fr-FR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ZoneTexte 223"/>
          <p:cNvSpPr txBox="1"/>
          <p:nvPr/>
        </p:nvSpPr>
        <p:spPr>
          <a:xfrm>
            <a:off x="2028648" y="-35967"/>
            <a:ext cx="1192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Biaxial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strain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(D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ZoneTexte 224"/>
          <p:cNvSpPr txBox="1"/>
          <p:nvPr/>
        </p:nvSpPr>
        <p:spPr>
          <a:xfrm>
            <a:off x="3243620" y="-35967"/>
            <a:ext cx="950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Spin-</a:t>
            </a:r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Orbit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213883" y="2795056"/>
            <a:ext cx="3433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400" dirty="0"/>
          </a:p>
        </p:txBody>
      </p:sp>
      <p:sp>
        <p:nvSpPr>
          <p:cNvPr id="227" name="Rectangle 226"/>
          <p:cNvSpPr/>
          <p:nvPr/>
        </p:nvSpPr>
        <p:spPr>
          <a:xfrm>
            <a:off x="1273734" y="2784356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aseline="-25000" dirty="0"/>
          </a:p>
        </p:txBody>
      </p:sp>
      <p:cxnSp>
        <p:nvCxnSpPr>
          <p:cNvPr id="228" name="Connecteur droit 227"/>
          <p:cNvCxnSpPr/>
          <p:nvPr/>
        </p:nvCxnSpPr>
        <p:spPr>
          <a:xfrm>
            <a:off x="478084" y="3102833"/>
            <a:ext cx="79208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Connecteur droit 228"/>
          <p:cNvCxnSpPr/>
          <p:nvPr/>
        </p:nvCxnSpPr>
        <p:spPr>
          <a:xfrm>
            <a:off x="197892" y="897966"/>
            <a:ext cx="33620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0" name="Rectangle 229"/>
          <p:cNvSpPr/>
          <p:nvPr/>
        </p:nvSpPr>
        <p:spPr>
          <a:xfrm>
            <a:off x="179086" y="594544"/>
            <a:ext cx="3738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400" dirty="0"/>
          </a:p>
        </p:txBody>
      </p:sp>
      <p:cxnSp>
        <p:nvCxnSpPr>
          <p:cNvPr id="231" name="Connecteur droit 230"/>
          <p:cNvCxnSpPr/>
          <p:nvPr/>
        </p:nvCxnSpPr>
        <p:spPr>
          <a:xfrm>
            <a:off x="1270172" y="1363697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Connecteur droit 231"/>
          <p:cNvCxnSpPr/>
          <p:nvPr/>
        </p:nvCxnSpPr>
        <p:spPr>
          <a:xfrm>
            <a:off x="550092" y="897965"/>
            <a:ext cx="741208" cy="47667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Rectangle 232"/>
          <p:cNvSpPr/>
          <p:nvPr/>
        </p:nvSpPr>
        <p:spPr>
          <a:xfrm>
            <a:off x="1637367" y="1210880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aseline="-25000" dirty="0"/>
          </a:p>
        </p:txBody>
      </p:sp>
      <p:cxnSp>
        <p:nvCxnSpPr>
          <p:cNvPr id="234" name="Connecteur droit avec flèche 233"/>
          <p:cNvCxnSpPr/>
          <p:nvPr/>
        </p:nvCxnSpPr>
        <p:spPr>
          <a:xfrm>
            <a:off x="1441062" y="1518657"/>
            <a:ext cx="0" cy="1201015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7"/>
          <p:cNvSpPr txBox="1">
            <a:spLocks noChangeArrowheads="1"/>
          </p:cNvSpPr>
          <p:nvPr/>
        </p:nvSpPr>
        <p:spPr bwMode="auto">
          <a:xfrm>
            <a:off x="1422285" y="1989607"/>
            <a:ext cx="10020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1400" dirty="0" smtClean="0">
                <a:latin typeface="Times New Roman" pitchFamily="18" charset="0"/>
                <a:ea typeface="宋体" pitchFamily="2" charset="-122"/>
                <a:sym typeface="Symbol" pitchFamily="18" charset="2"/>
              </a:rPr>
              <a:t>~2,2 eV</a:t>
            </a:r>
            <a:endParaRPr lang="en-US" altLang="zh-CN" sz="1400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6" name="ZoneTexte 235"/>
          <p:cNvSpPr txBox="1"/>
          <p:nvPr/>
        </p:nvSpPr>
        <p:spPr>
          <a:xfrm rot="10800000" flipV="1">
            <a:off x="2379364" y="68400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(…)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7" name="Connecteur droit 236"/>
          <p:cNvCxnSpPr/>
          <p:nvPr/>
        </p:nvCxnSpPr>
        <p:spPr>
          <a:xfrm>
            <a:off x="1261042" y="1086609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1261042" y="870585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Connecteur droit 238"/>
          <p:cNvCxnSpPr/>
          <p:nvPr/>
        </p:nvCxnSpPr>
        <p:spPr>
          <a:xfrm>
            <a:off x="1261042" y="937583"/>
            <a:ext cx="3600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0" name="Rectangle 239"/>
          <p:cNvSpPr/>
          <p:nvPr/>
        </p:nvSpPr>
        <p:spPr>
          <a:xfrm>
            <a:off x="1649804" y="973739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aseline="-25000" dirty="0"/>
          </a:p>
        </p:txBody>
      </p:sp>
      <p:sp>
        <p:nvSpPr>
          <p:cNvPr id="241" name="Rectangle 240"/>
          <p:cNvSpPr/>
          <p:nvPr/>
        </p:nvSpPr>
        <p:spPr>
          <a:xfrm>
            <a:off x="1630212" y="704010"/>
            <a:ext cx="6623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400" baseline="30000" dirty="0"/>
          </a:p>
        </p:txBody>
      </p:sp>
      <p:cxnSp>
        <p:nvCxnSpPr>
          <p:cNvPr id="242" name="Connecteur droit 241"/>
          <p:cNvCxnSpPr/>
          <p:nvPr/>
        </p:nvCxnSpPr>
        <p:spPr>
          <a:xfrm>
            <a:off x="540962" y="897965"/>
            <a:ext cx="732772" cy="18864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Connecteur droit 242"/>
          <p:cNvCxnSpPr/>
          <p:nvPr/>
        </p:nvCxnSpPr>
        <p:spPr>
          <a:xfrm>
            <a:off x="528964" y="894616"/>
            <a:ext cx="741208" cy="4296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Connecteur droit 243"/>
          <p:cNvCxnSpPr/>
          <p:nvPr/>
        </p:nvCxnSpPr>
        <p:spPr>
          <a:xfrm flipV="1">
            <a:off x="540962" y="870585"/>
            <a:ext cx="750338" cy="2403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5" name="ZoneTexte 244"/>
          <p:cNvSpPr txBox="1"/>
          <p:nvPr/>
        </p:nvSpPr>
        <p:spPr>
          <a:xfrm rot="10800000" flipV="1">
            <a:off x="2379364" y="95458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(…)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ZoneTexte 245"/>
          <p:cNvSpPr txBox="1"/>
          <p:nvPr/>
        </p:nvSpPr>
        <p:spPr>
          <a:xfrm rot="10800000" flipV="1">
            <a:off x="2379364" y="122287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(…)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7" name="Connecteur droit avec flèche 246"/>
          <p:cNvCxnSpPr/>
          <p:nvPr/>
        </p:nvCxnSpPr>
        <p:spPr>
          <a:xfrm>
            <a:off x="3942308" y="3403813"/>
            <a:ext cx="0" cy="143059"/>
          </a:xfrm>
          <a:prstGeom prst="straightConnector1">
            <a:avLst/>
          </a:prstGeom>
          <a:ln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avec flèche 247"/>
          <p:cNvCxnSpPr/>
          <p:nvPr/>
        </p:nvCxnSpPr>
        <p:spPr>
          <a:xfrm>
            <a:off x="3942308" y="3092133"/>
            <a:ext cx="0" cy="310723"/>
          </a:xfrm>
          <a:prstGeom prst="straightConnector1">
            <a:avLst/>
          </a:prstGeom>
          <a:ln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7"/>
          <p:cNvSpPr txBox="1">
            <a:spLocks noChangeArrowheads="1"/>
          </p:cNvSpPr>
          <p:nvPr/>
        </p:nvSpPr>
        <p:spPr bwMode="auto">
          <a:xfrm>
            <a:off x="3948376" y="3324199"/>
            <a:ext cx="4979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1400" dirty="0" smtClean="0">
                <a:latin typeface="Times New Roman" pitchFamily="18" charset="0"/>
                <a:ea typeface="宋体" pitchFamily="2" charset="-122"/>
                <a:sym typeface="Symbol" pitchFamily="18" charset="2"/>
              </a:rPr>
              <a:t>2</a:t>
            </a:r>
            <a:r>
              <a:rPr lang="en-US" altLang="zh-CN" sz="1600" dirty="0" smtClean="0">
                <a:latin typeface="Monotype Corsiva" panose="03010101010201010101" pitchFamily="66" charset="0"/>
                <a:ea typeface="宋体" pitchFamily="2" charset="-122"/>
                <a:sym typeface="Symbol" pitchFamily="18" charset="2"/>
              </a:rPr>
              <a:t>D</a:t>
            </a:r>
            <a:r>
              <a:rPr lang="en-US" altLang="zh-CN" sz="1400" baseline="-25000" dirty="0" smtClean="0">
                <a:latin typeface="Times New Roman" pitchFamily="18" charset="0"/>
                <a:ea typeface="宋体" pitchFamily="2" charset="-122"/>
                <a:sym typeface="Symbol" pitchFamily="18" charset="2"/>
              </a:rPr>
              <a:t>0</a:t>
            </a:r>
            <a:endParaRPr lang="en-US" altLang="zh-CN" sz="1400" baseline="-25000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0" name="TextBox 7"/>
          <p:cNvSpPr txBox="1">
            <a:spLocks noChangeArrowheads="1"/>
          </p:cNvSpPr>
          <p:nvPr/>
        </p:nvSpPr>
        <p:spPr bwMode="auto">
          <a:xfrm>
            <a:off x="3948376" y="3096000"/>
            <a:ext cx="4979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1400" dirty="0">
                <a:latin typeface="Times New Roman" pitchFamily="18" charset="0"/>
                <a:ea typeface="宋体" pitchFamily="2" charset="-122"/>
                <a:sym typeface="Symbol" pitchFamily="18" charset="2"/>
              </a:rPr>
              <a:t>6</a:t>
            </a:r>
            <a:r>
              <a:rPr lang="en-US" altLang="zh-CN" sz="1600" dirty="0" smtClean="0">
                <a:latin typeface="Monotype Corsiva" panose="03010101010201010101" pitchFamily="66" charset="0"/>
                <a:ea typeface="宋体" pitchFamily="2" charset="-122"/>
                <a:sym typeface="Symbol" pitchFamily="18" charset="2"/>
              </a:rPr>
              <a:t>D</a:t>
            </a:r>
            <a:r>
              <a:rPr lang="en-US" altLang="zh-CN" sz="1400" baseline="-25000" dirty="0" smtClean="0">
                <a:latin typeface="Times New Roman" pitchFamily="18" charset="0"/>
                <a:ea typeface="宋体" pitchFamily="2" charset="-122"/>
                <a:sym typeface="Symbol" pitchFamily="18" charset="2"/>
              </a:rPr>
              <a:t>0</a:t>
            </a:r>
            <a:endParaRPr lang="en-US" altLang="zh-CN" sz="1400" baseline="-25000" dirty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84281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>
        <a:spAutoFit/>
      </a:bodyPr>
      <a:lstStyle>
        <a:defPPr>
          <a:defRPr sz="1400" baseline="30000" dirty="0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31</Words>
  <Application>Microsoft Office PowerPoint</Application>
  <PresentationFormat>Personnalisé</PresentationFormat>
  <Paragraphs>18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12</cp:revision>
  <dcterms:created xsi:type="dcterms:W3CDTF">2017-06-15T10:59:57Z</dcterms:created>
  <dcterms:modified xsi:type="dcterms:W3CDTF">2017-10-09T15:48:58Z</dcterms:modified>
</cp:coreProperties>
</file>