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4140200" cy="4789488"/>
  <p:notesSz cx="6858000" cy="9144000"/>
  <p:defaultTextStyle>
    <a:defPPr>
      <a:defRPr lang="fr-FR"/>
    </a:defPPr>
    <a:lvl1pPr marL="0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239584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479168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718753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958337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197921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1437505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1677090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1916674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50" d="100"/>
          <a:sy n="150" d="100"/>
        </p:scale>
        <p:origin x="-1854" y="-114"/>
      </p:cViewPr>
      <p:guideLst>
        <p:guide orient="horz" pos="1509"/>
        <p:guide pos="130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10516" y="1487849"/>
            <a:ext cx="3519170" cy="1026634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621030" y="2714047"/>
            <a:ext cx="2898140" cy="122397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395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791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187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9583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1979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4375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6770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9166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17/07/2017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5662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17/07/2017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7951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7048" y="3077693"/>
            <a:ext cx="3519170" cy="951246"/>
          </a:xfrm>
        </p:spPr>
        <p:txBody>
          <a:bodyPr anchor="t"/>
          <a:lstStyle>
            <a:lvl1pPr algn="l">
              <a:defRPr sz="21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27048" y="2029993"/>
            <a:ext cx="3519170" cy="1047699"/>
          </a:xfrm>
        </p:spPr>
        <p:txBody>
          <a:bodyPr anchor="b"/>
          <a:lstStyle>
            <a:lvl1pPr marL="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  <a:lvl2pPr marL="239584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2pPr>
            <a:lvl3pPr marL="47916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3pPr>
            <a:lvl4pPr marL="718753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4pPr>
            <a:lvl5pPr marL="958337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5pPr>
            <a:lvl6pPr marL="1197921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6pPr>
            <a:lvl7pPr marL="1437505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7pPr>
            <a:lvl8pPr marL="1677090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8pPr>
            <a:lvl9pPr marL="1916674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17/07/2017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9222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07011" y="1117550"/>
            <a:ext cx="1828588" cy="3160842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104603" y="1117550"/>
            <a:ext cx="1828588" cy="3160842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17/07/2017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53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07016" y="1072094"/>
            <a:ext cx="1829307" cy="446798"/>
          </a:xfrm>
        </p:spPr>
        <p:txBody>
          <a:bodyPr anchor="b"/>
          <a:lstStyle>
            <a:lvl1pPr marL="0" indent="0">
              <a:buNone/>
              <a:defRPr sz="1300" b="1"/>
            </a:lvl1pPr>
            <a:lvl2pPr marL="239584" indent="0">
              <a:buNone/>
              <a:defRPr sz="1000" b="1"/>
            </a:lvl2pPr>
            <a:lvl3pPr marL="479168" indent="0">
              <a:buNone/>
              <a:defRPr sz="900" b="1"/>
            </a:lvl3pPr>
            <a:lvl4pPr marL="718753" indent="0">
              <a:buNone/>
              <a:defRPr sz="800" b="1"/>
            </a:lvl4pPr>
            <a:lvl5pPr marL="958337" indent="0">
              <a:buNone/>
              <a:defRPr sz="800" b="1"/>
            </a:lvl5pPr>
            <a:lvl6pPr marL="1197921" indent="0">
              <a:buNone/>
              <a:defRPr sz="800" b="1"/>
            </a:lvl6pPr>
            <a:lvl7pPr marL="1437505" indent="0">
              <a:buNone/>
              <a:defRPr sz="800" b="1"/>
            </a:lvl7pPr>
            <a:lvl8pPr marL="1677090" indent="0">
              <a:buNone/>
              <a:defRPr sz="800" b="1"/>
            </a:lvl8pPr>
            <a:lvl9pPr marL="1916674" indent="0">
              <a:buNone/>
              <a:defRPr sz="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07016" y="1518890"/>
            <a:ext cx="1829307" cy="2759501"/>
          </a:xfrm>
        </p:spPr>
        <p:txBody>
          <a:bodyPr/>
          <a:lstStyle>
            <a:lvl1pPr>
              <a:defRPr sz="130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103168" y="1072094"/>
            <a:ext cx="1830027" cy="446798"/>
          </a:xfrm>
        </p:spPr>
        <p:txBody>
          <a:bodyPr anchor="b"/>
          <a:lstStyle>
            <a:lvl1pPr marL="0" indent="0">
              <a:buNone/>
              <a:defRPr sz="1300" b="1"/>
            </a:lvl1pPr>
            <a:lvl2pPr marL="239584" indent="0">
              <a:buNone/>
              <a:defRPr sz="1000" b="1"/>
            </a:lvl2pPr>
            <a:lvl3pPr marL="479168" indent="0">
              <a:buNone/>
              <a:defRPr sz="900" b="1"/>
            </a:lvl3pPr>
            <a:lvl4pPr marL="718753" indent="0">
              <a:buNone/>
              <a:defRPr sz="800" b="1"/>
            </a:lvl4pPr>
            <a:lvl5pPr marL="958337" indent="0">
              <a:buNone/>
              <a:defRPr sz="800" b="1"/>
            </a:lvl5pPr>
            <a:lvl6pPr marL="1197921" indent="0">
              <a:buNone/>
              <a:defRPr sz="800" b="1"/>
            </a:lvl6pPr>
            <a:lvl7pPr marL="1437505" indent="0">
              <a:buNone/>
              <a:defRPr sz="800" b="1"/>
            </a:lvl7pPr>
            <a:lvl8pPr marL="1677090" indent="0">
              <a:buNone/>
              <a:defRPr sz="800" b="1"/>
            </a:lvl8pPr>
            <a:lvl9pPr marL="1916674" indent="0">
              <a:buNone/>
              <a:defRPr sz="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103168" y="1518890"/>
            <a:ext cx="1830027" cy="2759501"/>
          </a:xfrm>
        </p:spPr>
        <p:txBody>
          <a:bodyPr/>
          <a:lstStyle>
            <a:lvl1pPr>
              <a:defRPr sz="130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17/07/2017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4580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17/07/2017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8529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17/07/2017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1764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07015" y="190694"/>
            <a:ext cx="1362097" cy="811551"/>
          </a:xfrm>
        </p:spPr>
        <p:txBody>
          <a:bodyPr anchor="b"/>
          <a:lstStyle>
            <a:lvl1pPr algn="l">
              <a:defRPr sz="1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618709" y="190693"/>
            <a:ext cx="2314487" cy="4087695"/>
          </a:xfrm>
        </p:spPr>
        <p:txBody>
          <a:bodyPr/>
          <a:lstStyle>
            <a:lvl1pPr>
              <a:defRPr sz="1700"/>
            </a:lvl1pPr>
            <a:lvl2pPr>
              <a:defRPr sz="1500"/>
            </a:lvl2pPr>
            <a:lvl3pPr>
              <a:defRPr sz="13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07015" y="1002246"/>
            <a:ext cx="1362097" cy="3276143"/>
          </a:xfrm>
        </p:spPr>
        <p:txBody>
          <a:bodyPr/>
          <a:lstStyle>
            <a:lvl1pPr marL="0" indent="0">
              <a:buNone/>
              <a:defRPr sz="700"/>
            </a:lvl1pPr>
            <a:lvl2pPr marL="239584" indent="0">
              <a:buNone/>
              <a:defRPr sz="700"/>
            </a:lvl2pPr>
            <a:lvl3pPr marL="479168" indent="0">
              <a:buNone/>
              <a:defRPr sz="600"/>
            </a:lvl3pPr>
            <a:lvl4pPr marL="718753" indent="0">
              <a:buNone/>
              <a:defRPr sz="500"/>
            </a:lvl4pPr>
            <a:lvl5pPr marL="958337" indent="0">
              <a:buNone/>
              <a:defRPr sz="500"/>
            </a:lvl5pPr>
            <a:lvl6pPr marL="1197921" indent="0">
              <a:buNone/>
              <a:defRPr sz="500"/>
            </a:lvl6pPr>
            <a:lvl7pPr marL="1437505" indent="0">
              <a:buNone/>
              <a:defRPr sz="500"/>
            </a:lvl7pPr>
            <a:lvl8pPr marL="1677090" indent="0">
              <a:buNone/>
              <a:defRPr sz="500"/>
            </a:lvl8pPr>
            <a:lvl9pPr marL="1916674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17/07/2017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0315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11508" y="3352644"/>
            <a:ext cx="2484120" cy="395799"/>
          </a:xfrm>
        </p:spPr>
        <p:txBody>
          <a:bodyPr anchor="b"/>
          <a:lstStyle>
            <a:lvl1pPr algn="l">
              <a:defRPr sz="1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811508" y="427952"/>
            <a:ext cx="2484120" cy="2873693"/>
          </a:xfrm>
        </p:spPr>
        <p:txBody>
          <a:bodyPr/>
          <a:lstStyle>
            <a:lvl1pPr marL="0" indent="0">
              <a:buNone/>
              <a:defRPr sz="1700"/>
            </a:lvl1pPr>
            <a:lvl2pPr marL="239584" indent="0">
              <a:buNone/>
              <a:defRPr sz="1500"/>
            </a:lvl2pPr>
            <a:lvl3pPr marL="479168" indent="0">
              <a:buNone/>
              <a:defRPr sz="1300"/>
            </a:lvl3pPr>
            <a:lvl4pPr marL="718753" indent="0">
              <a:buNone/>
              <a:defRPr sz="1000"/>
            </a:lvl4pPr>
            <a:lvl5pPr marL="958337" indent="0">
              <a:buNone/>
              <a:defRPr sz="1000"/>
            </a:lvl5pPr>
            <a:lvl6pPr marL="1197921" indent="0">
              <a:buNone/>
              <a:defRPr sz="1000"/>
            </a:lvl6pPr>
            <a:lvl7pPr marL="1437505" indent="0">
              <a:buNone/>
              <a:defRPr sz="1000"/>
            </a:lvl7pPr>
            <a:lvl8pPr marL="1677090" indent="0">
              <a:buNone/>
              <a:defRPr sz="1000"/>
            </a:lvl8pPr>
            <a:lvl9pPr marL="1916674" indent="0">
              <a:buNone/>
              <a:defRPr sz="1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11508" y="3748443"/>
            <a:ext cx="2484120" cy="562098"/>
          </a:xfrm>
        </p:spPr>
        <p:txBody>
          <a:bodyPr/>
          <a:lstStyle>
            <a:lvl1pPr marL="0" indent="0">
              <a:buNone/>
              <a:defRPr sz="700"/>
            </a:lvl1pPr>
            <a:lvl2pPr marL="239584" indent="0">
              <a:buNone/>
              <a:defRPr sz="700"/>
            </a:lvl2pPr>
            <a:lvl3pPr marL="479168" indent="0">
              <a:buNone/>
              <a:defRPr sz="600"/>
            </a:lvl3pPr>
            <a:lvl4pPr marL="718753" indent="0">
              <a:buNone/>
              <a:defRPr sz="500"/>
            </a:lvl4pPr>
            <a:lvl5pPr marL="958337" indent="0">
              <a:buNone/>
              <a:defRPr sz="500"/>
            </a:lvl5pPr>
            <a:lvl6pPr marL="1197921" indent="0">
              <a:buNone/>
              <a:defRPr sz="500"/>
            </a:lvl6pPr>
            <a:lvl7pPr marL="1437505" indent="0">
              <a:buNone/>
              <a:defRPr sz="500"/>
            </a:lvl7pPr>
            <a:lvl8pPr marL="1677090" indent="0">
              <a:buNone/>
              <a:defRPr sz="500"/>
            </a:lvl8pPr>
            <a:lvl9pPr marL="1916674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17/07/2017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0366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17/07/2017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1498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3001645" y="191804"/>
            <a:ext cx="931546" cy="408658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07017" y="191804"/>
            <a:ext cx="2725631" cy="408658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17/07/2017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5494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07010" y="191803"/>
            <a:ext cx="3726180" cy="798250"/>
          </a:xfrm>
          <a:prstGeom prst="rect">
            <a:avLst/>
          </a:prstGeom>
        </p:spPr>
        <p:txBody>
          <a:bodyPr vert="horz" lIns="47917" tIns="23959" rIns="47917" bIns="23959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07010" y="1117550"/>
            <a:ext cx="3726180" cy="3160842"/>
          </a:xfrm>
          <a:prstGeom prst="rect">
            <a:avLst/>
          </a:prstGeom>
        </p:spPr>
        <p:txBody>
          <a:bodyPr vert="horz" lIns="47917" tIns="23959" rIns="47917" bIns="23959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07016" y="4439149"/>
            <a:ext cx="966047" cy="254994"/>
          </a:xfrm>
          <a:prstGeom prst="rect">
            <a:avLst/>
          </a:prstGeom>
        </p:spPr>
        <p:txBody>
          <a:bodyPr vert="horz" lIns="47917" tIns="23959" rIns="47917" bIns="23959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5FA07-FE11-48AD-AB24-E261AC47F041}" type="datetimeFigureOut">
              <a:rPr lang="fr-FR" smtClean="0"/>
              <a:t>17/07/2017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414574" y="4439149"/>
            <a:ext cx="1311063" cy="254994"/>
          </a:xfrm>
          <a:prstGeom prst="rect">
            <a:avLst/>
          </a:prstGeom>
        </p:spPr>
        <p:txBody>
          <a:bodyPr vert="horz" lIns="47917" tIns="23959" rIns="47917" bIns="23959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967149" y="4439149"/>
            <a:ext cx="966047" cy="254994"/>
          </a:xfrm>
          <a:prstGeom prst="rect">
            <a:avLst/>
          </a:prstGeom>
        </p:spPr>
        <p:txBody>
          <a:bodyPr vert="horz" lIns="47917" tIns="23959" rIns="47917" bIns="23959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0991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79168" rtl="0" eaLnBrk="1" latinLnBrk="0" hangingPunct="1">
        <a:spcBef>
          <a:spcPct val="0"/>
        </a:spcBef>
        <a:buNone/>
        <a:defRPr sz="2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688" indent="-179688" algn="l" defTabSz="4791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389324" indent="-149740" algn="l" defTabSz="479168" rtl="0" eaLnBrk="1" latinLnBrk="0" hangingPunct="1">
        <a:spcBef>
          <a:spcPct val="20000"/>
        </a:spcBef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598961" indent="-119793" algn="l" defTabSz="4791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838545" indent="-119793" algn="l" defTabSz="479168" rtl="0" eaLnBrk="1" latinLnBrk="0" hangingPunct="1">
        <a:spcBef>
          <a:spcPct val="20000"/>
        </a:spcBef>
        <a:buFont typeface="Arial" panose="020B0604020202020204" pitchFamily="34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078130" indent="-119793" algn="l" defTabSz="479168" rtl="0" eaLnBrk="1" latinLnBrk="0" hangingPunct="1">
        <a:spcBef>
          <a:spcPct val="20000"/>
        </a:spcBef>
        <a:buFont typeface="Arial" panose="020B0604020202020204" pitchFamily="34" charset="0"/>
        <a:buChar char="»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317714" indent="-119793" algn="l" defTabSz="4791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557298" indent="-119793" algn="l" defTabSz="4791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796882" indent="-119793" algn="l" defTabSz="4791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036466" indent="-119793" algn="l" defTabSz="4791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1pPr>
      <a:lvl2pPr marL="239584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2pPr>
      <a:lvl3pPr marL="479168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718753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958337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197921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437505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677090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916674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Connecteur droit 251"/>
          <p:cNvCxnSpPr/>
          <p:nvPr/>
        </p:nvCxnSpPr>
        <p:spPr>
          <a:xfrm>
            <a:off x="190052" y="4256092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3" name="Connecteur droit 252"/>
          <p:cNvCxnSpPr/>
          <p:nvPr/>
        </p:nvCxnSpPr>
        <p:spPr>
          <a:xfrm>
            <a:off x="1270172" y="4256428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4" name="Connecteur droit 253"/>
          <p:cNvCxnSpPr/>
          <p:nvPr/>
        </p:nvCxnSpPr>
        <p:spPr>
          <a:xfrm>
            <a:off x="1642813" y="4256428"/>
            <a:ext cx="792088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5" name="Connecteur droit 254"/>
          <p:cNvCxnSpPr/>
          <p:nvPr/>
        </p:nvCxnSpPr>
        <p:spPr>
          <a:xfrm>
            <a:off x="2425862" y="4256092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6" name="Connecteur droit 255"/>
          <p:cNvCxnSpPr/>
          <p:nvPr/>
        </p:nvCxnSpPr>
        <p:spPr>
          <a:xfrm>
            <a:off x="3502420" y="4256092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7" name="Connecteur droit 256"/>
          <p:cNvCxnSpPr/>
          <p:nvPr/>
        </p:nvCxnSpPr>
        <p:spPr>
          <a:xfrm>
            <a:off x="3502420" y="4557408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8" name="Connecteur droit 257"/>
          <p:cNvCxnSpPr/>
          <p:nvPr/>
        </p:nvCxnSpPr>
        <p:spPr>
          <a:xfrm>
            <a:off x="3502420" y="4680892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9" name="Connecteur droit 258"/>
          <p:cNvCxnSpPr/>
          <p:nvPr/>
        </p:nvCxnSpPr>
        <p:spPr>
          <a:xfrm>
            <a:off x="2782340" y="4256428"/>
            <a:ext cx="72008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0" name="Connecteur droit 259"/>
          <p:cNvCxnSpPr/>
          <p:nvPr/>
        </p:nvCxnSpPr>
        <p:spPr>
          <a:xfrm>
            <a:off x="2782340" y="4256428"/>
            <a:ext cx="720080" cy="30098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1" name="Connecteur droit 260"/>
          <p:cNvCxnSpPr/>
          <p:nvPr/>
        </p:nvCxnSpPr>
        <p:spPr>
          <a:xfrm>
            <a:off x="2782340" y="4256428"/>
            <a:ext cx="727920" cy="42446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2" name="ZoneTexte 261"/>
          <p:cNvSpPr txBox="1"/>
          <p:nvPr/>
        </p:nvSpPr>
        <p:spPr>
          <a:xfrm>
            <a:off x="-18817" y="-35967"/>
            <a:ext cx="777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Free 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3" name="ZoneTexte 262"/>
          <p:cNvSpPr txBox="1"/>
          <p:nvPr/>
        </p:nvSpPr>
        <p:spPr>
          <a:xfrm>
            <a:off x="912713" y="-35967"/>
            <a:ext cx="10775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Crystal </a:t>
            </a:r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field</a:t>
            </a:r>
            <a:endParaRPr lang="fr-FR" sz="1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fr-F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4" name="ZoneTexte 263"/>
          <p:cNvSpPr txBox="1"/>
          <p:nvPr/>
        </p:nvSpPr>
        <p:spPr>
          <a:xfrm>
            <a:off x="2028648" y="-35967"/>
            <a:ext cx="11929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Biaxial</a:t>
            </a:r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strain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(D</a:t>
            </a:r>
            <a:r>
              <a:rPr lang="fr-FR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2d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5" name="ZoneTexte 264"/>
          <p:cNvSpPr txBox="1"/>
          <p:nvPr/>
        </p:nvSpPr>
        <p:spPr>
          <a:xfrm>
            <a:off x="3243620" y="-35967"/>
            <a:ext cx="9509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Spin-</a:t>
            </a:r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Orbit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6" name="Rectangle 265"/>
          <p:cNvSpPr/>
          <p:nvPr/>
        </p:nvSpPr>
        <p:spPr>
          <a:xfrm>
            <a:off x="213883" y="3948651"/>
            <a:ext cx="34336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en-US" sz="1400" dirty="0"/>
          </a:p>
        </p:txBody>
      </p:sp>
      <p:sp>
        <p:nvSpPr>
          <p:cNvPr id="267" name="Rectangle 266"/>
          <p:cNvSpPr/>
          <p:nvPr/>
        </p:nvSpPr>
        <p:spPr>
          <a:xfrm>
            <a:off x="1273734" y="3937951"/>
            <a:ext cx="43313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fr-F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sz="1400" baseline="-25000" dirty="0"/>
          </a:p>
        </p:txBody>
      </p:sp>
      <p:cxnSp>
        <p:nvCxnSpPr>
          <p:cNvPr id="268" name="Connecteur droit 267"/>
          <p:cNvCxnSpPr/>
          <p:nvPr/>
        </p:nvCxnSpPr>
        <p:spPr>
          <a:xfrm>
            <a:off x="478084" y="4256428"/>
            <a:ext cx="792088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9" name="Connecteur droit 268"/>
          <p:cNvCxnSpPr/>
          <p:nvPr/>
        </p:nvCxnSpPr>
        <p:spPr>
          <a:xfrm>
            <a:off x="197892" y="2051561"/>
            <a:ext cx="3362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0" name="Rectangle 269"/>
          <p:cNvSpPr/>
          <p:nvPr/>
        </p:nvSpPr>
        <p:spPr>
          <a:xfrm>
            <a:off x="179086" y="1748139"/>
            <a:ext cx="37382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1400" dirty="0"/>
          </a:p>
        </p:txBody>
      </p:sp>
      <p:cxnSp>
        <p:nvCxnSpPr>
          <p:cNvPr id="271" name="Connecteur droit 270"/>
          <p:cNvCxnSpPr/>
          <p:nvPr/>
        </p:nvCxnSpPr>
        <p:spPr>
          <a:xfrm>
            <a:off x="1270172" y="2517292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2" name="Connecteur droit 271"/>
          <p:cNvCxnSpPr/>
          <p:nvPr/>
        </p:nvCxnSpPr>
        <p:spPr>
          <a:xfrm>
            <a:off x="550092" y="2051560"/>
            <a:ext cx="741208" cy="476676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3" name="Rectangle 272"/>
          <p:cNvSpPr/>
          <p:nvPr/>
        </p:nvSpPr>
        <p:spPr>
          <a:xfrm>
            <a:off x="1637367" y="2364475"/>
            <a:ext cx="4122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fr-FR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sz="1400" baseline="-25000" dirty="0"/>
          </a:p>
        </p:txBody>
      </p:sp>
      <p:cxnSp>
        <p:nvCxnSpPr>
          <p:cNvPr id="274" name="Connecteur droit avec flèche 273"/>
          <p:cNvCxnSpPr/>
          <p:nvPr/>
        </p:nvCxnSpPr>
        <p:spPr>
          <a:xfrm>
            <a:off x="1441062" y="2672252"/>
            <a:ext cx="0" cy="1201015"/>
          </a:xfrm>
          <a:prstGeom prst="straightConnector1">
            <a:avLst/>
          </a:prstGeom>
          <a:ln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TextBox 7"/>
          <p:cNvSpPr txBox="1">
            <a:spLocks noChangeArrowheads="1"/>
          </p:cNvSpPr>
          <p:nvPr/>
        </p:nvSpPr>
        <p:spPr bwMode="auto">
          <a:xfrm>
            <a:off x="1422285" y="3143202"/>
            <a:ext cx="100204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altLang="zh-CN" sz="1400" dirty="0" smtClean="0">
                <a:latin typeface="Times New Roman" pitchFamily="18" charset="0"/>
                <a:ea typeface="宋体" pitchFamily="2" charset="-122"/>
                <a:sym typeface="Symbol" pitchFamily="18" charset="2"/>
              </a:rPr>
              <a:t>~2,2 eV</a:t>
            </a:r>
            <a:endParaRPr lang="en-US" altLang="zh-CN" sz="1400" dirty="0">
              <a:latin typeface="Times New Roman" pitchFamily="18" charset="0"/>
              <a:ea typeface="宋体" pitchFamily="2" charset="-122"/>
            </a:endParaRPr>
          </a:p>
        </p:txBody>
      </p:sp>
      <p:sp>
        <p:nvSpPr>
          <p:cNvPr id="276" name="ZoneTexte 275"/>
          <p:cNvSpPr txBox="1"/>
          <p:nvPr/>
        </p:nvSpPr>
        <p:spPr>
          <a:xfrm rot="10800000" flipV="1">
            <a:off x="2038857" y="2107549"/>
            <a:ext cx="482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(…)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7" name="Connecteur droit 276"/>
          <p:cNvCxnSpPr/>
          <p:nvPr/>
        </p:nvCxnSpPr>
        <p:spPr>
          <a:xfrm>
            <a:off x="1261042" y="2240204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Connecteur droit 277"/>
          <p:cNvCxnSpPr/>
          <p:nvPr/>
        </p:nvCxnSpPr>
        <p:spPr>
          <a:xfrm>
            <a:off x="1261042" y="2024180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Connecteur droit 278"/>
          <p:cNvCxnSpPr/>
          <p:nvPr/>
        </p:nvCxnSpPr>
        <p:spPr>
          <a:xfrm>
            <a:off x="1261042" y="2091178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0" name="Rectangle 279"/>
          <p:cNvSpPr/>
          <p:nvPr/>
        </p:nvSpPr>
        <p:spPr>
          <a:xfrm>
            <a:off x="1649804" y="2127334"/>
            <a:ext cx="4122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fr-FR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sz="1400" baseline="-25000" dirty="0"/>
          </a:p>
        </p:txBody>
      </p:sp>
      <p:sp>
        <p:nvSpPr>
          <p:cNvPr id="281" name="Rectangle 280"/>
          <p:cNvSpPr/>
          <p:nvPr/>
        </p:nvSpPr>
        <p:spPr>
          <a:xfrm>
            <a:off x="1630212" y="1857605"/>
            <a:ext cx="6623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fr-FR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fr-FR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en-US" sz="1400" baseline="30000" dirty="0"/>
          </a:p>
        </p:txBody>
      </p:sp>
      <p:cxnSp>
        <p:nvCxnSpPr>
          <p:cNvPr id="282" name="Connecteur droit 281"/>
          <p:cNvCxnSpPr/>
          <p:nvPr/>
        </p:nvCxnSpPr>
        <p:spPr>
          <a:xfrm>
            <a:off x="540962" y="2051560"/>
            <a:ext cx="732772" cy="18864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3" name="Connecteur droit 282"/>
          <p:cNvCxnSpPr/>
          <p:nvPr/>
        </p:nvCxnSpPr>
        <p:spPr>
          <a:xfrm>
            <a:off x="528964" y="2048211"/>
            <a:ext cx="741208" cy="42967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4" name="Connecteur droit 283"/>
          <p:cNvCxnSpPr/>
          <p:nvPr/>
        </p:nvCxnSpPr>
        <p:spPr>
          <a:xfrm flipV="1">
            <a:off x="540962" y="2024180"/>
            <a:ext cx="750338" cy="24031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5" name="ZoneTexte 284"/>
          <p:cNvSpPr txBox="1"/>
          <p:nvPr/>
        </p:nvSpPr>
        <p:spPr>
          <a:xfrm>
            <a:off x="1203246" y="547387"/>
            <a:ext cx="650830" cy="4029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(…)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6" name="ZoneTexte 285"/>
          <p:cNvSpPr txBox="1"/>
          <p:nvPr/>
        </p:nvSpPr>
        <p:spPr>
          <a:xfrm>
            <a:off x="1203246" y="964888"/>
            <a:ext cx="650830" cy="4029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(…)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7" name="ZoneTexte 286"/>
          <p:cNvSpPr txBox="1"/>
          <p:nvPr/>
        </p:nvSpPr>
        <p:spPr>
          <a:xfrm>
            <a:off x="1214323" y="1396936"/>
            <a:ext cx="650830" cy="4029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(…)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88" name="Groupe 287"/>
          <p:cNvGrpSpPr/>
          <p:nvPr/>
        </p:nvGrpSpPr>
        <p:grpSpPr>
          <a:xfrm>
            <a:off x="184112" y="1294562"/>
            <a:ext cx="355015" cy="307777"/>
            <a:chOff x="184112" y="1258738"/>
            <a:chExt cx="355015" cy="307777"/>
          </a:xfrm>
        </p:grpSpPr>
        <p:cxnSp>
          <p:nvCxnSpPr>
            <p:cNvPr id="289" name="Connecteur droit 288"/>
            <p:cNvCxnSpPr/>
            <p:nvPr/>
          </p:nvCxnSpPr>
          <p:spPr>
            <a:xfrm>
              <a:off x="202918" y="1562160"/>
              <a:ext cx="336209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0" name="Rectangle 289"/>
            <p:cNvSpPr/>
            <p:nvPr/>
          </p:nvSpPr>
          <p:spPr>
            <a:xfrm>
              <a:off x="184112" y="1258738"/>
              <a:ext cx="34336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  <a:endParaRPr lang="en-US" sz="1400" dirty="0"/>
            </a:p>
          </p:txBody>
        </p:sp>
      </p:grpSp>
      <p:grpSp>
        <p:nvGrpSpPr>
          <p:cNvPr id="291" name="Groupe 290"/>
          <p:cNvGrpSpPr/>
          <p:nvPr/>
        </p:nvGrpSpPr>
        <p:grpSpPr>
          <a:xfrm>
            <a:off x="185947" y="862562"/>
            <a:ext cx="373820" cy="307777"/>
            <a:chOff x="184112" y="1258738"/>
            <a:chExt cx="373820" cy="307777"/>
          </a:xfrm>
        </p:grpSpPr>
        <p:cxnSp>
          <p:nvCxnSpPr>
            <p:cNvPr id="292" name="Connecteur droit 291"/>
            <p:cNvCxnSpPr/>
            <p:nvPr/>
          </p:nvCxnSpPr>
          <p:spPr>
            <a:xfrm>
              <a:off x="202918" y="1562160"/>
              <a:ext cx="336209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Rectangle 292"/>
            <p:cNvSpPr/>
            <p:nvPr/>
          </p:nvSpPr>
          <p:spPr>
            <a:xfrm>
              <a:off x="184112" y="1258738"/>
              <a:ext cx="37382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en-US" sz="1400" dirty="0"/>
            </a:p>
          </p:txBody>
        </p:sp>
      </p:grpSp>
      <p:grpSp>
        <p:nvGrpSpPr>
          <p:cNvPr id="294" name="Groupe 293"/>
          <p:cNvGrpSpPr/>
          <p:nvPr/>
        </p:nvGrpSpPr>
        <p:grpSpPr>
          <a:xfrm>
            <a:off x="184112" y="430562"/>
            <a:ext cx="355015" cy="307777"/>
            <a:chOff x="184112" y="1258738"/>
            <a:chExt cx="355015" cy="307777"/>
          </a:xfrm>
        </p:grpSpPr>
        <p:cxnSp>
          <p:nvCxnSpPr>
            <p:cNvPr id="295" name="Connecteur droit 294"/>
            <p:cNvCxnSpPr/>
            <p:nvPr/>
          </p:nvCxnSpPr>
          <p:spPr>
            <a:xfrm>
              <a:off x="202918" y="1562160"/>
              <a:ext cx="336209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6" name="Rectangle 295"/>
            <p:cNvSpPr/>
            <p:nvPr/>
          </p:nvSpPr>
          <p:spPr>
            <a:xfrm>
              <a:off x="184112" y="1258738"/>
              <a:ext cx="34336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184281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wrap="none">
        <a:spAutoFit/>
      </a:bodyPr>
      <a:lstStyle>
        <a:defPPr>
          <a:defRPr sz="1400" baseline="30000" dirty="0" smtClean="0">
            <a:latin typeface="Times New Roman" panose="02020603050405020304" pitchFamily="18" charset="0"/>
            <a:cs typeface="Times New Roman" panose="02020603050405020304" pitchFamily="18" charset="0"/>
          </a:defRPr>
        </a:defPPr>
      </a:lstStyle>
    </a:sp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33</Words>
  <Application>Microsoft Office PowerPoint</Application>
  <PresentationFormat>Personnalisé</PresentationFormat>
  <Paragraphs>20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8</cp:revision>
  <dcterms:created xsi:type="dcterms:W3CDTF">2017-06-15T10:59:57Z</dcterms:created>
  <dcterms:modified xsi:type="dcterms:W3CDTF">2017-07-17T14:49:55Z</dcterms:modified>
</cp:coreProperties>
</file>