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3492500" cy="5508625"/>
  <p:notesSz cx="6858000" cy="9144000"/>
  <p:defaultTextStyle>
    <a:defPPr>
      <a:defRPr lang="fr-FR"/>
    </a:defPPr>
    <a:lvl1pPr marL="0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257175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514350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771525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1028700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1285875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6pPr>
    <a:lvl7pPr marL="1543050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7pPr>
    <a:lvl8pPr marL="1800225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8pPr>
    <a:lvl9pPr marL="2057400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5" d="100"/>
          <a:sy n="125" d="100"/>
        </p:scale>
        <p:origin x="-2466" y="522"/>
      </p:cViewPr>
      <p:guideLst>
        <p:guide orient="horz" pos="1735"/>
        <p:guide pos="110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61938" y="1711245"/>
            <a:ext cx="2968625" cy="1180784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23875" y="3121554"/>
            <a:ext cx="2444750" cy="140776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15/06/2017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5662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15/06/2017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7951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75883" y="3539802"/>
            <a:ext cx="2968625" cy="1094074"/>
          </a:xfrm>
        </p:spPr>
        <p:txBody>
          <a:bodyPr anchor="t"/>
          <a:lstStyle>
            <a:lvl1pPr algn="l">
              <a:defRPr sz="23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75883" y="2334791"/>
            <a:ext cx="2968625" cy="1205011"/>
          </a:xfrm>
        </p:spPr>
        <p:txBody>
          <a:bodyPr anchor="b"/>
          <a:lstStyle>
            <a:lvl1pPr marL="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1pPr>
            <a:lvl2pPr marL="257175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15/06/2017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92229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74625" y="1285346"/>
            <a:ext cx="1542521" cy="3635438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1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775354" y="1285346"/>
            <a:ext cx="1542521" cy="3635438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1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15/06/2017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5532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74625" y="1233065"/>
            <a:ext cx="1543127" cy="513883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257175" indent="0">
              <a:buNone/>
              <a:defRPr sz="1100" b="1"/>
            </a:lvl2pPr>
            <a:lvl3pPr marL="514350" indent="0">
              <a:buNone/>
              <a:defRPr sz="1000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74625" y="1746948"/>
            <a:ext cx="1543127" cy="3173836"/>
          </a:xfrm>
        </p:spPr>
        <p:txBody>
          <a:bodyPr/>
          <a:lstStyle>
            <a:lvl1pPr>
              <a:defRPr sz="1400"/>
            </a:lvl1pPr>
            <a:lvl2pPr>
              <a:defRPr sz="11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1774141" y="1233065"/>
            <a:ext cx="1543734" cy="513883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257175" indent="0">
              <a:buNone/>
              <a:defRPr sz="1100" b="1"/>
            </a:lvl2pPr>
            <a:lvl3pPr marL="514350" indent="0">
              <a:buNone/>
              <a:defRPr sz="1000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1774141" y="1746948"/>
            <a:ext cx="1543734" cy="3173836"/>
          </a:xfrm>
        </p:spPr>
        <p:txBody>
          <a:bodyPr/>
          <a:lstStyle>
            <a:lvl1pPr>
              <a:defRPr sz="1400"/>
            </a:lvl1pPr>
            <a:lvl2pPr>
              <a:defRPr sz="11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15/06/2017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4580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15/06/2017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8529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15/06/2017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1764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4625" y="219325"/>
            <a:ext cx="1149008" cy="933406"/>
          </a:xfrm>
        </p:spPr>
        <p:txBody>
          <a:bodyPr anchor="b"/>
          <a:lstStyle>
            <a:lvl1pPr algn="l">
              <a:defRPr sz="11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365470" y="219325"/>
            <a:ext cx="1952405" cy="4701459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4625" y="1152731"/>
            <a:ext cx="1149008" cy="3768053"/>
          </a:xfrm>
        </p:spPr>
        <p:txBody>
          <a:bodyPr/>
          <a:lstStyle>
            <a:lvl1pPr marL="0" indent="0">
              <a:buNone/>
              <a:defRPr sz="800"/>
            </a:lvl1pPr>
            <a:lvl2pPr marL="257175" indent="0">
              <a:buNone/>
              <a:defRPr sz="700"/>
            </a:lvl2pPr>
            <a:lvl3pPr marL="514350" indent="0">
              <a:buNone/>
              <a:defRPr sz="600"/>
            </a:lvl3pPr>
            <a:lvl4pPr marL="771525" indent="0">
              <a:buNone/>
              <a:defRPr sz="500"/>
            </a:lvl4pPr>
            <a:lvl5pPr marL="1028700" indent="0">
              <a:buNone/>
              <a:defRPr sz="500"/>
            </a:lvl5pPr>
            <a:lvl6pPr marL="1285875" indent="0">
              <a:buNone/>
              <a:defRPr sz="500"/>
            </a:lvl6pPr>
            <a:lvl7pPr marL="1543050" indent="0">
              <a:buNone/>
              <a:defRPr sz="500"/>
            </a:lvl7pPr>
            <a:lvl8pPr marL="1800225" indent="0">
              <a:buNone/>
              <a:defRPr sz="500"/>
            </a:lvl8pPr>
            <a:lvl9pPr marL="2057400" indent="0">
              <a:buNone/>
              <a:defRPr sz="5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15/06/2017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0315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84554" y="3856038"/>
            <a:ext cx="2095500" cy="455227"/>
          </a:xfrm>
        </p:spPr>
        <p:txBody>
          <a:bodyPr anchor="b"/>
          <a:lstStyle>
            <a:lvl1pPr algn="l">
              <a:defRPr sz="11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684554" y="492206"/>
            <a:ext cx="2095500" cy="3305175"/>
          </a:xfrm>
        </p:spPr>
        <p:txBody>
          <a:bodyPr/>
          <a:lstStyle>
            <a:lvl1pPr marL="0" indent="0">
              <a:buNone/>
              <a:defRPr sz="1800"/>
            </a:lvl1pPr>
            <a:lvl2pPr marL="257175" indent="0">
              <a:buNone/>
              <a:defRPr sz="1600"/>
            </a:lvl2pPr>
            <a:lvl3pPr marL="514350" indent="0">
              <a:buNone/>
              <a:defRPr sz="1400"/>
            </a:lvl3pPr>
            <a:lvl4pPr marL="771525" indent="0">
              <a:buNone/>
              <a:defRPr sz="1100"/>
            </a:lvl4pPr>
            <a:lvl5pPr marL="1028700" indent="0">
              <a:buNone/>
              <a:defRPr sz="1100"/>
            </a:lvl5pPr>
            <a:lvl6pPr marL="1285875" indent="0">
              <a:buNone/>
              <a:defRPr sz="1100"/>
            </a:lvl6pPr>
            <a:lvl7pPr marL="1543050" indent="0">
              <a:buNone/>
              <a:defRPr sz="1100"/>
            </a:lvl7pPr>
            <a:lvl8pPr marL="1800225" indent="0">
              <a:buNone/>
              <a:defRPr sz="1100"/>
            </a:lvl8pPr>
            <a:lvl9pPr marL="2057400" indent="0">
              <a:buNone/>
              <a:defRPr sz="11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84554" y="4311265"/>
            <a:ext cx="2095500" cy="646498"/>
          </a:xfrm>
        </p:spPr>
        <p:txBody>
          <a:bodyPr/>
          <a:lstStyle>
            <a:lvl1pPr marL="0" indent="0">
              <a:buNone/>
              <a:defRPr sz="800"/>
            </a:lvl1pPr>
            <a:lvl2pPr marL="257175" indent="0">
              <a:buNone/>
              <a:defRPr sz="700"/>
            </a:lvl2pPr>
            <a:lvl3pPr marL="514350" indent="0">
              <a:buNone/>
              <a:defRPr sz="600"/>
            </a:lvl3pPr>
            <a:lvl4pPr marL="771525" indent="0">
              <a:buNone/>
              <a:defRPr sz="500"/>
            </a:lvl4pPr>
            <a:lvl5pPr marL="1028700" indent="0">
              <a:buNone/>
              <a:defRPr sz="500"/>
            </a:lvl5pPr>
            <a:lvl6pPr marL="1285875" indent="0">
              <a:buNone/>
              <a:defRPr sz="500"/>
            </a:lvl6pPr>
            <a:lvl7pPr marL="1543050" indent="0">
              <a:buNone/>
              <a:defRPr sz="500"/>
            </a:lvl7pPr>
            <a:lvl8pPr marL="1800225" indent="0">
              <a:buNone/>
              <a:defRPr sz="500"/>
            </a:lvl8pPr>
            <a:lvl9pPr marL="2057400" indent="0">
              <a:buNone/>
              <a:defRPr sz="5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15/06/2017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30366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15/06/2017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14981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2532062" y="220601"/>
            <a:ext cx="785813" cy="4700183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74625" y="220601"/>
            <a:ext cx="2299229" cy="4700183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15/06/2017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5494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74625" y="220601"/>
            <a:ext cx="3143250" cy="918104"/>
          </a:xfrm>
          <a:prstGeom prst="rect">
            <a:avLst/>
          </a:prstGeom>
        </p:spPr>
        <p:txBody>
          <a:bodyPr vert="horz" lIns="51435" tIns="25718" rIns="51435" bIns="25718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74625" y="1285346"/>
            <a:ext cx="3143250" cy="3635438"/>
          </a:xfrm>
          <a:prstGeom prst="rect">
            <a:avLst/>
          </a:prstGeom>
        </p:spPr>
        <p:txBody>
          <a:bodyPr vert="horz" lIns="51435" tIns="25718" rIns="51435" bIns="25718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174625" y="5105680"/>
            <a:ext cx="814917" cy="293283"/>
          </a:xfrm>
          <a:prstGeom prst="rect">
            <a:avLst/>
          </a:prstGeom>
        </p:spPr>
        <p:txBody>
          <a:bodyPr vert="horz" lIns="51435" tIns="25718" rIns="51435" bIns="25718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5FA07-FE11-48AD-AB24-E261AC47F041}" type="datetimeFigureOut">
              <a:rPr lang="fr-FR" smtClean="0"/>
              <a:t>15/06/2017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193271" y="5105680"/>
            <a:ext cx="1105958" cy="293283"/>
          </a:xfrm>
          <a:prstGeom prst="rect">
            <a:avLst/>
          </a:prstGeom>
        </p:spPr>
        <p:txBody>
          <a:bodyPr vert="horz" lIns="51435" tIns="25718" rIns="51435" bIns="25718" rtlCol="0" anchor="ctr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2502958" y="5105680"/>
            <a:ext cx="814917" cy="293283"/>
          </a:xfrm>
          <a:prstGeom prst="rect">
            <a:avLst/>
          </a:prstGeom>
        </p:spPr>
        <p:txBody>
          <a:bodyPr vert="horz" lIns="51435" tIns="25718" rIns="51435" bIns="25718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09917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514350" rtl="0" eaLnBrk="1" latinLnBrk="0" hangingPunct="1">
        <a:spcBef>
          <a:spcPct val="0"/>
        </a:spcBef>
        <a:buNone/>
        <a:defRPr sz="2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2881" indent="-192881" algn="l" defTabSz="514350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17909" indent="-160734" algn="l" defTabSz="514350" rtl="0" eaLnBrk="1" latinLnBrk="0" hangingPunct="1">
        <a:spcBef>
          <a:spcPct val="200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42938" indent="-128588" algn="l" defTabSz="514350" rtl="0" eaLnBrk="1" latinLnBrk="0" hangingPunct="1">
        <a:spcBef>
          <a:spcPct val="20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00113" indent="-128588" algn="l" defTabSz="514350" rtl="0" eaLnBrk="1" latinLnBrk="0" hangingPunct="1">
        <a:spcBef>
          <a:spcPct val="20000"/>
        </a:spcBef>
        <a:buFont typeface="Arial" panose="020B0604020202020204" pitchFamily="34" charset="0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157288" indent="-128588" algn="l" defTabSz="514350" rtl="0" eaLnBrk="1" latinLnBrk="0" hangingPunct="1">
        <a:spcBef>
          <a:spcPct val="20000"/>
        </a:spcBef>
        <a:buFont typeface="Arial" panose="020B0604020202020204" pitchFamily="34" charset="0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414463" indent="-128588" algn="l" defTabSz="514350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671638" indent="-128588" algn="l" defTabSz="514350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928813" indent="-128588" algn="l" defTabSz="514350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2185988" indent="-128588" algn="l" defTabSz="514350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51435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51435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51435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51435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51435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51435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51435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51435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51435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4" name="Connecteur droit 133"/>
          <p:cNvCxnSpPr/>
          <p:nvPr/>
        </p:nvCxnSpPr>
        <p:spPr>
          <a:xfrm flipV="1">
            <a:off x="644735" y="1985103"/>
            <a:ext cx="1933908" cy="1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Connecteur droit 134"/>
          <p:cNvCxnSpPr/>
          <p:nvPr/>
        </p:nvCxnSpPr>
        <p:spPr>
          <a:xfrm>
            <a:off x="2484421" y="5150174"/>
            <a:ext cx="485322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6" name="ZoneTexte 135"/>
          <p:cNvSpPr txBox="1"/>
          <p:nvPr/>
        </p:nvSpPr>
        <p:spPr>
          <a:xfrm>
            <a:off x="18058" y="18008"/>
            <a:ext cx="1048417" cy="4029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Free 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7" name="ZoneTexte 136"/>
          <p:cNvSpPr txBox="1"/>
          <p:nvPr/>
        </p:nvSpPr>
        <p:spPr>
          <a:xfrm>
            <a:off x="2002579" y="18008"/>
            <a:ext cx="1452486" cy="6850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Crystal </a:t>
            </a:r>
            <a:r>
              <a:rPr lang="fr-FR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field</a:t>
            </a:r>
            <a:endParaRPr lang="fr-FR" sz="1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fr-FR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8" name="ZoneTexte 137"/>
          <p:cNvSpPr txBox="1"/>
          <p:nvPr/>
        </p:nvSpPr>
        <p:spPr>
          <a:xfrm>
            <a:off x="706435" y="502025"/>
            <a:ext cx="650830" cy="4029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(…)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9" name="Connecteur droit avec flèche 138"/>
          <p:cNvCxnSpPr/>
          <p:nvPr/>
        </p:nvCxnSpPr>
        <p:spPr>
          <a:xfrm>
            <a:off x="2866675" y="2913777"/>
            <a:ext cx="0" cy="2167667"/>
          </a:xfrm>
          <a:prstGeom prst="straightConnector1">
            <a:avLst/>
          </a:prstGeom>
          <a:ln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" name="Groupe 139"/>
          <p:cNvGrpSpPr/>
          <p:nvPr/>
        </p:nvGrpSpPr>
        <p:grpSpPr>
          <a:xfrm>
            <a:off x="159413" y="5150174"/>
            <a:ext cx="485322" cy="363318"/>
            <a:chOff x="712610" y="4649858"/>
            <a:chExt cx="485322" cy="363318"/>
          </a:xfrm>
        </p:grpSpPr>
        <p:cxnSp>
          <p:nvCxnSpPr>
            <p:cNvPr id="170" name="Connecteur droit 169"/>
            <p:cNvCxnSpPr/>
            <p:nvPr/>
          </p:nvCxnSpPr>
          <p:spPr>
            <a:xfrm>
              <a:off x="712610" y="4649858"/>
              <a:ext cx="485322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1" name="Rectangle 170"/>
            <p:cNvSpPr/>
            <p:nvPr/>
          </p:nvSpPr>
          <p:spPr>
            <a:xfrm>
              <a:off x="712611" y="4705399"/>
              <a:ext cx="343364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baseline="30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endParaRPr lang="en-US" sz="1400" dirty="0"/>
            </a:p>
          </p:txBody>
        </p:sp>
      </p:grpSp>
      <p:sp>
        <p:nvSpPr>
          <p:cNvPr id="141" name="Rectangle 140"/>
          <p:cNvSpPr/>
          <p:nvPr/>
        </p:nvSpPr>
        <p:spPr>
          <a:xfrm>
            <a:off x="2866675" y="3796132"/>
            <a:ext cx="6190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2.2eV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2" name="Connecteur droit 141"/>
          <p:cNvCxnSpPr/>
          <p:nvPr/>
        </p:nvCxnSpPr>
        <p:spPr>
          <a:xfrm>
            <a:off x="562419" y="5150174"/>
            <a:ext cx="232298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Rectangle 142"/>
          <p:cNvSpPr/>
          <p:nvPr/>
        </p:nvSpPr>
        <p:spPr>
          <a:xfrm>
            <a:off x="2485203" y="5205084"/>
            <a:ext cx="43313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fr-FR" sz="1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sz="1400" baseline="-25000" dirty="0"/>
          </a:p>
        </p:txBody>
      </p:sp>
      <p:grpSp>
        <p:nvGrpSpPr>
          <p:cNvPr id="144" name="Groupe 143"/>
          <p:cNvGrpSpPr/>
          <p:nvPr/>
        </p:nvGrpSpPr>
        <p:grpSpPr>
          <a:xfrm>
            <a:off x="159603" y="1985100"/>
            <a:ext cx="485322" cy="363318"/>
            <a:chOff x="712610" y="4649858"/>
            <a:chExt cx="485322" cy="363318"/>
          </a:xfrm>
        </p:grpSpPr>
        <p:cxnSp>
          <p:nvCxnSpPr>
            <p:cNvPr id="168" name="Connecteur droit 167"/>
            <p:cNvCxnSpPr/>
            <p:nvPr/>
          </p:nvCxnSpPr>
          <p:spPr>
            <a:xfrm>
              <a:off x="712610" y="4649858"/>
              <a:ext cx="485322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9" name="Rectangle 168"/>
            <p:cNvSpPr/>
            <p:nvPr/>
          </p:nvSpPr>
          <p:spPr>
            <a:xfrm>
              <a:off x="712611" y="4705399"/>
              <a:ext cx="37382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baseline="30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</a:t>
              </a:r>
              <a:endParaRPr lang="en-US" sz="1400" dirty="0"/>
            </a:p>
          </p:txBody>
        </p:sp>
      </p:grpSp>
      <p:grpSp>
        <p:nvGrpSpPr>
          <p:cNvPr id="145" name="Groupe 144"/>
          <p:cNvGrpSpPr/>
          <p:nvPr/>
        </p:nvGrpSpPr>
        <p:grpSpPr>
          <a:xfrm>
            <a:off x="159603" y="1553052"/>
            <a:ext cx="485322" cy="363318"/>
            <a:chOff x="712610" y="4649858"/>
            <a:chExt cx="485322" cy="363318"/>
          </a:xfrm>
        </p:grpSpPr>
        <p:cxnSp>
          <p:nvCxnSpPr>
            <p:cNvPr id="166" name="Connecteur droit 165"/>
            <p:cNvCxnSpPr/>
            <p:nvPr/>
          </p:nvCxnSpPr>
          <p:spPr>
            <a:xfrm>
              <a:off x="712610" y="4649858"/>
              <a:ext cx="485322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7" name="Rectangle 166"/>
            <p:cNvSpPr/>
            <p:nvPr/>
          </p:nvSpPr>
          <p:spPr>
            <a:xfrm>
              <a:off x="712611" y="4705399"/>
              <a:ext cx="343364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baseline="30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  <a:endParaRPr lang="en-US" sz="1400" dirty="0"/>
            </a:p>
          </p:txBody>
        </p:sp>
      </p:grpSp>
      <p:grpSp>
        <p:nvGrpSpPr>
          <p:cNvPr id="146" name="Groupe 145"/>
          <p:cNvGrpSpPr/>
          <p:nvPr/>
        </p:nvGrpSpPr>
        <p:grpSpPr>
          <a:xfrm>
            <a:off x="159603" y="688956"/>
            <a:ext cx="485322" cy="795366"/>
            <a:chOff x="712800" y="1772816"/>
            <a:chExt cx="485322" cy="795366"/>
          </a:xfrm>
        </p:grpSpPr>
        <p:grpSp>
          <p:nvGrpSpPr>
            <p:cNvPr id="160" name="Groupe 159"/>
            <p:cNvGrpSpPr/>
            <p:nvPr/>
          </p:nvGrpSpPr>
          <p:grpSpPr>
            <a:xfrm>
              <a:off x="712800" y="2204864"/>
              <a:ext cx="485322" cy="363318"/>
              <a:chOff x="712610" y="4649858"/>
              <a:chExt cx="485322" cy="363318"/>
            </a:xfrm>
          </p:grpSpPr>
          <p:cxnSp>
            <p:nvCxnSpPr>
              <p:cNvPr id="164" name="Connecteur droit 163"/>
              <p:cNvCxnSpPr/>
              <p:nvPr/>
            </p:nvCxnSpPr>
            <p:spPr>
              <a:xfrm>
                <a:off x="712610" y="4649858"/>
                <a:ext cx="48532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5" name="Rectangle 164"/>
              <p:cNvSpPr/>
              <p:nvPr/>
            </p:nvSpPr>
            <p:spPr>
              <a:xfrm>
                <a:off x="712611" y="4705399"/>
                <a:ext cx="373820" cy="30777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fr-FR" sz="1400" baseline="30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</a:t>
                </a:r>
                <a:r>
                  <a:rPr lang="fr-FR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</a:t>
                </a:r>
                <a:endParaRPr lang="en-US" sz="1400" dirty="0"/>
              </a:p>
            </p:txBody>
          </p:sp>
        </p:grpSp>
        <p:grpSp>
          <p:nvGrpSpPr>
            <p:cNvPr id="161" name="Groupe 160"/>
            <p:cNvGrpSpPr/>
            <p:nvPr/>
          </p:nvGrpSpPr>
          <p:grpSpPr>
            <a:xfrm>
              <a:off x="712800" y="1772816"/>
              <a:ext cx="485322" cy="363318"/>
              <a:chOff x="712610" y="4649858"/>
              <a:chExt cx="485322" cy="363318"/>
            </a:xfrm>
          </p:grpSpPr>
          <p:cxnSp>
            <p:nvCxnSpPr>
              <p:cNvPr id="162" name="Connecteur droit 161"/>
              <p:cNvCxnSpPr/>
              <p:nvPr/>
            </p:nvCxnSpPr>
            <p:spPr>
              <a:xfrm>
                <a:off x="712610" y="4649858"/>
                <a:ext cx="48532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3" name="Rectangle 162"/>
              <p:cNvSpPr/>
              <p:nvPr/>
            </p:nvSpPr>
            <p:spPr>
              <a:xfrm>
                <a:off x="712611" y="4705399"/>
                <a:ext cx="343364" cy="30777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fr-FR" sz="1400" baseline="30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</a:t>
                </a:r>
                <a:r>
                  <a:rPr lang="fr-FR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</a:t>
                </a:r>
                <a:endParaRPr lang="en-US" sz="1400" dirty="0"/>
              </a:p>
            </p:txBody>
          </p:sp>
        </p:grpSp>
      </p:grpSp>
      <p:sp>
        <p:nvSpPr>
          <p:cNvPr id="147" name="ZoneTexte 146"/>
          <p:cNvSpPr txBox="1"/>
          <p:nvPr/>
        </p:nvSpPr>
        <p:spPr>
          <a:xfrm>
            <a:off x="706435" y="976988"/>
            <a:ext cx="650830" cy="4029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(…)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8" name="ZoneTexte 147"/>
          <p:cNvSpPr txBox="1"/>
          <p:nvPr/>
        </p:nvSpPr>
        <p:spPr>
          <a:xfrm>
            <a:off x="706435" y="1409036"/>
            <a:ext cx="650830" cy="4029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(…)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Rectangle 158"/>
          <p:cNvSpPr/>
          <p:nvPr/>
        </p:nvSpPr>
        <p:spPr>
          <a:xfrm>
            <a:off x="2290611" y="2037363"/>
            <a:ext cx="82266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fr-FR" sz="1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fr-FR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en-US" sz="1400" dirty="0"/>
          </a:p>
        </p:txBody>
      </p:sp>
      <p:grpSp>
        <p:nvGrpSpPr>
          <p:cNvPr id="150" name="Groupe 149"/>
          <p:cNvGrpSpPr/>
          <p:nvPr/>
        </p:nvGrpSpPr>
        <p:grpSpPr>
          <a:xfrm>
            <a:off x="2382375" y="2417148"/>
            <a:ext cx="588150" cy="363318"/>
            <a:chOff x="609782" y="4649858"/>
            <a:chExt cx="588150" cy="363318"/>
          </a:xfrm>
        </p:grpSpPr>
        <p:cxnSp>
          <p:nvCxnSpPr>
            <p:cNvPr id="156" name="Connecteur droit 155"/>
            <p:cNvCxnSpPr/>
            <p:nvPr/>
          </p:nvCxnSpPr>
          <p:spPr>
            <a:xfrm>
              <a:off x="712610" y="4649858"/>
              <a:ext cx="485322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7" name="Rectangle 156"/>
            <p:cNvSpPr/>
            <p:nvPr/>
          </p:nvSpPr>
          <p:spPr>
            <a:xfrm>
              <a:off x="609782" y="4705399"/>
              <a:ext cx="41229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baseline="30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r>
                <a:rPr lang="fr-FR" sz="14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en-US" sz="1400" baseline="-25000" dirty="0"/>
            </a:p>
          </p:txBody>
        </p:sp>
      </p:grpSp>
      <p:grpSp>
        <p:nvGrpSpPr>
          <p:cNvPr id="151" name="Groupe 150"/>
          <p:cNvGrpSpPr/>
          <p:nvPr/>
        </p:nvGrpSpPr>
        <p:grpSpPr>
          <a:xfrm>
            <a:off x="2382375" y="2858236"/>
            <a:ext cx="588150" cy="363318"/>
            <a:chOff x="609782" y="4649858"/>
            <a:chExt cx="588150" cy="363318"/>
          </a:xfrm>
        </p:grpSpPr>
        <p:cxnSp>
          <p:nvCxnSpPr>
            <p:cNvPr id="154" name="Connecteur droit 153"/>
            <p:cNvCxnSpPr/>
            <p:nvPr/>
          </p:nvCxnSpPr>
          <p:spPr>
            <a:xfrm>
              <a:off x="712610" y="4649858"/>
              <a:ext cx="485322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5" name="Rectangle 154"/>
            <p:cNvSpPr/>
            <p:nvPr/>
          </p:nvSpPr>
          <p:spPr>
            <a:xfrm>
              <a:off x="609782" y="4705399"/>
              <a:ext cx="41229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baseline="30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r>
                <a:rPr lang="fr-FR" sz="1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en-US" sz="1400" baseline="-25000" dirty="0"/>
            </a:p>
          </p:txBody>
        </p:sp>
      </p:grpSp>
      <p:cxnSp>
        <p:nvCxnSpPr>
          <p:cNvPr id="152" name="Connecteur droit 151"/>
          <p:cNvCxnSpPr/>
          <p:nvPr/>
        </p:nvCxnSpPr>
        <p:spPr>
          <a:xfrm>
            <a:off x="644735" y="1985104"/>
            <a:ext cx="1840469" cy="432044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3" name="Connecteur droit 152"/>
          <p:cNvCxnSpPr/>
          <p:nvPr/>
        </p:nvCxnSpPr>
        <p:spPr>
          <a:xfrm>
            <a:off x="644735" y="1985104"/>
            <a:ext cx="1840469" cy="87313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" name="Groupe 1"/>
          <p:cNvGrpSpPr/>
          <p:nvPr/>
        </p:nvGrpSpPr>
        <p:grpSpPr>
          <a:xfrm>
            <a:off x="2488576" y="1977212"/>
            <a:ext cx="486280" cy="17880"/>
            <a:chOff x="2485203" y="1963942"/>
            <a:chExt cx="486280" cy="17880"/>
          </a:xfrm>
        </p:grpSpPr>
        <p:cxnSp>
          <p:nvCxnSpPr>
            <p:cNvPr id="158" name="Connecteur droit 157"/>
            <p:cNvCxnSpPr/>
            <p:nvPr/>
          </p:nvCxnSpPr>
          <p:spPr>
            <a:xfrm>
              <a:off x="2485203" y="1981822"/>
              <a:ext cx="485322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Connecteur droit 40"/>
            <p:cNvCxnSpPr/>
            <p:nvPr/>
          </p:nvCxnSpPr>
          <p:spPr>
            <a:xfrm>
              <a:off x="2486161" y="1963942"/>
              <a:ext cx="485322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1842817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wrap="none">
        <a:spAutoFit/>
      </a:bodyPr>
      <a:lstStyle>
        <a:defPPr>
          <a:defRPr sz="1400" baseline="30000" dirty="0" smtClean="0">
            <a:latin typeface="Times New Roman" panose="02020603050405020304" pitchFamily="18" charset="0"/>
            <a:cs typeface="Times New Roman" panose="02020603050405020304" pitchFamily="18" charset="0"/>
          </a:defRPr>
        </a:defPPr>
      </a:lstStyle>
    </a:sp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23</Words>
  <Application>Microsoft Office PowerPoint</Application>
  <PresentationFormat>Personnalisé</PresentationFormat>
  <Paragraphs>16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5</cp:revision>
  <dcterms:created xsi:type="dcterms:W3CDTF">2017-06-15T10:59:57Z</dcterms:created>
  <dcterms:modified xsi:type="dcterms:W3CDTF">2017-06-15T13:45:47Z</dcterms:modified>
</cp:coreProperties>
</file>