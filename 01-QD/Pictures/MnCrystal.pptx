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140200" cy="3421063"/>
  <p:notesSz cx="6858000" cy="9144000"/>
  <p:defaultTextStyle>
    <a:defPPr>
      <a:defRPr lang="fr-FR"/>
    </a:defPPr>
    <a:lvl1pPr marL="0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39584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79168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718753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58337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97921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437505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77090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916674" algn="l" defTabSz="479168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75" d="100"/>
          <a:sy n="175" d="100"/>
        </p:scale>
        <p:origin x="-1578" y="-84"/>
      </p:cViewPr>
      <p:guideLst>
        <p:guide orient="horz" pos="1078"/>
        <p:guide pos="13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310516" y="1062748"/>
            <a:ext cx="3519170" cy="73331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621030" y="1938604"/>
            <a:ext cx="2898140" cy="87427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395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791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187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9583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1979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437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677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9166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6624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07951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7048" y="2198352"/>
            <a:ext cx="3519170" cy="679461"/>
          </a:xfrm>
        </p:spPr>
        <p:txBody>
          <a:bodyPr anchor="t"/>
          <a:lstStyle>
            <a:lvl1pPr algn="l">
              <a:defRPr sz="21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327048" y="1449994"/>
            <a:ext cx="3519170" cy="748357"/>
          </a:xfrm>
        </p:spPr>
        <p:txBody>
          <a:bodyPr anchor="b"/>
          <a:lstStyle>
            <a:lvl1pPr marL="0" indent="0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  <a:lvl2pPr marL="239584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2pPr>
            <a:lvl3pPr marL="479168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3pPr>
            <a:lvl4pPr marL="718753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4pPr>
            <a:lvl5pPr marL="958337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5pPr>
            <a:lvl6pPr marL="1197921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6pPr>
            <a:lvl7pPr marL="1437505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7pPr>
            <a:lvl8pPr marL="1677090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8pPr>
            <a:lvl9pPr marL="1916674" indent="0">
              <a:buNone/>
              <a:defRPr sz="7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92229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07011" y="798249"/>
            <a:ext cx="1828588" cy="2257744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104603" y="798249"/>
            <a:ext cx="1828588" cy="2257744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553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07012" y="765781"/>
            <a:ext cx="1829307" cy="319141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39584" indent="0">
              <a:buNone/>
              <a:defRPr sz="1000" b="1"/>
            </a:lvl2pPr>
            <a:lvl3pPr marL="479168" indent="0">
              <a:buNone/>
              <a:defRPr sz="900" b="1"/>
            </a:lvl3pPr>
            <a:lvl4pPr marL="718753" indent="0">
              <a:buNone/>
              <a:defRPr sz="800" b="1"/>
            </a:lvl4pPr>
            <a:lvl5pPr marL="958337" indent="0">
              <a:buNone/>
              <a:defRPr sz="800" b="1"/>
            </a:lvl5pPr>
            <a:lvl6pPr marL="1197921" indent="0">
              <a:buNone/>
              <a:defRPr sz="800" b="1"/>
            </a:lvl6pPr>
            <a:lvl7pPr marL="1437505" indent="0">
              <a:buNone/>
              <a:defRPr sz="800" b="1"/>
            </a:lvl7pPr>
            <a:lvl8pPr marL="1677090" indent="0">
              <a:buNone/>
              <a:defRPr sz="800" b="1"/>
            </a:lvl8pPr>
            <a:lvl9pPr marL="1916674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07012" y="1084921"/>
            <a:ext cx="1829307" cy="1971072"/>
          </a:xfrm>
        </p:spPr>
        <p:txBody>
          <a:bodyPr/>
          <a:lstStyle>
            <a:lvl1pPr>
              <a:defRPr sz="13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103164" y="765781"/>
            <a:ext cx="1830027" cy="319141"/>
          </a:xfrm>
        </p:spPr>
        <p:txBody>
          <a:bodyPr anchor="b"/>
          <a:lstStyle>
            <a:lvl1pPr marL="0" indent="0">
              <a:buNone/>
              <a:defRPr sz="1300" b="1"/>
            </a:lvl1pPr>
            <a:lvl2pPr marL="239584" indent="0">
              <a:buNone/>
              <a:defRPr sz="1000" b="1"/>
            </a:lvl2pPr>
            <a:lvl3pPr marL="479168" indent="0">
              <a:buNone/>
              <a:defRPr sz="900" b="1"/>
            </a:lvl3pPr>
            <a:lvl4pPr marL="718753" indent="0">
              <a:buNone/>
              <a:defRPr sz="800" b="1"/>
            </a:lvl4pPr>
            <a:lvl5pPr marL="958337" indent="0">
              <a:buNone/>
              <a:defRPr sz="800" b="1"/>
            </a:lvl5pPr>
            <a:lvl6pPr marL="1197921" indent="0">
              <a:buNone/>
              <a:defRPr sz="800" b="1"/>
            </a:lvl6pPr>
            <a:lvl7pPr marL="1437505" indent="0">
              <a:buNone/>
              <a:defRPr sz="800" b="1"/>
            </a:lvl7pPr>
            <a:lvl8pPr marL="1677090" indent="0">
              <a:buNone/>
              <a:defRPr sz="800" b="1"/>
            </a:lvl8pPr>
            <a:lvl9pPr marL="1916674" indent="0">
              <a:buNone/>
              <a:defRPr sz="8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103164" y="1084921"/>
            <a:ext cx="1830027" cy="1971072"/>
          </a:xfrm>
        </p:spPr>
        <p:txBody>
          <a:bodyPr/>
          <a:lstStyle>
            <a:lvl1pPr>
              <a:defRPr sz="1300"/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458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5294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1764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07011" y="136209"/>
            <a:ext cx="1362097" cy="579680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618705" y="136210"/>
            <a:ext cx="2314487" cy="2919782"/>
          </a:xfrm>
        </p:spPr>
        <p:txBody>
          <a:bodyPr/>
          <a:lstStyle>
            <a:lvl1pPr>
              <a:defRPr sz="1700"/>
            </a:lvl1pPr>
            <a:lvl2pPr>
              <a:defRPr sz="1500"/>
            </a:lvl2pPr>
            <a:lvl3pPr>
              <a:defRPr sz="1300"/>
            </a:lvl3pPr>
            <a:lvl4pPr>
              <a:defRPr sz="1000"/>
            </a:lvl4pPr>
            <a:lvl5pPr>
              <a:defRPr sz="1000"/>
            </a:lvl5pPr>
            <a:lvl6pPr>
              <a:defRPr sz="1000"/>
            </a:lvl6pPr>
            <a:lvl7pPr>
              <a:defRPr sz="1000"/>
            </a:lvl7pPr>
            <a:lvl8pPr>
              <a:defRPr sz="1000"/>
            </a:lvl8pPr>
            <a:lvl9pPr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07011" y="715890"/>
            <a:ext cx="1362097" cy="2340102"/>
          </a:xfrm>
        </p:spPr>
        <p:txBody>
          <a:bodyPr/>
          <a:lstStyle>
            <a:lvl1pPr marL="0" indent="0">
              <a:buNone/>
              <a:defRPr sz="700"/>
            </a:lvl1pPr>
            <a:lvl2pPr marL="239584" indent="0">
              <a:buNone/>
              <a:defRPr sz="700"/>
            </a:lvl2pPr>
            <a:lvl3pPr marL="479168" indent="0">
              <a:buNone/>
              <a:defRPr sz="600"/>
            </a:lvl3pPr>
            <a:lvl4pPr marL="718753" indent="0">
              <a:buNone/>
              <a:defRPr sz="500"/>
            </a:lvl4pPr>
            <a:lvl5pPr marL="958337" indent="0">
              <a:buNone/>
              <a:defRPr sz="500"/>
            </a:lvl5pPr>
            <a:lvl6pPr marL="1197921" indent="0">
              <a:buNone/>
              <a:defRPr sz="500"/>
            </a:lvl6pPr>
            <a:lvl7pPr marL="1437505" indent="0">
              <a:buNone/>
              <a:defRPr sz="500"/>
            </a:lvl7pPr>
            <a:lvl8pPr marL="1677090" indent="0">
              <a:buNone/>
              <a:defRPr sz="500"/>
            </a:lvl8pPr>
            <a:lvl9pPr marL="1916674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703158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11508" y="2394746"/>
            <a:ext cx="2484120" cy="282713"/>
          </a:xfrm>
        </p:spPr>
        <p:txBody>
          <a:bodyPr anchor="b"/>
          <a:lstStyle>
            <a:lvl1pPr algn="l">
              <a:defRPr sz="1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811508" y="305679"/>
            <a:ext cx="2484120" cy="2052638"/>
          </a:xfrm>
        </p:spPr>
        <p:txBody>
          <a:bodyPr/>
          <a:lstStyle>
            <a:lvl1pPr marL="0" indent="0">
              <a:buNone/>
              <a:defRPr sz="1700"/>
            </a:lvl1pPr>
            <a:lvl2pPr marL="239584" indent="0">
              <a:buNone/>
              <a:defRPr sz="1500"/>
            </a:lvl2pPr>
            <a:lvl3pPr marL="479168" indent="0">
              <a:buNone/>
              <a:defRPr sz="1300"/>
            </a:lvl3pPr>
            <a:lvl4pPr marL="718753" indent="0">
              <a:buNone/>
              <a:defRPr sz="1000"/>
            </a:lvl4pPr>
            <a:lvl5pPr marL="958337" indent="0">
              <a:buNone/>
              <a:defRPr sz="1000"/>
            </a:lvl5pPr>
            <a:lvl6pPr marL="1197921" indent="0">
              <a:buNone/>
              <a:defRPr sz="1000"/>
            </a:lvl6pPr>
            <a:lvl7pPr marL="1437505" indent="0">
              <a:buNone/>
              <a:defRPr sz="1000"/>
            </a:lvl7pPr>
            <a:lvl8pPr marL="1677090" indent="0">
              <a:buNone/>
              <a:defRPr sz="1000"/>
            </a:lvl8pPr>
            <a:lvl9pPr marL="1916674" indent="0">
              <a:buNone/>
              <a:defRPr sz="1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11508" y="2677458"/>
            <a:ext cx="2484120" cy="401499"/>
          </a:xfrm>
        </p:spPr>
        <p:txBody>
          <a:bodyPr/>
          <a:lstStyle>
            <a:lvl1pPr marL="0" indent="0">
              <a:buNone/>
              <a:defRPr sz="700"/>
            </a:lvl1pPr>
            <a:lvl2pPr marL="239584" indent="0">
              <a:buNone/>
              <a:defRPr sz="700"/>
            </a:lvl2pPr>
            <a:lvl3pPr marL="479168" indent="0">
              <a:buNone/>
              <a:defRPr sz="600"/>
            </a:lvl3pPr>
            <a:lvl4pPr marL="718753" indent="0">
              <a:buNone/>
              <a:defRPr sz="500"/>
            </a:lvl4pPr>
            <a:lvl5pPr marL="958337" indent="0">
              <a:buNone/>
              <a:defRPr sz="500"/>
            </a:lvl5pPr>
            <a:lvl6pPr marL="1197921" indent="0">
              <a:buNone/>
              <a:defRPr sz="500"/>
            </a:lvl6pPr>
            <a:lvl7pPr marL="1437505" indent="0">
              <a:buNone/>
              <a:defRPr sz="500"/>
            </a:lvl7pPr>
            <a:lvl8pPr marL="1677090" indent="0">
              <a:buNone/>
              <a:defRPr sz="500"/>
            </a:lvl8pPr>
            <a:lvl9pPr marL="1916674" indent="0">
              <a:buNone/>
              <a:defRPr sz="5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036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14981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3001645" y="137002"/>
            <a:ext cx="931546" cy="2918990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07013" y="137002"/>
            <a:ext cx="2725631" cy="2918990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549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07010" y="137002"/>
            <a:ext cx="3726180" cy="570178"/>
          </a:xfrm>
          <a:prstGeom prst="rect">
            <a:avLst/>
          </a:prstGeom>
        </p:spPr>
        <p:txBody>
          <a:bodyPr vert="horz" lIns="47917" tIns="23959" rIns="47917" bIns="23959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07010" y="798249"/>
            <a:ext cx="3726180" cy="2257744"/>
          </a:xfrm>
          <a:prstGeom prst="rect">
            <a:avLst/>
          </a:prstGeom>
        </p:spPr>
        <p:txBody>
          <a:bodyPr vert="horz" lIns="47917" tIns="23959" rIns="47917" bIns="23959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07012" y="3170820"/>
            <a:ext cx="966047" cy="182139"/>
          </a:xfrm>
          <a:prstGeom prst="rect">
            <a:avLst/>
          </a:prstGeom>
        </p:spPr>
        <p:txBody>
          <a:bodyPr vert="horz" lIns="47917" tIns="23959" rIns="47917" bIns="23959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5FA07-FE11-48AD-AB24-E261AC47F041}" type="datetimeFigureOut">
              <a:rPr lang="fr-FR" smtClean="0"/>
              <a:t>29/06/2017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414570" y="3170820"/>
            <a:ext cx="1311063" cy="182139"/>
          </a:xfrm>
          <a:prstGeom prst="rect">
            <a:avLst/>
          </a:prstGeom>
        </p:spPr>
        <p:txBody>
          <a:bodyPr vert="horz" lIns="47917" tIns="23959" rIns="47917" bIns="23959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2967145" y="3170820"/>
            <a:ext cx="966047" cy="182139"/>
          </a:xfrm>
          <a:prstGeom prst="rect">
            <a:avLst/>
          </a:prstGeom>
        </p:spPr>
        <p:txBody>
          <a:bodyPr vert="horz" lIns="47917" tIns="23959" rIns="47917" bIns="23959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A6D83F-4CF6-4E85-BF20-4AAE1AE5D4E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991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79168" rtl="0" eaLnBrk="1" latinLnBrk="0" hangingPunct="1">
        <a:spcBef>
          <a:spcPct val="0"/>
        </a:spcBef>
        <a:buNone/>
        <a:defRPr sz="2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9688" indent="-179688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1pPr>
      <a:lvl2pPr marL="389324" indent="-149740" algn="l" defTabSz="479168" rtl="0" eaLnBrk="1" latinLnBrk="0" hangingPunct="1">
        <a:spcBef>
          <a:spcPct val="20000"/>
        </a:spcBef>
        <a:buFont typeface="Arial" panose="020B060402020202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598961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3pPr>
      <a:lvl4pPr marL="838545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078130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»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317714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1557298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1796882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036466" indent="-119793" algn="l" defTabSz="479168" rtl="0" eaLnBrk="1" latinLnBrk="0" hangingPunct="1">
        <a:spcBef>
          <a:spcPct val="20000"/>
        </a:spcBef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1pPr>
      <a:lvl2pPr marL="239584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2pPr>
      <a:lvl3pPr marL="479168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3pPr>
      <a:lvl4pPr marL="718753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958337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5pPr>
      <a:lvl6pPr marL="1197921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1437505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7pPr>
      <a:lvl8pPr marL="1677090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8pPr>
      <a:lvl9pPr marL="1916674" algn="l" defTabSz="479168" rtl="0" eaLnBrk="1" latinLnBrk="0" hangingPunct="1">
        <a:defRPr sz="9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2" name="Connecteur droit 131"/>
          <p:cNvCxnSpPr/>
          <p:nvPr/>
        </p:nvCxnSpPr>
        <p:spPr>
          <a:xfrm>
            <a:off x="190052" y="2970000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3" name="Connecteur droit 132"/>
          <p:cNvCxnSpPr/>
          <p:nvPr/>
        </p:nvCxnSpPr>
        <p:spPr>
          <a:xfrm>
            <a:off x="1270172" y="2970336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" name="Connecteur droit 148"/>
          <p:cNvCxnSpPr/>
          <p:nvPr/>
        </p:nvCxnSpPr>
        <p:spPr>
          <a:xfrm>
            <a:off x="1642813" y="2970336"/>
            <a:ext cx="79208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Connecteur droit 171"/>
          <p:cNvCxnSpPr/>
          <p:nvPr/>
        </p:nvCxnSpPr>
        <p:spPr>
          <a:xfrm>
            <a:off x="2425862" y="2970000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Connecteur droit 172"/>
          <p:cNvCxnSpPr/>
          <p:nvPr/>
        </p:nvCxnSpPr>
        <p:spPr>
          <a:xfrm>
            <a:off x="3502420" y="2970000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Connecteur droit 173"/>
          <p:cNvCxnSpPr/>
          <p:nvPr/>
        </p:nvCxnSpPr>
        <p:spPr>
          <a:xfrm>
            <a:off x="3502420" y="3271316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5" name="Connecteur droit 174"/>
          <p:cNvCxnSpPr/>
          <p:nvPr/>
        </p:nvCxnSpPr>
        <p:spPr>
          <a:xfrm>
            <a:off x="3502420" y="3394800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Connecteur droit 175"/>
          <p:cNvCxnSpPr/>
          <p:nvPr/>
        </p:nvCxnSpPr>
        <p:spPr>
          <a:xfrm>
            <a:off x="2782340" y="2970336"/>
            <a:ext cx="72008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Connecteur droit 176"/>
          <p:cNvCxnSpPr/>
          <p:nvPr/>
        </p:nvCxnSpPr>
        <p:spPr>
          <a:xfrm>
            <a:off x="2782340" y="2970336"/>
            <a:ext cx="720080" cy="30098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necteur droit 177"/>
          <p:cNvCxnSpPr/>
          <p:nvPr/>
        </p:nvCxnSpPr>
        <p:spPr>
          <a:xfrm>
            <a:off x="2782340" y="2970336"/>
            <a:ext cx="727920" cy="42446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9" name="ZoneTexte 178"/>
          <p:cNvSpPr txBox="1"/>
          <p:nvPr/>
        </p:nvSpPr>
        <p:spPr>
          <a:xfrm>
            <a:off x="-18817" y="18008"/>
            <a:ext cx="7777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Free 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0" name="ZoneTexte 179"/>
          <p:cNvSpPr txBox="1"/>
          <p:nvPr/>
        </p:nvSpPr>
        <p:spPr>
          <a:xfrm>
            <a:off x="912713" y="18008"/>
            <a:ext cx="10775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Crystal 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field</a:t>
            </a:r>
            <a:endParaRPr lang="fr-FR" sz="14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1" name="ZoneTexte 180"/>
          <p:cNvSpPr txBox="1"/>
          <p:nvPr/>
        </p:nvSpPr>
        <p:spPr>
          <a:xfrm>
            <a:off x="2028648" y="18008"/>
            <a:ext cx="11929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Biaxial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strain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(D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2d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2" name="ZoneTexte 181"/>
          <p:cNvSpPr txBox="1"/>
          <p:nvPr/>
        </p:nvSpPr>
        <p:spPr>
          <a:xfrm>
            <a:off x="3243620" y="18008"/>
            <a:ext cx="9509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Spin-</a:t>
            </a:r>
            <a:r>
              <a:rPr lang="fr-FR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Orbit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13883" y="2662559"/>
            <a:ext cx="34336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sz="1400" dirty="0"/>
          </a:p>
        </p:txBody>
      </p:sp>
      <p:sp>
        <p:nvSpPr>
          <p:cNvPr id="184" name="Rectangle 183"/>
          <p:cNvSpPr/>
          <p:nvPr/>
        </p:nvSpPr>
        <p:spPr>
          <a:xfrm>
            <a:off x="1273734" y="2651859"/>
            <a:ext cx="43313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cxnSp>
        <p:nvCxnSpPr>
          <p:cNvPr id="185" name="Connecteur droit 184"/>
          <p:cNvCxnSpPr/>
          <p:nvPr/>
        </p:nvCxnSpPr>
        <p:spPr>
          <a:xfrm>
            <a:off x="478084" y="2970336"/>
            <a:ext cx="792088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6" name="Connecteur droit 185"/>
          <p:cNvCxnSpPr/>
          <p:nvPr/>
        </p:nvCxnSpPr>
        <p:spPr>
          <a:xfrm>
            <a:off x="190052" y="765468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7" name="Rectangle 186"/>
          <p:cNvSpPr/>
          <p:nvPr/>
        </p:nvSpPr>
        <p:spPr>
          <a:xfrm>
            <a:off x="188961" y="450056"/>
            <a:ext cx="37382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1400" dirty="0"/>
          </a:p>
        </p:txBody>
      </p:sp>
      <p:cxnSp>
        <p:nvCxnSpPr>
          <p:cNvPr id="188" name="Connecteur droit 187"/>
          <p:cNvCxnSpPr/>
          <p:nvPr/>
        </p:nvCxnSpPr>
        <p:spPr>
          <a:xfrm>
            <a:off x="1270172" y="1231200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9" name="Connecteur droit 188"/>
          <p:cNvCxnSpPr/>
          <p:nvPr/>
        </p:nvCxnSpPr>
        <p:spPr>
          <a:xfrm>
            <a:off x="550092" y="765468"/>
            <a:ext cx="741208" cy="476676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0" name="Rectangle 189"/>
          <p:cNvSpPr/>
          <p:nvPr/>
        </p:nvSpPr>
        <p:spPr>
          <a:xfrm>
            <a:off x="1637367" y="1078383"/>
            <a:ext cx="4122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cxnSp>
        <p:nvCxnSpPr>
          <p:cNvPr id="191" name="Connecteur droit avec flèche 190"/>
          <p:cNvCxnSpPr/>
          <p:nvPr/>
        </p:nvCxnSpPr>
        <p:spPr>
          <a:xfrm>
            <a:off x="1441062" y="1386160"/>
            <a:ext cx="0" cy="1201015"/>
          </a:xfrm>
          <a:prstGeom prst="straightConnector1">
            <a:avLst/>
          </a:prstGeom>
          <a:ln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7"/>
          <p:cNvSpPr txBox="1">
            <a:spLocks noChangeArrowheads="1"/>
          </p:cNvSpPr>
          <p:nvPr/>
        </p:nvSpPr>
        <p:spPr bwMode="auto">
          <a:xfrm>
            <a:off x="1422285" y="1857110"/>
            <a:ext cx="10020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altLang="zh-CN" sz="1400" dirty="0" smtClean="0">
                <a:latin typeface="Times New Roman" pitchFamily="18" charset="0"/>
                <a:ea typeface="宋体" pitchFamily="2" charset="-122"/>
                <a:sym typeface="Symbol" pitchFamily="18" charset="2"/>
              </a:rPr>
              <a:t>~2,2 eV</a:t>
            </a:r>
            <a:endParaRPr lang="en-US" altLang="zh-CN" sz="1400" dirty="0">
              <a:latin typeface="Times New Roman" pitchFamily="18" charset="0"/>
              <a:ea typeface="宋体" pitchFamily="2" charset="-122"/>
            </a:endParaRPr>
          </a:p>
        </p:txBody>
      </p:sp>
      <p:sp>
        <p:nvSpPr>
          <p:cNvPr id="193" name="ZoneTexte 192"/>
          <p:cNvSpPr txBox="1"/>
          <p:nvPr/>
        </p:nvSpPr>
        <p:spPr>
          <a:xfrm rot="10800000" flipV="1">
            <a:off x="2038857" y="821457"/>
            <a:ext cx="4828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(…)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94" name="Connecteur droit 193"/>
          <p:cNvCxnSpPr/>
          <p:nvPr/>
        </p:nvCxnSpPr>
        <p:spPr>
          <a:xfrm>
            <a:off x="1261042" y="954112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5" name="Connecteur droit 194"/>
          <p:cNvCxnSpPr/>
          <p:nvPr/>
        </p:nvCxnSpPr>
        <p:spPr>
          <a:xfrm>
            <a:off x="1261042" y="738088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6" name="Connecteur droit 195"/>
          <p:cNvCxnSpPr/>
          <p:nvPr/>
        </p:nvCxnSpPr>
        <p:spPr>
          <a:xfrm>
            <a:off x="1261042" y="805086"/>
            <a:ext cx="360040" cy="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Rectangle 196"/>
          <p:cNvSpPr/>
          <p:nvPr/>
        </p:nvSpPr>
        <p:spPr>
          <a:xfrm>
            <a:off x="1649804" y="841242"/>
            <a:ext cx="4122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sz="1400" baseline="-25000" dirty="0"/>
          </a:p>
        </p:txBody>
      </p:sp>
      <p:sp>
        <p:nvSpPr>
          <p:cNvPr id="198" name="Rectangle 197"/>
          <p:cNvSpPr/>
          <p:nvPr/>
        </p:nvSpPr>
        <p:spPr>
          <a:xfrm>
            <a:off x="1630212" y="571513"/>
            <a:ext cx="66236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1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fr-FR" sz="14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fr-FR" sz="1400" baseline="30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fr-FR" sz="1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en-US" sz="1400" baseline="30000" dirty="0"/>
          </a:p>
        </p:txBody>
      </p:sp>
      <p:cxnSp>
        <p:nvCxnSpPr>
          <p:cNvPr id="199" name="Connecteur droit 198"/>
          <p:cNvCxnSpPr/>
          <p:nvPr/>
        </p:nvCxnSpPr>
        <p:spPr>
          <a:xfrm>
            <a:off x="540962" y="765468"/>
            <a:ext cx="732772" cy="18864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Connecteur droit 199"/>
          <p:cNvCxnSpPr/>
          <p:nvPr/>
        </p:nvCxnSpPr>
        <p:spPr>
          <a:xfrm>
            <a:off x="528964" y="762119"/>
            <a:ext cx="741208" cy="42967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Connecteur droit 200"/>
          <p:cNvCxnSpPr/>
          <p:nvPr/>
        </p:nvCxnSpPr>
        <p:spPr>
          <a:xfrm flipV="1">
            <a:off x="540962" y="738088"/>
            <a:ext cx="750338" cy="24031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84281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wrap="none">
        <a:spAutoFit/>
      </a:bodyPr>
      <a:lstStyle>
        <a:defPPr>
          <a:defRPr sz="1400" baseline="30000" dirty="0" smtClean="0">
            <a:latin typeface="Times New Roman" panose="02020603050405020304" pitchFamily="18" charset="0"/>
            <a:cs typeface="Times New Roman" panose="02020603050405020304" pitchFamily="18" charset="0"/>
          </a:defRPr>
        </a:defPPr>
      </a:lstStyle>
    </a:sp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27</Words>
  <Application>Microsoft Office PowerPoint</Application>
  <PresentationFormat>Personnalisé</PresentationFormat>
  <Paragraphs>14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7</cp:revision>
  <dcterms:created xsi:type="dcterms:W3CDTF">2017-06-15T10:59:57Z</dcterms:created>
  <dcterms:modified xsi:type="dcterms:W3CDTF">2017-06-29T14:01:39Z</dcterms:modified>
</cp:coreProperties>
</file>