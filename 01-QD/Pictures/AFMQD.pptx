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5400675" cy="3060700"/>
  <p:notesSz cx="6858000" cy="9144000"/>
  <p:defaultTextStyle>
    <a:defPPr>
      <a:defRPr lang="fr-FR"/>
    </a:defPPr>
    <a:lvl1pPr marL="0" algn="l" defTabSz="48344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1pPr>
    <a:lvl2pPr marL="241722" algn="l" defTabSz="48344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483443" algn="l" defTabSz="48344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725165" algn="l" defTabSz="48344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966887" algn="l" defTabSz="48344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1208608" algn="l" defTabSz="48344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6pPr>
    <a:lvl7pPr marL="1450330" algn="l" defTabSz="48344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7pPr>
    <a:lvl8pPr marL="1692051" algn="l" defTabSz="48344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8pPr>
    <a:lvl9pPr marL="1933773" algn="l" defTabSz="48344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-2064" y="-1008"/>
      </p:cViewPr>
      <p:guideLst>
        <p:guide orient="horz" pos="964"/>
        <p:guide pos="170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405051" y="950801"/>
            <a:ext cx="4590574" cy="656067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810101" y="1734397"/>
            <a:ext cx="3780473" cy="78217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417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834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251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9668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086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4503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69205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933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3A7AC-BA5E-4C82-8BF5-52AF0EA4B3B4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402D42-3F48-45E8-A4F1-087944BA8EB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05462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3A7AC-BA5E-4C82-8BF5-52AF0EA4B3B4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402D42-3F48-45E8-A4F1-087944BA8EB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5104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26616" y="1966783"/>
            <a:ext cx="4590574" cy="607889"/>
          </a:xfrm>
        </p:spPr>
        <p:txBody>
          <a:bodyPr anchor="t"/>
          <a:lstStyle>
            <a:lvl1pPr algn="l">
              <a:defRPr sz="21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26616" y="1297255"/>
            <a:ext cx="4590574" cy="669528"/>
          </a:xfrm>
        </p:spPr>
        <p:txBody>
          <a:bodyPr anchor="b"/>
          <a:lstStyle>
            <a:lvl1pPr marL="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1pPr>
            <a:lvl2pPr marL="241722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2pPr>
            <a:lvl3pPr marL="483443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3pPr>
            <a:lvl4pPr marL="725165" indent="0">
              <a:buNone/>
              <a:defRPr sz="700">
                <a:solidFill>
                  <a:schemeClr val="tx1">
                    <a:tint val="75000"/>
                  </a:schemeClr>
                </a:solidFill>
              </a:defRPr>
            </a:lvl4pPr>
            <a:lvl5pPr marL="966887" indent="0">
              <a:buNone/>
              <a:defRPr sz="700">
                <a:solidFill>
                  <a:schemeClr val="tx1">
                    <a:tint val="75000"/>
                  </a:schemeClr>
                </a:solidFill>
              </a:defRPr>
            </a:lvl5pPr>
            <a:lvl6pPr marL="1208608" indent="0">
              <a:buNone/>
              <a:defRPr sz="700">
                <a:solidFill>
                  <a:schemeClr val="tx1">
                    <a:tint val="75000"/>
                  </a:schemeClr>
                </a:solidFill>
              </a:defRPr>
            </a:lvl6pPr>
            <a:lvl7pPr marL="1450330" indent="0">
              <a:buNone/>
              <a:defRPr sz="700">
                <a:solidFill>
                  <a:schemeClr val="tx1">
                    <a:tint val="75000"/>
                  </a:schemeClr>
                </a:solidFill>
              </a:defRPr>
            </a:lvl7pPr>
            <a:lvl8pPr marL="1692051" indent="0">
              <a:buNone/>
              <a:defRPr sz="700">
                <a:solidFill>
                  <a:schemeClr val="tx1">
                    <a:tint val="75000"/>
                  </a:schemeClr>
                </a:solidFill>
              </a:defRPr>
            </a:lvl8pPr>
            <a:lvl9pPr marL="1933773" indent="0">
              <a:buNone/>
              <a:defRPr sz="7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3A7AC-BA5E-4C82-8BF5-52AF0EA4B3B4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402D42-3F48-45E8-A4F1-087944BA8EB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253902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59395" y="318823"/>
            <a:ext cx="1390487" cy="901206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639893" y="318823"/>
            <a:ext cx="1390486" cy="901206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3A7AC-BA5E-4C82-8BF5-52AF0EA4B3B4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402D42-3F48-45E8-A4F1-087944BA8EB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76402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70034" y="122570"/>
            <a:ext cx="4860608" cy="510117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70034" y="685115"/>
            <a:ext cx="2386236" cy="285523"/>
          </a:xfrm>
        </p:spPr>
        <p:txBody>
          <a:bodyPr anchor="b"/>
          <a:lstStyle>
            <a:lvl1pPr marL="0" indent="0">
              <a:buNone/>
              <a:defRPr sz="1300" b="1"/>
            </a:lvl1pPr>
            <a:lvl2pPr marL="241722" indent="0">
              <a:buNone/>
              <a:defRPr sz="1100" b="1"/>
            </a:lvl2pPr>
            <a:lvl3pPr marL="483443" indent="0">
              <a:buNone/>
              <a:defRPr sz="1000" b="1"/>
            </a:lvl3pPr>
            <a:lvl4pPr marL="725165" indent="0">
              <a:buNone/>
              <a:defRPr sz="800" b="1"/>
            </a:lvl4pPr>
            <a:lvl5pPr marL="966887" indent="0">
              <a:buNone/>
              <a:defRPr sz="800" b="1"/>
            </a:lvl5pPr>
            <a:lvl6pPr marL="1208608" indent="0">
              <a:buNone/>
              <a:defRPr sz="800" b="1"/>
            </a:lvl6pPr>
            <a:lvl7pPr marL="1450330" indent="0">
              <a:buNone/>
              <a:defRPr sz="800" b="1"/>
            </a:lvl7pPr>
            <a:lvl8pPr marL="1692051" indent="0">
              <a:buNone/>
              <a:defRPr sz="800" b="1"/>
            </a:lvl8pPr>
            <a:lvl9pPr marL="1933773" indent="0">
              <a:buNone/>
              <a:defRPr sz="8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70034" y="970639"/>
            <a:ext cx="2386236" cy="1763445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1000"/>
            </a:lvl3pPr>
            <a:lvl4pPr>
              <a:defRPr sz="800"/>
            </a:lvl4pPr>
            <a:lvl5pPr>
              <a:defRPr sz="800"/>
            </a:lvl5pPr>
            <a:lvl6pPr>
              <a:defRPr sz="800"/>
            </a:lvl6pPr>
            <a:lvl7pPr>
              <a:defRPr sz="800"/>
            </a:lvl7pPr>
            <a:lvl8pPr>
              <a:defRPr sz="800"/>
            </a:lvl8pPr>
            <a:lvl9pPr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2743468" y="685115"/>
            <a:ext cx="2387173" cy="285523"/>
          </a:xfrm>
        </p:spPr>
        <p:txBody>
          <a:bodyPr anchor="b"/>
          <a:lstStyle>
            <a:lvl1pPr marL="0" indent="0">
              <a:buNone/>
              <a:defRPr sz="1300" b="1"/>
            </a:lvl1pPr>
            <a:lvl2pPr marL="241722" indent="0">
              <a:buNone/>
              <a:defRPr sz="1100" b="1"/>
            </a:lvl2pPr>
            <a:lvl3pPr marL="483443" indent="0">
              <a:buNone/>
              <a:defRPr sz="1000" b="1"/>
            </a:lvl3pPr>
            <a:lvl4pPr marL="725165" indent="0">
              <a:buNone/>
              <a:defRPr sz="800" b="1"/>
            </a:lvl4pPr>
            <a:lvl5pPr marL="966887" indent="0">
              <a:buNone/>
              <a:defRPr sz="800" b="1"/>
            </a:lvl5pPr>
            <a:lvl6pPr marL="1208608" indent="0">
              <a:buNone/>
              <a:defRPr sz="800" b="1"/>
            </a:lvl6pPr>
            <a:lvl7pPr marL="1450330" indent="0">
              <a:buNone/>
              <a:defRPr sz="800" b="1"/>
            </a:lvl7pPr>
            <a:lvl8pPr marL="1692051" indent="0">
              <a:buNone/>
              <a:defRPr sz="800" b="1"/>
            </a:lvl8pPr>
            <a:lvl9pPr marL="1933773" indent="0">
              <a:buNone/>
              <a:defRPr sz="8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2743468" y="970639"/>
            <a:ext cx="2387173" cy="1763445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1000"/>
            </a:lvl3pPr>
            <a:lvl4pPr>
              <a:defRPr sz="800"/>
            </a:lvl4pPr>
            <a:lvl5pPr>
              <a:defRPr sz="800"/>
            </a:lvl5pPr>
            <a:lvl6pPr>
              <a:defRPr sz="800"/>
            </a:lvl6pPr>
            <a:lvl7pPr>
              <a:defRPr sz="800"/>
            </a:lvl7pPr>
            <a:lvl8pPr>
              <a:defRPr sz="800"/>
            </a:lvl8pPr>
            <a:lvl9pPr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3A7AC-BA5E-4C82-8BF5-52AF0EA4B3B4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402D42-3F48-45E8-A4F1-087944BA8EB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40368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3A7AC-BA5E-4C82-8BF5-52AF0EA4B3B4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402D42-3F48-45E8-A4F1-087944BA8EB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55963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3A7AC-BA5E-4C82-8BF5-52AF0EA4B3B4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402D42-3F48-45E8-A4F1-087944BA8EB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326528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70034" y="121861"/>
            <a:ext cx="1776785" cy="518619"/>
          </a:xfrm>
        </p:spPr>
        <p:txBody>
          <a:bodyPr anchor="b"/>
          <a:lstStyle>
            <a:lvl1pPr algn="l">
              <a:defRPr sz="11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111514" y="121861"/>
            <a:ext cx="3019127" cy="2612223"/>
          </a:xfrm>
        </p:spPr>
        <p:txBody>
          <a:bodyPr/>
          <a:lstStyle>
            <a:lvl1pPr>
              <a:defRPr sz="1700"/>
            </a:lvl1pPr>
            <a:lvl2pPr>
              <a:defRPr sz="1500"/>
            </a:lvl2pPr>
            <a:lvl3pPr>
              <a:defRPr sz="13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70034" y="640480"/>
            <a:ext cx="1776785" cy="2093604"/>
          </a:xfrm>
        </p:spPr>
        <p:txBody>
          <a:bodyPr/>
          <a:lstStyle>
            <a:lvl1pPr marL="0" indent="0">
              <a:buNone/>
              <a:defRPr sz="700"/>
            </a:lvl1pPr>
            <a:lvl2pPr marL="241722" indent="0">
              <a:buNone/>
              <a:defRPr sz="600"/>
            </a:lvl2pPr>
            <a:lvl3pPr marL="483443" indent="0">
              <a:buNone/>
              <a:defRPr sz="500"/>
            </a:lvl3pPr>
            <a:lvl4pPr marL="725165" indent="0">
              <a:buNone/>
              <a:defRPr sz="500"/>
            </a:lvl4pPr>
            <a:lvl5pPr marL="966887" indent="0">
              <a:buNone/>
              <a:defRPr sz="500"/>
            </a:lvl5pPr>
            <a:lvl6pPr marL="1208608" indent="0">
              <a:buNone/>
              <a:defRPr sz="500"/>
            </a:lvl6pPr>
            <a:lvl7pPr marL="1450330" indent="0">
              <a:buNone/>
              <a:defRPr sz="500"/>
            </a:lvl7pPr>
            <a:lvl8pPr marL="1692051" indent="0">
              <a:buNone/>
              <a:defRPr sz="500"/>
            </a:lvl8pPr>
            <a:lvl9pPr marL="1933773" indent="0">
              <a:buNone/>
              <a:defRPr sz="5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3A7AC-BA5E-4C82-8BF5-52AF0EA4B3B4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402D42-3F48-45E8-A4F1-087944BA8EB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15665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058570" y="2142490"/>
            <a:ext cx="3240405" cy="252933"/>
          </a:xfrm>
        </p:spPr>
        <p:txBody>
          <a:bodyPr anchor="b"/>
          <a:lstStyle>
            <a:lvl1pPr algn="l">
              <a:defRPr sz="11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058570" y="273479"/>
            <a:ext cx="3240405" cy="1836420"/>
          </a:xfrm>
        </p:spPr>
        <p:txBody>
          <a:bodyPr/>
          <a:lstStyle>
            <a:lvl1pPr marL="0" indent="0">
              <a:buNone/>
              <a:defRPr sz="1700"/>
            </a:lvl1pPr>
            <a:lvl2pPr marL="241722" indent="0">
              <a:buNone/>
              <a:defRPr sz="1500"/>
            </a:lvl2pPr>
            <a:lvl3pPr marL="483443" indent="0">
              <a:buNone/>
              <a:defRPr sz="1300"/>
            </a:lvl3pPr>
            <a:lvl4pPr marL="725165" indent="0">
              <a:buNone/>
              <a:defRPr sz="1100"/>
            </a:lvl4pPr>
            <a:lvl5pPr marL="966887" indent="0">
              <a:buNone/>
              <a:defRPr sz="1100"/>
            </a:lvl5pPr>
            <a:lvl6pPr marL="1208608" indent="0">
              <a:buNone/>
              <a:defRPr sz="1100"/>
            </a:lvl6pPr>
            <a:lvl7pPr marL="1450330" indent="0">
              <a:buNone/>
              <a:defRPr sz="1100"/>
            </a:lvl7pPr>
            <a:lvl8pPr marL="1692051" indent="0">
              <a:buNone/>
              <a:defRPr sz="1100"/>
            </a:lvl8pPr>
            <a:lvl9pPr marL="1933773" indent="0">
              <a:buNone/>
              <a:defRPr sz="11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058570" y="2395423"/>
            <a:ext cx="3240405" cy="359207"/>
          </a:xfrm>
        </p:spPr>
        <p:txBody>
          <a:bodyPr/>
          <a:lstStyle>
            <a:lvl1pPr marL="0" indent="0">
              <a:buNone/>
              <a:defRPr sz="700"/>
            </a:lvl1pPr>
            <a:lvl2pPr marL="241722" indent="0">
              <a:buNone/>
              <a:defRPr sz="600"/>
            </a:lvl2pPr>
            <a:lvl3pPr marL="483443" indent="0">
              <a:buNone/>
              <a:defRPr sz="500"/>
            </a:lvl3pPr>
            <a:lvl4pPr marL="725165" indent="0">
              <a:buNone/>
              <a:defRPr sz="500"/>
            </a:lvl4pPr>
            <a:lvl5pPr marL="966887" indent="0">
              <a:buNone/>
              <a:defRPr sz="500"/>
            </a:lvl5pPr>
            <a:lvl6pPr marL="1208608" indent="0">
              <a:buNone/>
              <a:defRPr sz="500"/>
            </a:lvl6pPr>
            <a:lvl7pPr marL="1450330" indent="0">
              <a:buNone/>
              <a:defRPr sz="500"/>
            </a:lvl7pPr>
            <a:lvl8pPr marL="1692051" indent="0">
              <a:buNone/>
              <a:defRPr sz="500"/>
            </a:lvl8pPr>
            <a:lvl9pPr marL="1933773" indent="0">
              <a:buNone/>
              <a:defRPr sz="5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3A7AC-BA5E-4C82-8BF5-52AF0EA4B3B4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402D42-3F48-45E8-A4F1-087944BA8EB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48239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3A7AC-BA5E-4C82-8BF5-52AF0EA4B3B4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402D42-3F48-45E8-A4F1-087944BA8EB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47104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2313102" y="54554"/>
            <a:ext cx="717277" cy="1165475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59395" y="54554"/>
            <a:ext cx="2063696" cy="1165475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3A7AC-BA5E-4C82-8BF5-52AF0EA4B3B4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402D42-3F48-45E8-A4F1-087944BA8EB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23425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270034" y="122570"/>
            <a:ext cx="4860608" cy="510117"/>
          </a:xfrm>
          <a:prstGeom prst="rect">
            <a:avLst/>
          </a:prstGeom>
        </p:spPr>
        <p:txBody>
          <a:bodyPr vert="horz" lIns="48344" tIns="24172" rIns="48344" bIns="24172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70034" y="714163"/>
            <a:ext cx="4860608" cy="2019921"/>
          </a:xfrm>
          <a:prstGeom prst="rect">
            <a:avLst/>
          </a:prstGeom>
        </p:spPr>
        <p:txBody>
          <a:bodyPr vert="horz" lIns="48344" tIns="24172" rIns="48344" bIns="24172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270034" y="2836816"/>
            <a:ext cx="1260158" cy="162954"/>
          </a:xfrm>
          <a:prstGeom prst="rect">
            <a:avLst/>
          </a:prstGeom>
        </p:spPr>
        <p:txBody>
          <a:bodyPr vert="horz" lIns="48344" tIns="24172" rIns="48344" bIns="24172" rtlCol="0" anchor="ctr"/>
          <a:lstStyle>
            <a:lvl1pPr algn="l">
              <a:defRPr sz="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83A7AC-BA5E-4C82-8BF5-52AF0EA4B3B4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845231" y="2836816"/>
            <a:ext cx="1710214" cy="162954"/>
          </a:xfrm>
          <a:prstGeom prst="rect">
            <a:avLst/>
          </a:prstGeom>
        </p:spPr>
        <p:txBody>
          <a:bodyPr vert="horz" lIns="48344" tIns="24172" rIns="48344" bIns="24172" rtlCol="0" anchor="ctr"/>
          <a:lstStyle>
            <a:lvl1pPr algn="ctr">
              <a:defRPr sz="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3870484" y="2836816"/>
            <a:ext cx="1260158" cy="162954"/>
          </a:xfrm>
          <a:prstGeom prst="rect">
            <a:avLst/>
          </a:prstGeom>
        </p:spPr>
        <p:txBody>
          <a:bodyPr vert="horz" lIns="48344" tIns="24172" rIns="48344" bIns="24172" rtlCol="0" anchor="ctr"/>
          <a:lstStyle>
            <a:lvl1pPr algn="r">
              <a:defRPr sz="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402D42-3F48-45E8-A4F1-087944BA8EB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4336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83443" rtl="0" eaLnBrk="1" latinLnBrk="0" hangingPunct="1">
        <a:spcBef>
          <a:spcPct val="0"/>
        </a:spcBef>
        <a:buNone/>
        <a:defRPr sz="2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1291" indent="-181291" algn="l" defTabSz="483443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392798" indent="-151076" algn="l" defTabSz="483443" rtl="0" eaLnBrk="1" latinLnBrk="0" hangingPunct="1">
        <a:spcBef>
          <a:spcPct val="20000"/>
        </a:spcBef>
        <a:buFont typeface="Arial" panose="020B0604020202020204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604304" indent="-120861" algn="l" defTabSz="483443" rtl="0" eaLnBrk="1" latinLnBrk="0" hangingPunct="1">
        <a:spcBef>
          <a:spcPct val="20000"/>
        </a:spcBef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846026" indent="-120861" algn="l" defTabSz="483443" rtl="0" eaLnBrk="1" latinLnBrk="0" hangingPunct="1">
        <a:spcBef>
          <a:spcPct val="20000"/>
        </a:spcBef>
        <a:buFont typeface="Arial" panose="020B0604020202020204" pitchFamily="34" charset="0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1087747" indent="-120861" algn="l" defTabSz="483443" rtl="0" eaLnBrk="1" latinLnBrk="0" hangingPunct="1">
        <a:spcBef>
          <a:spcPct val="20000"/>
        </a:spcBef>
        <a:buFont typeface="Arial" panose="020B0604020202020204" pitchFamily="34" charset="0"/>
        <a:buChar char="»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29469" indent="-120861" algn="l" defTabSz="483443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6pPr>
      <a:lvl7pPr marL="1571191" indent="-120861" algn="l" defTabSz="483443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1812912" indent="-120861" algn="l" defTabSz="483443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8pPr>
      <a:lvl9pPr marL="2054634" indent="-120861" algn="l" defTabSz="483443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483443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241722" algn="l" defTabSz="483443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483443" algn="l" defTabSz="483443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725165" algn="l" defTabSz="483443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966887" algn="l" defTabSz="483443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208608" algn="l" defTabSz="483443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1450330" algn="l" defTabSz="483443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1692051" algn="l" defTabSz="483443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1933773" algn="l" defTabSz="483443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399087" cy="3330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3088130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Personnalisé</PresentationFormat>
  <Paragraphs>0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1</cp:revision>
  <dcterms:created xsi:type="dcterms:W3CDTF">2017-06-29T13:51:01Z</dcterms:created>
  <dcterms:modified xsi:type="dcterms:W3CDTF">2017-06-29T13:51:39Z</dcterms:modified>
</cp:coreProperties>
</file>