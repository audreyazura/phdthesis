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121400" cy="3060700"/>
  <p:notesSz cx="6858000" cy="9144000"/>
  <p:defaultTextStyle>
    <a:defPPr>
      <a:defRPr lang="fr-FR"/>
    </a:defPPr>
    <a:lvl1pPr marL="0" algn="l" defTabSz="48344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41722" algn="l" defTabSz="48344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483443" algn="l" defTabSz="48344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725165" algn="l" defTabSz="48344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966887" algn="l" defTabSz="48344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208608" algn="l" defTabSz="48344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1450330" algn="l" defTabSz="48344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1692051" algn="l" defTabSz="48344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1933773" algn="l" defTabSz="48344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812" y="-1008"/>
      </p:cViewPr>
      <p:guideLst>
        <p:guide orient="horz" pos="964"/>
        <p:guide pos="19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59106" y="950802"/>
            <a:ext cx="5203190" cy="65606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18210" y="1734398"/>
            <a:ext cx="4284981" cy="78217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41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834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25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66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08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50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92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33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3A7AC-BA5E-4C82-8BF5-52AF0EA4B3B4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2D42-3F48-45E8-A4F1-087944BA8E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0546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3A7AC-BA5E-4C82-8BF5-52AF0EA4B3B4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2D42-3F48-45E8-A4F1-087944BA8E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5104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3548" y="1966784"/>
            <a:ext cx="5203190" cy="607889"/>
          </a:xfrm>
        </p:spPr>
        <p:txBody>
          <a:bodyPr anchor="t"/>
          <a:lstStyle>
            <a:lvl1pPr algn="l">
              <a:defRPr sz="21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83548" y="1297255"/>
            <a:ext cx="5203190" cy="669528"/>
          </a:xfrm>
        </p:spPr>
        <p:txBody>
          <a:bodyPr anchor="b"/>
          <a:lstStyle>
            <a:lvl1pPr marL="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1pPr>
            <a:lvl2pPr marL="241722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83443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725165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66887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208608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45033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92051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933773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3A7AC-BA5E-4C82-8BF5-52AF0EA4B3B4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2D42-3F48-45E8-A4F1-087944BA8E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390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80667" y="318823"/>
            <a:ext cx="1576049" cy="901206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858738" y="318823"/>
            <a:ext cx="1576048" cy="901206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3A7AC-BA5E-4C82-8BF5-52AF0EA4B3B4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2D42-3F48-45E8-A4F1-087944BA8E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40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6070" y="122571"/>
            <a:ext cx="5509261" cy="510117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6070" y="685115"/>
            <a:ext cx="2704681" cy="285523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41722" indent="0">
              <a:buNone/>
              <a:defRPr sz="1100" b="1"/>
            </a:lvl2pPr>
            <a:lvl3pPr marL="483443" indent="0">
              <a:buNone/>
              <a:defRPr sz="1000" b="1"/>
            </a:lvl3pPr>
            <a:lvl4pPr marL="725165" indent="0">
              <a:buNone/>
              <a:defRPr sz="800" b="1"/>
            </a:lvl4pPr>
            <a:lvl5pPr marL="966887" indent="0">
              <a:buNone/>
              <a:defRPr sz="800" b="1"/>
            </a:lvl5pPr>
            <a:lvl6pPr marL="1208608" indent="0">
              <a:buNone/>
              <a:defRPr sz="800" b="1"/>
            </a:lvl6pPr>
            <a:lvl7pPr marL="1450330" indent="0">
              <a:buNone/>
              <a:defRPr sz="800" b="1"/>
            </a:lvl7pPr>
            <a:lvl8pPr marL="1692051" indent="0">
              <a:buNone/>
              <a:defRPr sz="800" b="1"/>
            </a:lvl8pPr>
            <a:lvl9pPr marL="1933773" indent="0">
              <a:buNone/>
              <a:defRPr sz="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06070" y="970640"/>
            <a:ext cx="2704681" cy="1763445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109587" y="685115"/>
            <a:ext cx="2705743" cy="285523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41722" indent="0">
              <a:buNone/>
              <a:defRPr sz="1100" b="1"/>
            </a:lvl2pPr>
            <a:lvl3pPr marL="483443" indent="0">
              <a:buNone/>
              <a:defRPr sz="1000" b="1"/>
            </a:lvl3pPr>
            <a:lvl4pPr marL="725165" indent="0">
              <a:buNone/>
              <a:defRPr sz="800" b="1"/>
            </a:lvl4pPr>
            <a:lvl5pPr marL="966887" indent="0">
              <a:buNone/>
              <a:defRPr sz="800" b="1"/>
            </a:lvl5pPr>
            <a:lvl6pPr marL="1208608" indent="0">
              <a:buNone/>
              <a:defRPr sz="800" b="1"/>
            </a:lvl6pPr>
            <a:lvl7pPr marL="1450330" indent="0">
              <a:buNone/>
              <a:defRPr sz="800" b="1"/>
            </a:lvl7pPr>
            <a:lvl8pPr marL="1692051" indent="0">
              <a:buNone/>
              <a:defRPr sz="800" b="1"/>
            </a:lvl8pPr>
            <a:lvl9pPr marL="1933773" indent="0">
              <a:buNone/>
              <a:defRPr sz="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109587" y="970640"/>
            <a:ext cx="2705743" cy="1763445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3A7AC-BA5E-4C82-8BF5-52AF0EA4B3B4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2D42-3F48-45E8-A4F1-087944BA8E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4036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3A7AC-BA5E-4C82-8BF5-52AF0EA4B3B4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2D42-3F48-45E8-A4F1-087944BA8E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596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3A7AC-BA5E-4C82-8BF5-52AF0EA4B3B4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2D42-3F48-45E8-A4F1-087944BA8E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265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6071" y="121862"/>
            <a:ext cx="2013899" cy="518619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393298" y="121862"/>
            <a:ext cx="3422032" cy="2612223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06071" y="640480"/>
            <a:ext cx="2013899" cy="2093604"/>
          </a:xfrm>
        </p:spPr>
        <p:txBody>
          <a:bodyPr/>
          <a:lstStyle>
            <a:lvl1pPr marL="0" indent="0">
              <a:buNone/>
              <a:defRPr sz="700"/>
            </a:lvl1pPr>
            <a:lvl2pPr marL="241722" indent="0">
              <a:buNone/>
              <a:defRPr sz="600"/>
            </a:lvl2pPr>
            <a:lvl3pPr marL="483443" indent="0">
              <a:buNone/>
              <a:defRPr sz="500"/>
            </a:lvl3pPr>
            <a:lvl4pPr marL="725165" indent="0">
              <a:buNone/>
              <a:defRPr sz="500"/>
            </a:lvl4pPr>
            <a:lvl5pPr marL="966887" indent="0">
              <a:buNone/>
              <a:defRPr sz="500"/>
            </a:lvl5pPr>
            <a:lvl6pPr marL="1208608" indent="0">
              <a:buNone/>
              <a:defRPr sz="500"/>
            </a:lvl6pPr>
            <a:lvl7pPr marL="1450330" indent="0">
              <a:buNone/>
              <a:defRPr sz="500"/>
            </a:lvl7pPr>
            <a:lvl8pPr marL="1692051" indent="0">
              <a:buNone/>
              <a:defRPr sz="500"/>
            </a:lvl8pPr>
            <a:lvl9pPr marL="1933773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3A7AC-BA5E-4C82-8BF5-52AF0EA4B3B4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2D42-3F48-45E8-A4F1-087944BA8E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1566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99838" y="2142491"/>
            <a:ext cx="3672840" cy="252933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199838" y="273479"/>
            <a:ext cx="3672840" cy="1836420"/>
          </a:xfrm>
        </p:spPr>
        <p:txBody>
          <a:bodyPr/>
          <a:lstStyle>
            <a:lvl1pPr marL="0" indent="0">
              <a:buNone/>
              <a:defRPr sz="1700"/>
            </a:lvl1pPr>
            <a:lvl2pPr marL="241722" indent="0">
              <a:buNone/>
              <a:defRPr sz="1500"/>
            </a:lvl2pPr>
            <a:lvl3pPr marL="483443" indent="0">
              <a:buNone/>
              <a:defRPr sz="1300"/>
            </a:lvl3pPr>
            <a:lvl4pPr marL="725165" indent="0">
              <a:buNone/>
              <a:defRPr sz="1100"/>
            </a:lvl4pPr>
            <a:lvl5pPr marL="966887" indent="0">
              <a:buNone/>
              <a:defRPr sz="1100"/>
            </a:lvl5pPr>
            <a:lvl6pPr marL="1208608" indent="0">
              <a:buNone/>
              <a:defRPr sz="1100"/>
            </a:lvl6pPr>
            <a:lvl7pPr marL="1450330" indent="0">
              <a:buNone/>
              <a:defRPr sz="1100"/>
            </a:lvl7pPr>
            <a:lvl8pPr marL="1692051" indent="0">
              <a:buNone/>
              <a:defRPr sz="1100"/>
            </a:lvl8pPr>
            <a:lvl9pPr marL="1933773" indent="0">
              <a:buNone/>
              <a:defRPr sz="11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199838" y="2395424"/>
            <a:ext cx="3672840" cy="359207"/>
          </a:xfrm>
        </p:spPr>
        <p:txBody>
          <a:bodyPr/>
          <a:lstStyle>
            <a:lvl1pPr marL="0" indent="0">
              <a:buNone/>
              <a:defRPr sz="700"/>
            </a:lvl1pPr>
            <a:lvl2pPr marL="241722" indent="0">
              <a:buNone/>
              <a:defRPr sz="600"/>
            </a:lvl2pPr>
            <a:lvl3pPr marL="483443" indent="0">
              <a:buNone/>
              <a:defRPr sz="500"/>
            </a:lvl3pPr>
            <a:lvl4pPr marL="725165" indent="0">
              <a:buNone/>
              <a:defRPr sz="500"/>
            </a:lvl4pPr>
            <a:lvl5pPr marL="966887" indent="0">
              <a:buNone/>
              <a:defRPr sz="500"/>
            </a:lvl5pPr>
            <a:lvl6pPr marL="1208608" indent="0">
              <a:buNone/>
              <a:defRPr sz="500"/>
            </a:lvl6pPr>
            <a:lvl7pPr marL="1450330" indent="0">
              <a:buNone/>
              <a:defRPr sz="500"/>
            </a:lvl7pPr>
            <a:lvl8pPr marL="1692051" indent="0">
              <a:buNone/>
              <a:defRPr sz="500"/>
            </a:lvl8pPr>
            <a:lvl9pPr marL="1933773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3A7AC-BA5E-4C82-8BF5-52AF0EA4B3B4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2D42-3F48-45E8-A4F1-087944BA8E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8239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3A7AC-BA5E-4C82-8BF5-52AF0EA4B3B4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2D42-3F48-45E8-A4F1-087944BA8E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104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621788" y="54555"/>
            <a:ext cx="812998" cy="116547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80666" y="54555"/>
            <a:ext cx="2339098" cy="116547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3A7AC-BA5E-4C82-8BF5-52AF0EA4B3B4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2D42-3F48-45E8-A4F1-087944BA8E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425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06070" y="122571"/>
            <a:ext cx="5509261" cy="510117"/>
          </a:xfrm>
          <a:prstGeom prst="rect">
            <a:avLst/>
          </a:prstGeom>
        </p:spPr>
        <p:txBody>
          <a:bodyPr vert="horz" lIns="48344" tIns="24172" rIns="48344" bIns="24172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6070" y="714164"/>
            <a:ext cx="5509261" cy="2019921"/>
          </a:xfrm>
          <a:prstGeom prst="rect">
            <a:avLst/>
          </a:prstGeom>
        </p:spPr>
        <p:txBody>
          <a:bodyPr vert="horz" lIns="48344" tIns="24172" rIns="48344" bIns="24172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06070" y="2836816"/>
            <a:ext cx="1428327" cy="162954"/>
          </a:xfrm>
          <a:prstGeom prst="rect">
            <a:avLst/>
          </a:prstGeom>
        </p:spPr>
        <p:txBody>
          <a:bodyPr vert="horz" lIns="48344" tIns="24172" rIns="48344" bIns="24172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3A7AC-BA5E-4C82-8BF5-52AF0EA4B3B4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091479" y="2836816"/>
            <a:ext cx="1938444" cy="162954"/>
          </a:xfrm>
          <a:prstGeom prst="rect">
            <a:avLst/>
          </a:prstGeom>
        </p:spPr>
        <p:txBody>
          <a:bodyPr vert="horz" lIns="48344" tIns="24172" rIns="48344" bIns="24172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387004" y="2836816"/>
            <a:ext cx="1428327" cy="162954"/>
          </a:xfrm>
          <a:prstGeom prst="rect">
            <a:avLst/>
          </a:prstGeom>
        </p:spPr>
        <p:txBody>
          <a:bodyPr vert="horz" lIns="48344" tIns="24172" rIns="48344" bIns="24172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02D42-3F48-45E8-A4F1-087944BA8E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4336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83443" rtl="0" eaLnBrk="1" latinLnBrk="0" hangingPunct="1">
        <a:spcBef>
          <a:spcPct val="0"/>
        </a:spcBef>
        <a:buNone/>
        <a:defRPr sz="2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1291" indent="-181291" algn="l" defTabSz="483443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92798" indent="-151076" algn="l" defTabSz="483443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604304" indent="-120861" algn="l" defTabSz="483443" rtl="0" eaLnBrk="1" latinLnBrk="0" hangingPunct="1">
        <a:spcBef>
          <a:spcPct val="2000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46026" indent="-120861" algn="l" defTabSz="483443" rtl="0" eaLnBrk="1" latinLnBrk="0" hangingPunct="1">
        <a:spcBef>
          <a:spcPct val="20000"/>
        </a:spcBef>
        <a:buFont typeface="Arial" panose="020B0604020202020204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87747" indent="-120861" algn="l" defTabSz="483443" rtl="0" eaLnBrk="1" latinLnBrk="0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29469" indent="-120861" algn="l" defTabSz="483443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1191" indent="-120861" algn="l" defTabSz="483443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12912" indent="-120861" algn="l" defTabSz="483443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054634" indent="-120861" algn="l" defTabSz="483443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83443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41722" algn="l" defTabSz="483443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83443" algn="l" defTabSz="483443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25165" algn="l" defTabSz="483443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66887" algn="l" defTabSz="483443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08608" algn="l" defTabSz="483443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50330" algn="l" defTabSz="483443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692051" algn="l" defTabSz="483443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33773" algn="l" defTabSz="483443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399087" cy="333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8813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2</cp:revision>
  <dcterms:created xsi:type="dcterms:W3CDTF">2017-06-29T13:51:01Z</dcterms:created>
  <dcterms:modified xsi:type="dcterms:W3CDTF">2017-07-03T17:02:49Z</dcterms:modified>
</cp:coreProperties>
</file>