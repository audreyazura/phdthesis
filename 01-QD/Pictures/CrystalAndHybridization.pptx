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0135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168" y="-126"/>
      </p:cViewPr>
      <p:guideLst>
        <p:guide orient="horz" pos="2160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10101" y="2130426"/>
            <a:ext cx="9181148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620203" y="3886200"/>
            <a:ext cx="756094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849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3066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53232" y="4406901"/>
            <a:ext cx="918114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53232" y="2906713"/>
            <a:ext cx="918114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12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40068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490686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283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0068" y="1535113"/>
            <a:ext cx="477247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40068" y="2174875"/>
            <a:ext cx="477247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486936" y="1535113"/>
            <a:ext cx="477434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486936" y="2174875"/>
            <a:ext cx="477434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4946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7380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4202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0068" y="273050"/>
            <a:ext cx="3553570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23028" y="273051"/>
            <a:ext cx="603825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40068" y="1435101"/>
            <a:ext cx="355357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59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17140" y="4800600"/>
            <a:ext cx="64808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117140" y="612775"/>
            <a:ext cx="64808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117140" y="5367338"/>
            <a:ext cx="64808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1149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350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830979" y="274639"/>
            <a:ext cx="2430304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40067" y="274639"/>
            <a:ext cx="7110889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7185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40068" y="274638"/>
            <a:ext cx="9721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0068" y="1600201"/>
            <a:ext cx="972121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400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5010A-91AA-45BD-B0F9-FB4FE77BC09B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690461" y="6356351"/>
            <a:ext cx="34204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7409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7E6544-DEAF-49B7-876F-274D2CD9B10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394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Connecteur droit 61"/>
          <p:cNvCxnSpPr/>
          <p:nvPr/>
        </p:nvCxnSpPr>
        <p:spPr>
          <a:xfrm>
            <a:off x="4752603" y="35332"/>
            <a:ext cx="0" cy="6643320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ZoneTexte 62"/>
          <p:cNvSpPr txBox="1"/>
          <p:nvPr/>
        </p:nvSpPr>
        <p:spPr>
          <a:xfrm>
            <a:off x="4812433" y="-99392"/>
            <a:ext cx="372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4" name="Connecteur droit 63"/>
          <p:cNvCxnSpPr/>
          <p:nvPr/>
        </p:nvCxnSpPr>
        <p:spPr>
          <a:xfrm>
            <a:off x="4896619" y="20608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5328667" y="20608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5760715" y="20608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>
            <a:off x="7200875" y="38610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7632923" y="38610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/>
          <p:cNvCxnSpPr/>
          <p:nvPr/>
        </p:nvCxnSpPr>
        <p:spPr>
          <a:xfrm>
            <a:off x="8064971" y="38610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/>
          <p:cNvCxnSpPr/>
          <p:nvPr/>
        </p:nvCxnSpPr>
        <p:spPr>
          <a:xfrm>
            <a:off x="7632923" y="2852936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>
            <a:off x="9505131" y="20608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9937179" y="20608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>
            <a:off x="10369227" y="2060848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>
            <a:off x="7632923" y="6309320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>
            <a:off x="7200875" y="404664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>
            <a:off x="7632923" y="404664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/>
          <p:cNvCxnSpPr/>
          <p:nvPr/>
        </p:nvCxnSpPr>
        <p:spPr>
          <a:xfrm>
            <a:off x="8064971" y="404664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eur droit 77"/>
          <p:cNvCxnSpPr/>
          <p:nvPr/>
        </p:nvCxnSpPr>
        <p:spPr>
          <a:xfrm flipV="1">
            <a:off x="5688707" y="2852936"/>
            <a:ext cx="1944216" cy="180020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/>
          <p:cNvCxnSpPr/>
          <p:nvPr/>
        </p:nvCxnSpPr>
        <p:spPr>
          <a:xfrm>
            <a:off x="5688707" y="4653136"/>
            <a:ext cx="1944216" cy="1656184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/>
          <p:cNvCxnSpPr/>
          <p:nvPr/>
        </p:nvCxnSpPr>
        <p:spPr>
          <a:xfrm flipV="1">
            <a:off x="7992963" y="4653136"/>
            <a:ext cx="1944216" cy="1656184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>
            <a:off x="5328667" y="4653136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81"/>
          <p:cNvCxnSpPr/>
          <p:nvPr/>
        </p:nvCxnSpPr>
        <p:spPr>
          <a:xfrm>
            <a:off x="9937179" y="4653136"/>
            <a:ext cx="360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/>
          <p:cNvCxnSpPr/>
          <p:nvPr/>
        </p:nvCxnSpPr>
        <p:spPr>
          <a:xfrm>
            <a:off x="7999792" y="2852936"/>
            <a:ext cx="1944216" cy="180020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83"/>
          <p:cNvCxnSpPr/>
          <p:nvPr/>
        </p:nvCxnSpPr>
        <p:spPr>
          <a:xfrm>
            <a:off x="6120755" y="2060848"/>
            <a:ext cx="1080120" cy="180020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84"/>
          <p:cNvCxnSpPr/>
          <p:nvPr/>
        </p:nvCxnSpPr>
        <p:spPr>
          <a:xfrm>
            <a:off x="8431840" y="404664"/>
            <a:ext cx="1080120" cy="1656184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85"/>
          <p:cNvCxnSpPr/>
          <p:nvPr/>
        </p:nvCxnSpPr>
        <p:spPr>
          <a:xfrm flipV="1">
            <a:off x="6120755" y="404664"/>
            <a:ext cx="1080120" cy="1656184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/>
          <p:cNvCxnSpPr/>
          <p:nvPr/>
        </p:nvCxnSpPr>
        <p:spPr>
          <a:xfrm flipV="1">
            <a:off x="8421765" y="2060848"/>
            <a:ext cx="1090195" cy="180020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ZoneTexte 87"/>
          <p:cNvSpPr txBox="1"/>
          <p:nvPr/>
        </p:nvSpPr>
        <p:spPr>
          <a:xfrm>
            <a:off x="4752603" y="169151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orbitals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ZoneTexte 88"/>
          <p:cNvSpPr txBox="1"/>
          <p:nvPr/>
        </p:nvSpPr>
        <p:spPr>
          <a:xfrm>
            <a:off x="4752603" y="4283804"/>
            <a:ext cx="1024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orbitals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ZoneTexte 89"/>
          <p:cNvSpPr txBox="1"/>
          <p:nvPr/>
        </p:nvSpPr>
        <p:spPr>
          <a:xfrm>
            <a:off x="7272883" y="6309320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bonding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ZoneTexte 90"/>
          <p:cNvSpPr txBox="1"/>
          <p:nvPr/>
        </p:nvSpPr>
        <p:spPr>
          <a:xfrm>
            <a:off x="7272883" y="3861048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bonding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ZoneTexte 91"/>
          <p:cNvSpPr txBox="1"/>
          <p:nvPr/>
        </p:nvSpPr>
        <p:spPr>
          <a:xfrm>
            <a:off x="7061288" y="2483604"/>
            <a:ext cx="1511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anti-</a:t>
            </a:r>
            <a:r>
              <a:rPr lang="fr-FR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bonding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ZoneTexte 92"/>
          <p:cNvSpPr txBox="1"/>
          <p:nvPr/>
        </p:nvSpPr>
        <p:spPr>
          <a:xfrm>
            <a:off x="7044035" y="35332"/>
            <a:ext cx="1537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anti-</a:t>
            </a:r>
            <a:r>
              <a:rPr lang="fr-FR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bonding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" name="Image 6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83" y="883286"/>
            <a:ext cx="4428000" cy="4031560"/>
          </a:xfrm>
          <a:prstGeom prst="rect">
            <a:avLst/>
          </a:prstGeom>
        </p:spPr>
      </p:pic>
      <p:sp>
        <p:nvSpPr>
          <p:cNvPr id="94" name="Ellipse 93"/>
          <p:cNvSpPr>
            <a:spLocks noChangeAspect="1"/>
          </p:cNvSpPr>
          <p:nvPr/>
        </p:nvSpPr>
        <p:spPr>
          <a:xfrm>
            <a:off x="792163" y="5517272"/>
            <a:ext cx="360040" cy="360000"/>
          </a:xfrm>
          <a:prstGeom prst="ellipse">
            <a:avLst/>
          </a:prstGeom>
          <a:gradFill flip="none" rotWithShape="1">
            <a:gsLst>
              <a:gs pos="0">
                <a:srgbClr val="FFFF00">
                  <a:shade val="30000"/>
                  <a:satMod val="115000"/>
                </a:srgbClr>
              </a:gs>
              <a:gs pos="50000">
                <a:srgbClr val="FFFF00">
                  <a:shade val="67500"/>
                  <a:satMod val="115000"/>
                </a:srgbClr>
              </a:gs>
              <a:gs pos="100000">
                <a:srgbClr val="FFFF00">
                  <a:shade val="100000"/>
                  <a:satMod val="115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ZoneTexte 95"/>
          <p:cNvSpPr txBox="1"/>
          <p:nvPr/>
        </p:nvSpPr>
        <p:spPr>
          <a:xfrm>
            <a:off x="4104531" y="-57001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ZoneTexte 96"/>
          <p:cNvSpPr txBox="1"/>
          <p:nvPr/>
        </p:nvSpPr>
        <p:spPr>
          <a:xfrm>
            <a:off x="72083" y="591071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Ellipse 97"/>
          <p:cNvSpPr>
            <a:spLocks noChangeAspect="1"/>
          </p:cNvSpPr>
          <p:nvPr/>
        </p:nvSpPr>
        <p:spPr>
          <a:xfrm>
            <a:off x="792163" y="6147281"/>
            <a:ext cx="360040" cy="36000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50000"/>
                  <a:lumOff val="50000"/>
                  <a:shade val="30000"/>
                  <a:satMod val="115000"/>
                </a:schemeClr>
              </a:gs>
              <a:gs pos="50000">
                <a:schemeClr val="tx1">
                  <a:lumMod val="50000"/>
                  <a:lumOff val="50000"/>
                  <a:shade val="67500"/>
                  <a:satMod val="115000"/>
                </a:schemeClr>
              </a:gs>
              <a:gs pos="100000">
                <a:schemeClr val="tx1">
                  <a:lumMod val="50000"/>
                  <a:lumOff val="5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ZoneTexte 99"/>
          <p:cNvSpPr txBox="1"/>
          <p:nvPr/>
        </p:nvSpPr>
        <p:spPr>
          <a:xfrm>
            <a:off x="1232745" y="5445224"/>
            <a:ext cx="9701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Cd/Zn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ZoneTexte 100"/>
          <p:cNvSpPr txBox="1"/>
          <p:nvPr/>
        </p:nvSpPr>
        <p:spPr>
          <a:xfrm>
            <a:off x="1224211" y="6093296"/>
            <a:ext cx="4869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30580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19</Words>
  <Application>Microsoft Office PowerPoint</Application>
  <PresentationFormat>Personnalisé</PresentationFormat>
  <Paragraphs>11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10</cp:revision>
  <dcterms:created xsi:type="dcterms:W3CDTF">2017-10-02T13:38:40Z</dcterms:created>
  <dcterms:modified xsi:type="dcterms:W3CDTF">2017-10-06T10:08:09Z</dcterms:modified>
</cp:coreProperties>
</file>