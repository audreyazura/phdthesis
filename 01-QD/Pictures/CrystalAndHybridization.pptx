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080135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0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68" y="450"/>
      </p:cViewPr>
      <p:guideLst>
        <p:guide orient="horz" pos="2160"/>
        <p:guide pos="34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10101" y="2130426"/>
            <a:ext cx="9181148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620203" y="3886200"/>
            <a:ext cx="756094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5010A-91AA-45BD-B0F9-FB4FE77BC09B}" type="datetimeFigureOut">
              <a:rPr lang="fr-FR" smtClean="0"/>
              <a:t>02/10/2017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E6544-DEAF-49B7-876F-274D2CD9B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849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5010A-91AA-45BD-B0F9-FB4FE77BC09B}" type="datetimeFigureOut">
              <a:rPr lang="fr-FR" smtClean="0"/>
              <a:t>02/10/2017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E6544-DEAF-49B7-876F-274D2CD9B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3066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53232" y="4406901"/>
            <a:ext cx="918114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53232" y="2906713"/>
            <a:ext cx="918114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5010A-91AA-45BD-B0F9-FB4FE77BC09B}" type="datetimeFigureOut">
              <a:rPr lang="fr-FR" smtClean="0"/>
              <a:t>02/10/2017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E6544-DEAF-49B7-876F-274D2CD9B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120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40068" y="1600201"/>
            <a:ext cx="47705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490686" y="1600201"/>
            <a:ext cx="47705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5010A-91AA-45BD-B0F9-FB4FE77BC09B}" type="datetimeFigureOut">
              <a:rPr lang="fr-FR" smtClean="0"/>
              <a:t>02/10/2017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E6544-DEAF-49B7-876F-274D2CD9B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283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0068" y="1535113"/>
            <a:ext cx="477247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40068" y="2174875"/>
            <a:ext cx="477247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486936" y="1535113"/>
            <a:ext cx="477434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486936" y="2174875"/>
            <a:ext cx="477434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5010A-91AA-45BD-B0F9-FB4FE77BC09B}" type="datetimeFigureOut">
              <a:rPr lang="fr-FR" smtClean="0"/>
              <a:t>02/10/2017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E6544-DEAF-49B7-876F-274D2CD9B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4946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5010A-91AA-45BD-B0F9-FB4FE77BC09B}" type="datetimeFigureOut">
              <a:rPr lang="fr-FR" smtClean="0"/>
              <a:t>02/10/2017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E6544-DEAF-49B7-876F-274D2CD9B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7380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5010A-91AA-45BD-B0F9-FB4FE77BC09B}" type="datetimeFigureOut">
              <a:rPr lang="fr-FR" smtClean="0"/>
              <a:t>02/10/2017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E6544-DEAF-49B7-876F-274D2CD9B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4202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0068" y="273050"/>
            <a:ext cx="355357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23028" y="273051"/>
            <a:ext cx="603825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40068" y="1435101"/>
            <a:ext cx="355357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5010A-91AA-45BD-B0F9-FB4FE77BC09B}" type="datetimeFigureOut">
              <a:rPr lang="fr-FR" smtClean="0"/>
              <a:t>02/10/2017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E6544-DEAF-49B7-876F-274D2CD9B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9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17140" y="4800600"/>
            <a:ext cx="648081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117140" y="612775"/>
            <a:ext cx="648081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117140" y="5367338"/>
            <a:ext cx="648081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5010A-91AA-45BD-B0F9-FB4FE77BC09B}" type="datetimeFigureOut">
              <a:rPr lang="fr-FR" smtClean="0"/>
              <a:t>02/10/2017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E6544-DEAF-49B7-876F-274D2CD9B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114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5010A-91AA-45BD-B0F9-FB4FE77BC09B}" type="datetimeFigureOut">
              <a:rPr lang="fr-FR" smtClean="0"/>
              <a:t>02/10/2017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E6544-DEAF-49B7-876F-274D2CD9B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350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830979" y="274639"/>
            <a:ext cx="2430304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40067" y="274639"/>
            <a:ext cx="7110889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5010A-91AA-45BD-B0F9-FB4FE77BC09B}" type="datetimeFigureOut">
              <a:rPr lang="fr-FR" smtClean="0"/>
              <a:t>02/10/2017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E6544-DEAF-49B7-876F-274D2CD9B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7185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40068" y="274638"/>
            <a:ext cx="97212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0068" y="1600201"/>
            <a:ext cx="972121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40068" y="6356351"/>
            <a:ext cx="25203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5010A-91AA-45BD-B0F9-FB4FE77BC09B}" type="datetimeFigureOut">
              <a:rPr lang="fr-FR" smtClean="0"/>
              <a:t>02/10/2017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690461" y="6356351"/>
            <a:ext cx="3420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740968" y="6356351"/>
            <a:ext cx="25203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E6544-DEAF-49B7-876F-274D2CD9B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394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Connecteur droit 61"/>
          <p:cNvCxnSpPr/>
          <p:nvPr/>
        </p:nvCxnSpPr>
        <p:spPr>
          <a:xfrm>
            <a:off x="4752603" y="35332"/>
            <a:ext cx="0" cy="664332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>
            <a:off x="4320555" y="303039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" name="Connecteur droit 63"/>
          <p:cNvCxnSpPr/>
          <p:nvPr/>
        </p:nvCxnSpPr>
        <p:spPr>
          <a:xfrm>
            <a:off x="4896619" y="2060848"/>
            <a:ext cx="360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/>
          <p:cNvCxnSpPr/>
          <p:nvPr/>
        </p:nvCxnSpPr>
        <p:spPr>
          <a:xfrm>
            <a:off x="5328667" y="2060848"/>
            <a:ext cx="360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/>
          <p:cNvCxnSpPr/>
          <p:nvPr/>
        </p:nvCxnSpPr>
        <p:spPr>
          <a:xfrm>
            <a:off x="5760715" y="2060848"/>
            <a:ext cx="360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/>
          <p:cNvCxnSpPr/>
          <p:nvPr/>
        </p:nvCxnSpPr>
        <p:spPr>
          <a:xfrm>
            <a:off x="7200875" y="3861048"/>
            <a:ext cx="360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7632923" y="3861048"/>
            <a:ext cx="360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68"/>
          <p:cNvCxnSpPr/>
          <p:nvPr/>
        </p:nvCxnSpPr>
        <p:spPr>
          <a:xfrm>
            <a:off x="8064971" y="3861048"/>
            <a:ext cx="360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>
            <a:off x="7632923" y="2852936"/>
            <a:ext cx="360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70"/>
          <p:cNvCxnSpPr/>
          <p:nvPr/>
        </p:nvCxnSpPr>
        <p:spPr>
          <a:xfrm>
            <a:off x="9505131" y="2060848"/>
            <a:ext cx="360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9937179" y="2060848"/>
            <a:ext cx="360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/>
          <p:cNvCxnSpPr/>
          <p:nvPr/>
        </p:nvCxnSpPr>
        <p:spPr>
          <a:xfrm>
            <a:off x="10369227" y="2060848"/>
            <a:ext cx="360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/>
          <p:cNvCxnSpPr/>
          <p:nvPr/>
        </p:nvCxnSpPr>
        <p:spPr>
          <a:xfrm>
            <a:off x="7632923" y="6309320"/>
            <a:ext cx="360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74"/>
          <p:cNvCxnSpPr/>
          <p:nvPr/>
        </p:nvCxnSpPr>
        <p:spPr>
          <a:xfrm>
            <a:off x="7200875" y="404664"/>
            <a:ext cx="360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75"/>
          <p:cNvCxnSpPr/>
          <p:nvPr/>
        </p:nvCxnSpPr>
        <p:spPr>
          <a:xfrm>
            <a:off x="7632923" y="404664"/>
            <a:ext cx="360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76"/>
          <p:cNvCxnSpPr/>
          <p:nvPr/>
        </p:nvCxnSpPr>
        <p:spPr>
          <a:xfrm>
            <a:off x="8064971" y="404664"/>
            <a:ext cx="360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77"/>
          <p:cNvCxnSpPr/>
          <p:nvPr/>
        </p:nvCxnSpPr>
        <p:spPr>
          <a:xfrm flipV="1">
            <a:off x="5688707" y="2852936"/>
            <a:ext cx="1944216" cy="180020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/>
          <p:cNvCxnSpPr/>
          <p:nvPr/>
        </p:nvCxnSpPr>
        <p:spPr>
          <a:xfrm>
            <a:off x="5688707" y="4653136"/>
            <a:ext cx="1944216" cy="1656184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/>
          <p:cNvCxnSpPr/>
          <p:nvPr/>
        </p:nvCxnSpPr>
        <p:spPr>
          <a:xfrm flipV="1">
            <a:off x="7992963" y="4653136"/>
            <a:ext cx="1944216" cy="1656184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>
            <a:off x="5328667" y="4653136"/>
            <a:ext cx="360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9937179" y="4653136"/>
            <a:ext cx="360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/>
          <p:cNvCxnSpPr/>
          <p:nvPr/>
        </p:nvCxnSpPr>
        <p:spPr>
          <a:xfrm>
            <a:off x="7999792" y="2852936"/>
            <a:ext cx="1944216" cy="180020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83"/>
          <p:cNvCxnSpPr/>
          <p:nvPr/>
        </p:nvCxnSpPr>
        <p:spPr>
          <a:xfrm>
            <a:off x="6120755" y="2060848"/>
            <a:ext cx="1080120" cy="180020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84"/>
          <p:cNvCxnSpPr/>
          <p:nvPr/>
        </p:nvCxnSpPr>
        <p:spPr>
          <a:xfrm>
            <a:off x="8431840" y="404664"/>
            <a:ext cx="1080120" cy="1656184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85"/>
          <p:cNvCxnSpPr/>
          <p:nvPr/>
        </p:nvCxnSpPr>
        <p:spPr>
          <a:xfrm flipV="1">
            <a:off x="6120755" y="404664"/>
            <a:ext cx="1080120" cy="1656184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86"/>
          <p:cNvCxnSpPr/>
          <p:nvPr/>
        </p:nvCxnSpPr>
        <p:spPr>
          <a:xfrm flipV="1">
            <a:off x="8421765" y="2060848"/>
            <a:ext cx="1090195" cy="180020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ZoneTexte 87"/>
          <p:cNvSpPr txBox="1"/>
          <p:nvPr/>
        </p:nvSpPr>
        <p:spPr>
          <a:xfrm>
            <a:off x="4752603" y="1691516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orbitals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ZoneTexte 88"/>
          <p:cNvSpPr txBox="1"/>
          <p:nvPr/>
        </p:nvSpPr>
        <p:spPr>
          <a:xfrm>
            <a:off x="4752603" y="4283804"/>
            <a:ext cx="102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orbitals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ZoneTexte 89"/>
          <p:cNvSpPr txBox="1"/>
          <p:nvPr/>
        </p:nvSpPr>
        <p:spPr>
          <a:xfrm>
            <a:off x="7272883" y="6309320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bonding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ZoneTexte 90"/>
          <p:cNvSpPr txBox="1"/>
          <p:nvPr/>
        </p:nvSpPr>
        <p:spPr>
          <a:xfrm>
            <a:off x="7272883" y="3861048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bonding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ZoneTexte 91"/>
          <p:cNvSpPr txBox="1"/>
          <p:nvPr/>
        </p:nvSpPr>
        <p:spPr>
          <a:xfrm>
            <a:off x="7061288" y="2483604"/>
            <a:ext cx="1511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anti-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bonding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ZoneTexte 92"/>
          <p:cNvSpPr txBox="1"/>
          <p:nvPr/>
        </p:nvSpPr>
        <p:spPr>
          <a:xfrm>
            <a:off x="7044035" y="35332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anti-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bonding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" name="Image 6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3" y="883286"/>
            <a:ext cx="4428000" cy="4031560"/>
          </a:xfrm>
          <a:prstGeom prst="rect">
            <a:avLst/>
          </a:prstGeom>
        </p:spPr>
      </p:pic>
      <p:sp>
        <p:nvSpPr>
          <p:cNvPr id="94" name="Ellipse 93"/>
          <p:cNvSpPr>
            <a:spLocks noChangeAspect="1"/>
          </p:cNvSpPr>
          <p:nvPr/>
        </p:nvSpPr>
        <p:spPr>
          <a:xfrm>
            <a:off x="792163" y="5517272"/>
            <a:ext cx="360040" cy="360000"/>
          </a:xfrm>
          <a:prstGeom prst="ellipse">
            <a:avLst/>
          </a:prstGeo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6" name="ZoneTexte 95"/>
          <p:cNvSpPr txBox="1"/>
          <p:nvPr/>
        </p:nvSpPr>
        <p:spPr>
          <a:xfrm>
            <a:off x="4104531" y="-57001"/>
            <a:ext cx="441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ZoneTexte 96"/>
          <p:cNvSpPr txBox="1"/>
          <p:nvPr/>
        </p:nvSpPr>
        <p:spPr>
          <a:xfrm>
            <a:off x="72083" y="591071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Ellipse 97"/>
          <p:cNvSpPr>
            <a:spLocks noChangeAspect="1"/>
          </p:cNvSpPr>
          <p:nvPr/>
        </p:nvSpPr>
        <p:spPr>
          <a:xfrm>
            <a:off x="792163" y="6147281"/>
            <a:ext cx="360040" cy="360000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  <a:shade val="30000"/>
                  <a:satMod val="115000"/>
                </a:schemeClr>
              </a:gs>
              <a:gs pos="50000">
                <a:schemeClr val="tx1">
                  <a:lumMod val="50000"/>
                  <a:lumOff val="50000"/>
                  <a:shade val="67500"/>
                  <a:satMod val="115000"/>
                </a:schemeClr>
              </a:gs>
              <a:gs pos="100000">
                <a:schemeClr val="tx1">
                  <a:lumMod val="50000"/>
                  <a:lumOff val="5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ZoneTexte 99"/>
          <p:cNvSpPr txBox="1"/>
          <p:nvPr/>
        </p:nvSpPr>
        <p:spPr>
          <a:xfrm>
            <a:off x="1232745" y="5445224"/>
            <a:ext cx="970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Cd/Zn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ZoneTexte 100"/>
          <p:cNvSpPr txBox="1"/>
          <p:nvPr/>
        </p:nvSpPr>
        <p:spPr>
          <a:xfrm>
            <a:off x="1224211" y="6093296"/>
            <a:ext cx="4869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05805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19</Words>
  <Application>Microsoft Office PowerPoint</Application>
  <PresentationFormat>Personnalisé</PresentationFormat>
  <Paragraphs>11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9</cp:revision>
  <dcterms:created xsi:type="dcterms:W3CDTF">2017-10-02T13:38:40Z</dcterms:created>
  <dcterms:modified xsi:type="dcterms:W3CDTF">2017-10-02T16:55:36Z</dcterms:modified>
</cp:coreProperties>
</file>