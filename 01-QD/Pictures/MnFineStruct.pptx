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8172450" cy="5832475"/>
  <p:notesSz cx="6858000" cy="9144000"/>
  <p:defaultTextStyle>
    <a:defPPr>
      <a:defRPr lang="fr-FR"/>
    </a:defPPr>
    <a:lvl1pPr marL="0" algn="l" defTabSz="800191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1pPr>
    <a:lvl2pPr marL="400096" algn="l" defTabSz="800191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2pPr>
    <a:lvl3pPr marL="800191" algn="l" defTabSz="800191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3pPr>
    <a:lvl4pPr marL="1200287" algn="l" defTabSz="800191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4pPr>
    <a:lvl5pPr marL="1600383" algn="l" defTabSz="800191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5pPr>
    <a:lvl6pPr marL="2000479" algn="l" defTabSz="800191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6pPr>
    <a:lvl7pPr marL="2400574" algn="l" defTabSz="800191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7pPr>
    <a:lvl8pPr marL="2800670" algn="l" defTabSz="800191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8pPr>
    <a:lvl9pPr marL="3200766" algn="l" defTabSz="800191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102" d="100"/>
          <a:sy n="102" d="100"/>
        </p:scale>
        <p:origin x="-942" y="-96"/>
      </p:cViewPr>
      <p:guideLst>
        <p:guide orient="horz" pos="1837"/>
        <p:guide pos="2574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612934" y="1811848"/>
            <a:ext cx="6946583" cy="1250202"/>
          </a:xfrm>
        </p:spPr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225868" y="3305069"/>
            <a:ext cx="5720715" cy="1490521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0009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80019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20028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60038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00047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40057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80067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20076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fr-FR" smtClean="0"/>
              <a:t>Modifiez le style des sous-titres du masque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395C9B-4881-4C7D-9FB7-BCB6A2995C1D}" type="datetimeFigureOut">
              <a:rPr lang="fr-FR" smtClean="0"/>
              <a:t>14/06/2017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B6B58D-B075-4380-B524-D67272D027C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823282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395C9B-4881-4C7D-9FB7-BCB6A2995C1D}" type="datetimeFigureOut">
              <a:rPr lang="fr-FR" smtClean="0"/>
              <a:t>14/06/2017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B6B58D-B075-4380-B524-D67272D027C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8253673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645567" y="3747906"/>
            <a:ext cx="6946583" cy="1158394"/>
          </a:xfrm>
        </p:spPr>
        <p:txBody>
          <a:bodyPr anchor="t"/>
          <a:lstStyle>
            <a:lvl1pPr algn="l">
              <a:defRPr sz="3500" b="1" cap="all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645567" y="2472052"/>
            <a:ext cx="6946583" cy="1275853"/>
          </a:xfrm>
        </p:spPr>
        <p:txBody>
          <a:bodyPr anchor="b"/>
          <a:lstStyle>
            <a:lvl1pPr marL="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1pPr>
            <a:lvl2pPr marL="40009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800191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3pPr>
            <a:lvl4pPr marL="1200287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600383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2000479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400574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80067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3200766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395C9B-4881-4C7D-9FB7-BCB6A2995C1D}" type="datetimeFigureOut">
              <a:rPr lang="fr-FR" smtClean="0"/>
              <a:t>14/06/2017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B6B58D-B075-4380-B524-D67272D027C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445347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364640" y="1157045"/>
            <a:ext cx="3219321" cy="3274016"/>
          </a:xfrm>
        </p:spPr>
        <p:txBody>
          <a:bodyPr/>
          <a:lstStyle>
            <a:lvl1pPr>
              <a:defRPr sz="2500"/>
            </a:lvl1pPr>
            <a:lvl2pPr>
              <a:defRPr sz="21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3720168" y="1157045"/>
            <a:ext cx="3219321" cy="3274016"/>
          </a:xfrm>
        </p:spPr>
        <p:txBody>
          <a:bodyPr/>
          <a:lstStyle>
            <a:lvl1pPr>
              <a:defRPr sz="2500"/>
            </a:lvl1pPr>
            <a:lvl2pPr>
              <a:defRPr sz="21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395C9B-4881-4C7D-9FB7-BCB6A2995C1D}" type="datetimeFigureOut">
              <a:rPr lang="fr-FR" smtClean="0"/>
              <a:t>14/06/2017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B6B58D-B075-4380-B524-D67272D027C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7849549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408623" y="233570"/>
            <a:ext cx="7355205" cy="972079"/>
          </a:xfrm>
        </p:spPr>
        <p:txBody>
          <a:bodyPr/>
          <a:lstStyle>
            <a:lvl1pPr>
              <a:defRPr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408623" y="1305557"/>
            <a:ext cx="3610918" cy="544094"/>
          </a:xfrm>
        </p:spPr>
        <p:txBody>
          <a:bodyPr anchor="b"/>
          <a:lstStyle>
            <a:lvl1pPr marL="0" indent="0">
              <a:buNone/>
              <a:defRPr sz="2100" b="1"/>
            </a:lvl1pPr>
            <a:lvl2pPr marL="400096" indent="0">
              <a:buNone/>
              <a:defRPr sz="1800" b="1"/>
            </a:lvl2pPr>
            <a:lvl3pPr marL="800191" indent="0">
              <a:buNone/>
              <a:defRPr sz="1600" b="1"/>
            </a:lvl3pPr>
            <a:lvl4pPr marL="1200287" indent="0">
              <a:buNone/>
              <a:defRPr sz="1400" b="1"/>
            </a:lvl4pPr>
            <a:lvl5pPr marL="1600383" indent="0">
              <a:buNone/>
              <a:defRPr sz="1400" b="1"/>
            </a:lvl5pPr>
            <a:lvl6pPr marL="2000479" indent="0">
              <a:buNone/>
              <a:defRPr sz="1400" b="1"/>
            </a:lvl6pPr>
            <a:lvl7pPr marL="2400574" indent="0">
              <a:buNone/>
              <a:defRPr sz="1400" b="1"/>
            </a:lvl7pPr>
            <a:lvl8pPr marL="2800670" indent="0">
              <a:buNone/>
              <a:defRPr sz="1400" b="1"/>
            </a:lvl8pPr>
            <a:lvl9pPr marL="3200766" indent="0">
              <a:buNone/>
              <a:defRPr sz="1400" b="1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408623" y="1849651"/>
            <a:ext cx="3610918" cy="3360424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4151492" y="1305557"/>
            <a:ext cx="3612336" cy="544094"/>
          </a:xfrm>
        </p:spPr>
        <p:txBody>
          <a:bodyPr anchor="b"/>
          <a:lstStyle>
            <a:lvl1pPr marL="0" indent="0">
              <a:buNone/>
              <a:defRPr sz="2100" b="1"/>
            </a:lvl1pPr>
            <a:lvl2pPr marL="400096" indent="0">
              <a:buNone/>
              <a:defRPr sz="1800" b="1"/>
            </a:lvl2pPr>
            <a:lvl3pPr marL="800191" indent="0">
              <a:buNone/>
              <a:defRPr sz="1600" b="1"/>
            </a:lvl3pPr>
            <a:lvl4pPr marL="1200287" indent="0">
              <a:buNone/>
              <a:defRPr sz="1400" b="1"/>
            </a:lvl4pPr>
            <a:lvl5pPr marL="1600383" indent="0">
              <a:buNone/>
              <a:defRPr sz="1400" b="1"/>
            </a:lvl5pPr>
            <a:lvl6pPr marL="2000479" indent="0">
              <a:buNone/>
              <a:defRPr sz="1400" b="1"/>
            </a:lvl6pPr>
            <a:lvl7pPr marL="2400574" indent="0">
              <a:buNone/>
              <a:defRPr sz="1400" b="1"/>
            </a:lvl7pPr>
            <a:lvl8pPr marL="2800670" indent="0">
              <a:buNone/>
              <a:defRPr sz="1400" b="1"/>
            </a:lvl8pPr>
            <a:lvl9pPr marL="3200766" indent="0">
              <a:buNone/>
              <a:defRPr sz="1400" b="1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4151492" y="1849651"/>
            <a:ext cx="3612336" cy="3360424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395C9B-4881-4C7D-9FB7-BCB6A2995C1D}" type="datetimeFigureOut">
              <a:rPr lang="fr-FR" smtClean="0"/>
              <a:t>14/06/2017</a:t>
            </a:fld>
            <a:endParaRPr lang="fr-FR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B6B58D-B075-4380-B524-D67272D027C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590837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395C9B-4881-4C7D-9FB7-BCB6A2995C1D}" type="datetimeFigureOut">
              <a:rPr lang="fr-FR" smtClean="0"/>
              <a:t>14/06/2017</a:t>
            </a:fld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B6B58D-B075-4380-B524-D67272D027C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1742176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395C9B-4881-4C7D-9FB7-BCB6A2995C1D}" type="datetimeFigureOut">
              <a:rPr lang="fr-FR" smtClean="0"/>
              <a:t>14/06/2017</a:t>
            </a:fld>
            <a:endParaRPr lang="fr-FR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B6B58D-B075-4380-B524-D67272D027C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527107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408623" y="232219"/>
            <a:ext cx="2688680" cy="988280"/>
          </a:xfrm>
        </p:spPr>
        <p:txBody>
          <a:bodyPr anchor="b"/>
          <a:lstStyle>
            <a:lvl1pPr algn="l">
              <a:defRPr sz="1800" b="1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3195201" y="232219"/>
            <a:ext cx="4568627" cy="4977856"/>
          </a:xfrm>
        </p:spPr>
        <p:txBody>
          <a:bodyPr/>
          <a:lstStyle>
            <a:lvl1pPr>
              <a:defRPr sz="2800"/>
            </a:lvl1pPr>
            <a:lvl2pPr>
              <a:defRPr sz="2500"/>
            </a:lvl2pPr>
            <a:lvl3pPr>
              <a:defRPr sz="21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408623" y="1220500"/>
            <a:ext cx="2688680" cy="3989575"/>
          </a:xfrm>
        </p:spPr>
        <p:txBody>
          <a:bodyPr/>
          <a:lstStyle>
            <a:lvl1pPr marL="0" indent="0">
              <a:buNone/>
              <a:defRPr sz="1200"/>
            </a:lvl1pPr>
            <a:lvl2pPr marL="400096" indent="0">
              <a:buNone/>
              <a:defRPr sz="1100"/>
            </a:lvl2pPr>
            <a:lvl3pPr marL="800191" indent="0">
              <a:buNone/>
              <a:defRPr sz="900"/>
            </a:lvl3pPr>
            <a:lvl4pPr marL="1200287" indent="0">
              <a:buNone/>
              <a:defRPr sz="800"/>
            </a:lvl4pPr>
            <a:lvl5pPr marL="1600383" indent="0">
              <a:buNone/>
              <a:defRPr sz="800"/>
            </a:lvl5pPr>
            <a:lvl6pPr marL="2000479" indent="0">
              <a:buNone/>
              <a:defRPr sz="800"/>
            </a:lvl6pPr>
            <a:lvl7pPr marL="2400574" indent="0">
              <a:buNone/>
              <a:defRPr sz="800"/>
            </a:lvl7pPr>
            <a:lvl8pPr marL="2800670" indent="0">
              <a:buNone/>
              <a:defRPr sz="800"/>
            </a:lvl8pPr>
            <a:lvl9pPr marL="3200766" indent="0">
              <a:buNone/>
              <a:defRPr sz="800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395C9B-4881-4C7D-9FB7-BCB6A2995C1D}" type="datetimeFigureOut">
              <a:rPr lang="fr-FR" smtClean="0"/>
              <a:t>14/06/2017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B6B58D-B075-4380-B524-D67272D027C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7663134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601857" y="4082732"/>
            <a:ext cx="4903470" cy="481990"/>
          </a:xfrm>
        </p:spPr>
        <p:txBody>
          <a:bodyPr anchor="b"/>
          <a:lstStyle>
            <a:lvl1pPr algn="l">
              <a:defRPr sz="1800" b="1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1601857" y="521142"/>
            <a:ext cx="4903470" cy="3499485"/>
          </a:xfrm>
        </p:spPr>
        <p:txBody>
          <a:bodyPr/>
          <a:lstStyle>
            <a:lvl1pPr marL="0" indent="0">
              <a:buNone/>
              <a:defRPr sz="2800"/>
            </a:lvl1pPr>
            <a:lvl2pPr marL="400096" indent="0">
              <a:buNone/>
              <a:defRPr sz="2500"/>
            </a:lvl2pPr>
            <a:lvl3pPr marL="800191" indent="0">
              <a:buNone/>
              <a:defRPr sz="2100"/>
            </a:lvl3pPr>
            <a:lvl4pPr marL="1200287" indent="0">
              <a:buNone/>
              <a:defRPr sz="1800"/>
            </a:lvl4pPr>
            <a:lvl5pPr marL="1600383" indent="0">
              <a:buNone/>
              <a:defRPr sz="1800"/>
            </a:lvl5pPr>
            <a:lvl6pPr marL="2000479" indent="0">
              <a:buNone/>
              <a:defRPr sz="1800"/>
            </a:lvl6pPr>
            <a:lvl7pPr marL="2400574" indent="0">
              <a:buNone/>
              <a:defRPr sz="1800"/>
            </a:lvl7pPr>
            <a:lvl8pPr marL="2800670" indent="0">
              <a:buNone/>
              <a:defRPr sz="1800"/>
            </a:lvl8pPr>
            <a:lvl9pPr marL="3200766" indent="0">
              <a:buNone/>
              <a:defRPr sz="1800"/>
            </a:lvl9pPr>
          </a:lstStyle>
          <a:p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1601857" y="4564722"/>
            <a:ext cx="4903470" cy="684505"/>
          </a:xfrm>
        </p:spPr>
        <p:txBody>
          <a:bodyPr/>
          <a:lstStyle>
            <a:lvl1pPr marL="0" indent="0">
              <a:buNone/>
              <a:defRPr sz="1200"/>
            </a:lvl1pPr>
            <a:lvl2pPr marL="400096" indent="0">
              <a:buNone/>
              <a:defRPr sz="1100"/>
            </a:lvl2pPr>
            <a:lvl3pPr marL="800191" indent="0">
              <a:buNone/>
              <a:defRPr sz="900"/>
            </a:lvl3pPr>
            <a:lvl4pPr marL="1200287" indent="0">
              <a:buNone/>
              <a:defRPr sz="800"/>
            </a:lvl4pPr>
            <a:lvl5pPr marL="1600383" indent="0">
              <a:buNone/>
              <a:defRPr sz="800"/>
            </a:lvl5pPr>
            <a:lvl6pPr marL="2000479" indent="0">
              <a:buNone/>
              <a:defRPr sz="800"/>
            </a:lvl6pPr>
            <a:lvl7pPr marL="2400574" indent="0">
              <a:buNone/>
              <a:defRPr sz="800"/>
            </a:lvl7pPr>
            <a:lvl8pPr marL="2800670" indent="0">
              <a:buNone/>
              <a:defRPr sz="800"/>
            </a:lvl8pPr>
            <a:lvl9pPr marL="3200766" indent="0">
              <a:buNone/>
              <a:defRPr sz="800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395C9B-4881-4C7D-9FB7-BCB6A2995C1D}" type="datetimeFigureOut">
              <a:rPr lang="fr-FR" smtClean="0"/>
              <a:t>14/06/2017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B6B58D-B075-4380-B524-D67272D027C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0210654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395C9B-4881-4C7D-9FB7-BCB6A2995C1D}" type="datetimeFigureOut">
              <a:rPr lang="fr-FR" smtClean="0"/>
              <a:t>14/06/2017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B6B58D-B075-4380-B524-D67272D027C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672388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5296486" y="198467"/>
            <a:ext cx="1643003" cy="4232594"/>
          </a:xfrm>
        </p:spPr>
        <p:txBody>
          <a:bodyPr vert="eaVert"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364639" y="198467"/>
            <a:ext cx="4795639" cy="4232594"/>
          </a:xfrm>
        </p:spPr>
        <p:txBody>
          <a:bodyPr vert="eaVert"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395C9B-4881-4C7D-9FB7-BCB6A2995C1D}" type="datetimeFigureOut">
              <a:rPr lang="fr-FR" smtClean="0"/>
              <a:t>14/06/2017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B6B58D-B075-4380-B524-D67272D027C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5662211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>
          <a:xfrm>
            <a:off x="408623" y="233570"/>
            <a:ext cx="7355205" cy="972079"/>
          </a:xfrm>
          <a:prstGeom prst="rect">
            <a:avLst/>
          </a:prstGeom>
        </p:spPr>
        <p:txBody>
          <a:bodyPr vert="horz" lIns="80019" tIns="40010" rIns="80019" bIns="40010" rtlCol="0" anchor="ctr">
            <a:normAutofit/>
          </a:bodyPr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408623" y="1360911"/>
            <a:ext cx="7355205" cy="3849164"/>
          </a:xfrm>
          <a:prstGeom prst="rect">
            <a:avLst/>
          </a:prstGeom>
        </p:spPr>
        <p:txBody>
          <a:bodyPr vert="horz" lIns="80019" tIns="40010" rIns="80019" bIns="40010" rtlCol="0">
            <a:normAutofit/>
          </a:bodyPr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408623" y="5405841"/>
            <a:ext cx="1906905" cy="310525"/>
          </a:xfrm>
          <a:prstGeom prst="rect">
            <a:avLst/>
          </a:prstGeom>
        </p:spPr>
        <p:txBody>
          <a:bodyPr vert="horz" lIns="80019" tIns="40010" rIns="80019" bIns="40010" rtlCol="0" anchor="ctr"/>
          <a:lstStyle>
            <a:lvl1pPr algn="l">
              <a:defRPr sz="11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2395C9B-4881-4C7D-9FB7-BCB6A2995C1D}" type="datetimeFigureOut">
              <a:rPr lang="fr-FR" smtClean="0"/>
              <a:t>14/06/2017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2792254" y="5405841"/>
            <a:ext cx="2587943" cy="310525"/>
          </a:xfrm>
          <a:prstGeom prst="rect">
            <a:avLst/>
          </a:prstGeom>
        </p:spPr>
        <p:txBody>
          <a:bodyPr vert="horz" lIns="80019" tIns="40010" rIns="80019" bIns="40010" rtlCol="0" anchor="ctr"/>
          <a:lstStyle>
            <a:lvl1pPr algn="ctr">
              <a:defRPr sz="11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5856923" y="5405841"/>
            <a:ext cx="1906905" cy="310525"/>
          </a:xfrm>
          <a:prstGeom prst="rect">
            <a:avLst/>
          </a:prstGeom>
        </p:spPr>
        <p:txBody>
          <a:bodyPr vert="horz" lIns="80019" tIns="40010" rIns="80019" bIns="40010" rtlCol="0" anchor="ctr"/>
          <a:lstStyle>
            <a:lvl1pPr algn="r">
              <a:defRPr sz="11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EB6B58D-B075-4380-B524-D67272D027C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10611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800191" rtl="0" eaLnBrk="1" latinLnBrk="0" hangingPunct="1">
        <a:spcBef>
          <a:spcPct val="0"/>
        </a:spcBef>
        <a:buNone/>
        <a:defRPr sz="39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00072" indent="-300072" algn="l" defTabSz="800191" rtl="0" eaLnBrk="1" latinLnBrk="0" hangingPunct="1">
        <a:spcBef>
          <a:spcPct val="20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50156" indent="-250060" algn="l" defTabSz="800191" rtl="0" eaLnBrk="1" latinLnBrk="0" hangingPunct="1">
        <a:spcBef>
          <a:spcPct val="20000"/>
        </a:spcBef>
        <a:buFont typeface="Arial" panose="020B0604020202020204" pitchFamily="34" charset="0"/>
        <a:buChar char="–"/>
        <a:defRPr sz="2500" kern="1200">
          <a:solidFill>
            <a:schemeClr val="tx1"/>
          </a:solidFill>
          <a:latin typeface="+mn-lt"/>
          <a:ea typeface="+mn-ea"/>
          <a:cs typeface="+mn-cs"/>
        </a:defRPr>
      </a:lvl2pPr>
      <a:lvl3pPr marL="1000239" indent="-200048" algn="l" defTabSz="800191" rtl="0" eaLnBrk="1" latinLnBrk="0" hangingPunct="1">
        <a:spcBef>
          <a:spcPct val="2000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3pPr>
      <a:lvl4pPr marL="1400335" indent="-200048" algn="l" defTabSz="800191" rtl="0" eaLnBrk="1" latinLnBrk="0" hangingPunct="1">
        <a:spcBef>
          <a:spcPct val="20000"/>
        </a:spcBef>
        <a:buFont typeface="Arial" panose="020B0604020202020204" pitchFamily="34" charset="0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00431" indent="-200048" algn="l" defTabSz="800191" rtl="0" eaLnBrk="1" latinLnBrk="0" hangingPunct="1">
        <a:spcBef>
          <a:spcPct val="20000"/>
        </a:spcBef>
        <a:buFont typeface="Arial" panose="020B0604020202020204" pitchFamily="34" charset="0"/>
        <a:buChar char="»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00526" indent="-200048" algn="l" defTabSz="800191" rtl="0" eaLnBrk="1" latinLnBrk="0" hangingPunct="1">
        <a:spcBef>
          <a:spcPct val="20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600622" indent="-200048" algn="l" defTabSz="800191" rtl="0" eaLnBrk="1" latinLnBrk="0" hangingPunct="1">
        <a:spcBef>
          <a:spcPct val="20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000718" indent="-200048" algn="l" defTabSz="800191" rtl="0" eaLnBrk="1" latinLnBrk="0" hangingPunct="1">
        <a:spcBef>
          <a:spcPct val="20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400814" indent="-200048" algn="l" defTabSz="800191" rtl="0" eaLnBrk="1" latinLnBrk="0" hangingPunct="1">
        <a:spcBef>
          <a:spcPct val="20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800191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1pPr>
      <a:lvl2pPr marL="400096" algn="l" defTabSz="800191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800191" algn="l" defTabSz="800191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287" algn="l" defTabSz="800191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600383" algn="l" defTabSz="800191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000479" algn="l" defTabSz="800191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2400574" algn="l" defTabSz="800191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2800670" algn="l" defTabSz="800191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3200766" algn="l" defTabSz="800191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2" name="Groupe 71"/>
          <p:cNvGrpSpPr/>
          <p:nvPr/>
        </p:nvGrpSpPr>
        <p:grpSpPr>
          <a:xfrm>
            <a:off x="47151" y="-36091"/>
            <a:ext cx="8143530" cy="5829676"/>
            <a:chOff x="460917" y="479644"/>
            <a:chExt cx="8143530" cy="5829676"/>
          </a:xfrm>
        </p:grpSpPr>
        <p:grpSp>
          <p:nvGrpSpPr>
            <p:cNvPr id="73" name="Groupe 72"/>
            <p:cNvGrpSpPr/>
            <p:nvPr/>
          </p:nvGrpSpPr>
          <p:grpSpPr>
            <a:xfrm>
              <a:off x="460917" y="2954204"/>
              <a:ext cx="8143530" cy="3355116"/>
              <a:chOff x="792538" y="2709952"/>
              <a:chExt cx="7571222" cy="2764395"/>
            </a:xfrm>
          </p:grpSpPr>
          <p:sp>
            <p:nvSpPr>
              <p:cNvPr id="91" name="Line 15"/>
              <p:cNvSpPr>
                <a:spLocks noChangeShapeType="1"/>
              </p:cNvSpPr>
              <p:nvPr/>
            </p:nvSpPr>
            <p:spPr bwMode="auto">
              <a:xfrm>
                <a:off x="5945623" y="3089621"/>
                <a:ext cx="169525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92" name="Line 16"/>
              <p:cNvSpPr>
                <a:spLocks noChangeShapeType="1"/>
              </p:cNvSpPr>
              <p:nvPr/>
            </p:nvSpPr>
            <p:spPr bwMode="auto">
              <a:xfrm>
                <a:off x="5945623" y="3199291"/>
                <a:ext cx="169525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93" name="Line 17"/>
              <p:cNvSpPr>
                <a:spLocks noChangeShapeType="1"/>
              </p:cNvSpPr>
              <p:nvPr/>
            </p:nvSpPr>
            <p:spPr bwMode="auto">
              <a:xfrm>
                <a:off x="5945623" y="3310180"/>
                <a:ext cx="169525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94" name="Line 18"/>
              <p:cNvSpPr>
                <a:spLocks noChangeShapeType="1"/>
              </p:cNvSpPr>
              <p:nvPr/>
            </p:nvSpPr>
            <p:spPr bwMode="auto">
              <a:xfrm>
                <a:off x="5945623" y="3421069"/>
                <a:ext cx="169525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95" name="Line 19"/>
              <p:cNvSpPr>
                <a:spLocks noChangeShapeType="1"/>
              </p:cNvSpPr>
              <p:nvPr/>
            </p:nvSpPr>
            <p:spPr bwMode="auto">
              <a:xfrm>
                <a:off x="5945623" y="3531958"/>
                <a:ext cx="169525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96" name="Line 20"/>
              <p:cNvSpPr>
                <a:spLocks noChangeShapeType="1"/>
              </p:cNvSpPr>
              <p:nvPr/>
            </p:nvSpPr>
            <p:spPr bwMode="auto">
              <a:xfrm>
                <a:off x="5945623" y="2978732"/>
                <a:ext cx="169525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97" name="Line 21"/>
              <p:cNvSpPr>
                <a:spLocks noChangeShapeType="1"/>
              </p:cNvSpPr>
              <p:nvPr/>
            </p:nvSpPr>
            <p:spPr bwMode="auto">
              <a:xfrm>
                <a:off x="5301900" y="4362318"/>
                <a:ext cx="168340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98" name="Line 22"/>
              <p:cNvSpPr>
                <a:spLocks noChangeShapeType="1"/>
              </p:cNvSpPr>
              <p:nvPr/>
            </p:nvSpPr>
            <p:spPr bwMode="auto">
              <a:xfrm>
                <a:off x="5301900" y="4417153"/>
                <a:ext cx="168340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99" name="Line 23"/>
              <p:cNvSpPr>
                <a:spLocks noChangeShapeType="1"/>
              </p:cNvSpPr>
              <p:nvPr/>
            </p:nvSpPr>
            <p:spPr bwMode="auto">
              <a:xfrm>
                <a:off x="5301900" y="4471988"/>
                <a:ext cx="168340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00" name="Line 24"/>
              <p:cNvSpPr>
                <a:spLocks noChangeShapeType="1"/>
              </p:cNvSpPr>
              <p:nvPr/>
            </p:nvSpPr>
            <p:spPr bwMode="auto">
              <a:xfrm>
                <a:off x="5301900" y="4528042"/>
                <a:ext cx="168340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01" name="Line 25"/>
              <p:cNvSpPr>
                <a:spLocks noChangeShapeType="1"/>
              </p:cNvSpPr>
              <p:nvPr/>
            </p:nvSpPr>
            <p:spPr bwMode="auto">
              <a:xfrm>
                <a:off x="5301900" y="4582877"/>
                <a:ext cx="168340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02" name="Line 26"/>
              <p:cNvSpPr>
                <a:spLocks noChangeShapeType="1"/>
              </p:cNvSpPr>
              <p:nvPr/>
            </p:nvSpPr>
            <p:spPr bwMode="auto">
              <a:xfrm>
                <a:off x="5301900" y="4306264"/>
                <a:ext cx="168340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03" name="Text Box 28"/>
              <p:cNvSpPr txBox="1">
                <a:spLocks noChangeArrowheads="1"/>
              </p:cNvSpPr>
              <p:nvPr/>
            </p:nvSpPr>
            <p:spPr bwMode="auto">
              <a:xfrm>
                <a:off x="2412282" y="3088402"/>
                <a:ext cx="1017460" cy="338244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>
                <a:spAutoFit/>
              </a:bodyPr>
              <a:lstStyle/>
              <a:p>
                <a:r>
                  <a:rPr lang="fr-FR" sz="1400" dirty="0" err="1">
                    <a:latin typeface="Times New Roman" pitchFamily="18" charset="0"/>
                  </a:rPr>
                  <a:t>S</a:t>
                </a:r>
                <a:r>
                  <a:rPr lang="fr-FR" sz="1400" baseline="-25000" dirty="0" err="1">
                    <a:latin typeface="Times New Roman" pitchFamily="18" charset="0"/>
                  </a:rPr>
                  <a:t>z</a:t>
                </a:r>
                <a:r>
                  <a:rPr lang="fr-FR" sz="1400" dirty="0">
                    <a:latin typeface="Times New Roman" pitchFamily="18" charset="0"/>
                  </a:rPr>
                  <a:t>=+5/2, </a:t>
                </a:r>
                <a:r>
                  <a:rPr lang="fr-FR" sz="1400" dirty="0" err="1">
                    <a:latin typeface="Times New Roman" pitchFamily="18" charset="0"/>
                  </a:rPr>
                  <a:t>I</a:t>
                </a:r>
                <a:r>
                  <a:rPr lang="fr-FR" sz="1400" baseline="-25000" dirty="0" err="1">
                    <a:latin typeface="Times New Roman" pitchFamily="18" charset="0"/>
                  </a:rPr>
                  <a:t>z</a:t>
                </a:r>
                <a:endParaRPr lang="fr-FR" sz="1400" baseline="-25000" dirty="0">
                  <a:latin typeface="Times New Roman" pitchFamily="18" charset="0"/>
                </a:endParaRPr>
              </a:p>
            </p:txBody>
          </p:sp>
          <p:sp>
            <p:nvSpPr>
              <p:cNvPr id="104" name="Text Box 29"/>
              <p:cNvSpPr txBox="1">
                <a:spLocks noChangeArrowheads="1"/>
              </p:cNvSpPr>
              <p:nvPr/>
            </p:nvSpPr>
            <p:spPr bwMode="auto">
              <a:xfrm>
                <a:off x="2754278" y="4257522"/>
                <a:ext cx="1017460" cy="338244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>
                <a:spAutoFit/>
              </a:bodyPr>
              <a:lstStyle/>
              <a:p>
                <a:r>
                  <a:rPr lang="fr-FR" sz="1400" dirty="0" err="1">
                    <a:latin typeface="Times New Roman" pitchFamily="18" charset="0"/>
                  </a:rPr>
                  <a:t>S</a:t>
                </a:r>
                <a:r>
                  <a:rPr lang="fr-FR" sz="1400" baseline="-25000" dirty="0" err="1">
                    <a:latin typeface="Times New Roman" pitchFamily="18" charset="0"/>
                  </a:rPr>
                  <a:t>z</a:t>
                </a:r>
                <a:r>
                  <a:rPr lang="fr-FR" sz="1400" dirty="0">
                    <a:latin typeface="Times New Roman" pitchFamily="18" charset="0"/>
                  </a:rPr>
                  <a:t>=+3/2, </a:t>
                </a:r>
                <a:r>
                  <a:rPr lang="fr-FR" sz="1400" dirty="0" err="1">
                    <a:latin typeface="Times New Roman" pitchFamily="18" charset="0"/>
                  </a:rPr>
                  <a:t>I</a:t>
                </a:r>
                <a:r>
                  <a:rPr lang="fr-FR" sz="1400" baseline="-25000" dirty="0" err="1">
                    <a:latin typeface="Times New Roman" pitchFamily="18" charset="0"/>
                  </a:rPr>
                  <a:t>z</a:t>
                </a:r>
                <a:endParaRPr lang="fr-FR" sz="1400" baseline="-25000" dirty="0">
                  <a:latin typeface="Times New Roman" pitchFamily="18" charset="0"/>
                </a:endParaRPr>
              </a:p>
            </p:txBody>
          </p:sp>
          <p:sp>
            <p:nvSpPr>
              <p:cNvPr id="105" name="Text Box 30"/>
              <p:cNvSpPr txBox="1">
                <a:spLocks noChangeArrowheads="1"/>
              </p:cNvSpPr>
              <p:nvPr/>
            </p:nvSpPr>
            <p:spPr bwMode="auto">
              <a:xfrm>
                <a:off x="6223028" y="3088402"/>
                <a:ext cx="973748" cy="338244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>
                <a:spAutoFit/>
              </a:bodyPr>
              <a:lstStyle/>
              <a:p>
                <a:r>
                  <a:rPr lang="fr-FR" sz="1400" dirty="0" err="1">
                    <a:latin typeface="Times New Roman" pitchFamily="18" charset="0"/>
                  </a:rPr>
                  <a:t>S</a:t>
                </a:r>
                <a:r>
                  <a:rPr lang="fr-FR" sz="1400" baseline="-25000" dirty="0" err="1">
                    <a:latin typeface="Times New Roman" pitchFamily="18" charset="0"/>
                  </a:rPr>
                  <a:t>z</a:t>
                </a:r>
                <a:r>
                  <a:rPr lang="fr-FR" sz="1400" dirty="0">
                    <a:latin typeface="Times New Roman" pitchFamily="18" charset="0"/>
                  </a:rPr>
                  <a:t>=-5/2, </a:t>
                </a:r>
                <a:r>
                  <a:rPr lang="fr-FR" sz="1400" dirty="0" err="1">
                    <a:latin typeface="Times New Roman" pitchFamily="18" charset="0"/>
                  </a:rPr>
                  <a:t>I</a:t>
                </a:r>
                <a:r>
                  <a:rPr lang="fr-FR" sz="1400" baseline="-25000" dirty="0" err="1">
                    <a:latin typeface="Times New Roman" pitchFamily="18" charset="0"/>
                  </a:rPr>
                  <a:t>z</a:t>
                </a:r>
                <a:endParaRPr lang="fr-FR" sz="1400" baseline="-25000" dirty="0">
                  <a:latin typeface="Times New Roman" pitchFamily="18" charset="0"/>
                </a:endParaRPr>
              </a:p>
            </p:txBody>
          </p:sp>
          <p:sp>
            <p:nvSpPr>
              <p:cNvPr id="106" name="Text Box 31"/>
              <p:cNvSpPr txBox="1">
                <a:spLocks noChangeArrowheads="1"/>
              </p:cNvSpPr>
              <p:nvPr/>
            </p:nvSpPr>
            <p:spPr bwMode="auto">
              <a:xfrm>
                <a:off x="5819961" y="4257522"/>
                <a:ext cx="973748" cy="338244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>
                <a:spAutoFit/>
              </a:bodyPr>
              <a:lstStyle/>
              <a:p>
                <a:r>
                  <a:rPr lang="fr-FR" sz="1400" dirty="0" err="1">
                    <a:latin typeface="Times New Roman" pitchFamily="18" charset="0"/>
                  </a:rPr>
                  <a:t>S</a:t>
                </a:r>
                <a:r>
                  <a:rPr lang="fr-FR" sz="1400" baseline="-25000" dirty="0" err="1">
                    <a:latin typeface="Times New Roman" pitchFamily="18" charset="0"/>
                  </a:rPr>
                  <a:t>z</a:t>
                </a:r>
                <a:r>
                  <a:rPr lang="fr-FR" sz="1400" dirty="0">
                    <a:latin typeface="Times New Roman" pitchFamily="18" charset="0"/>
                  </a:rPr>
                  <a:t>=-3/2, </a:t>
                </a:r>
                <a:r>
                  <a:rPr lang="fr-FR" sz="1400" dirty="0" err="1">
                    <a:latin typeface="Times New Roman" pitchFamily="18" charset="0"/>
                  </a:rPr>
                  <a:t>I</a:t>
                </a:r>
                <a:r>
                  <a:rPr lang="fr-FR" sz="1400" baseline="-25000" dirty="0" err="1">
                    <a:latin typeface="Times New Roman" pitchFamily="18" charset="0"/>
                  </a:rPr>
                  <a:t>z</a:t>
                </a:r>
                <a:endParaRPr lang="fr-FR" sz="1400" baseline="-25000" dirty="0">
                  <a:latin typeface="Times New Roman" pitchFamily="18" charset="0"/>
                </a:endParaRPr>
              </a:p>
            </p:txBody>
          </p:sp>
          <p:sp>
            <p:nvSpPr>
              <p:cNvPr id="107" name="Line 32"/>
              <p:cNvSpPr>
                <a:spLocks noChangeShapeType="1"/>
              </p:cNvSpPr>
              <p:nvPr/>
            </p:nvSpPr>
            <p:spPr bwMode="auto">
              <a:xfrm>
                <a:off x="3373105" y="3089621"/>
                <a:ext cx="169525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08" name="Line 33"/>
              <p:cNvSpPr>
                <a:spLocks noChangeShapeType="1"/>
              </p:cNvSpPr>
              <p:nvPr/>
            </p:nvSpPr>
            <p:spPr bwMode="auto">
              <a:xfrm>
                <a:off x="3373105" y="3199291"/>
                <a:ext cx="169525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09" name="Line 34"/>
              <p:cNvSpPr>
                <a:spLocks noChangeShapeType="1"/>
              </p:cNvSpPr>
              <p:nvPr/>
            </p:nvSpPr>
            <p:spPr bwMode="auto">
              <a:xfrm>
                <a:off x="3373105" y="3310180"/>
                <a:ext cx="169525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10" name="Line 35"/>
              <p:cNvSpPr>
                <a:spLocks noChangeShapeType="1"/>
              </p:cNvSpPr>
              <p:nvPr/>
            </p:nvSpPr>
            <p:spPr bwMode="auto">
              <a:xfrm>
                <a:off x="3373105" y="3421069"/>
                <a:ext cx="169525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11" name="Line 36"/>
              <p:cNvSpPr>
                <a:spLocks noChangeShapeType="1"/>
              </p:cNvSpPr>
              <p:nvPr/>
            </p:nvSpPr>
            <p:spPr bwMode="auto">
              <a:xfrm>
                <a:off x="3373105" y="3531958"/>
                <a:ext cx="169525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12" name="Line 37"/>
              <p:cNvSpPr>
                <a:spLocks noChangeShapeType="1"/>
              </p:cNvSpPr>
              <p:nvPr/>
            </p:nvSpPr>
            <p:spPr bwMode="auto">
              <a:xfrm>
                <a:off x="3373105" y="2978732"/>
                <a:ext cx="169525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13" name="Line 38"/>
              <p:cNvSpPr>
                <a:spLocks noChangeShapeType="1"/>
              </p:cNvSpPr>
              <p:nvPr/>
            </p:nvSpPr>
            <p:spPr bwMode="auto">
              <a:xfrm>
                <a:off x="4018013" y="4362318"/>
                <a:ext cx="168340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14" name="Line 39"/>
              <p:cNvSpPr>
                <a:spLocks noChangeShapeType="1"/>
              </p:cNvSpPr>
              <p:nvPr/>
            </p:nvSpPr>
            <p:spPr bwMode="auto">
              <a:xfrm>
                <a:off x="4018013" y="4417153"/>
                <a:ext cx="168340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15" name="Line 40"/>
              <p:cNvSpPr>
                <a:spLocks noChangeShapeType="1"/>
              </p:cNvSpPr>
              <p:nvPr/>
            </p:nvSpPr>
            <p:spPr bwMode="auto">
              <a:xfrm>
                <a:off x="4018013" y="4471988"/>
                <a:ext cx="168340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16" name="Line 41"/>
              <p:cNvSpPr>
                <a:spLocks noChangeShapeType="1"/>
              </p:cNvSpPr>
              <p:nvPr/>
            </p:nvSpPr>
            <p:spPr bwMode="auto">
              <a:xfrm>
                <a:off x="4018013" y="4528042"/>
                <a:ext cx="168340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17" name="Line 42"/>
              <p:cNvSpPr>
                <a:spLocks noChangeShapeType="1"/>
              </p:cNvSpPr>
              <p:nvPr/>
            </p:nvSpPr>
            <p:spPr bwMode="auto">
              <a:xfrm>
                <a:off x="4018013" y="4582877"/>
                <a:ext cx="168340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18" name="Line 43"/>
              <p:cNvSpPr>
                <a:spLocks noChangeShapeType="1"/>
              </p:cNvSpPr>
              <p:nvPr/>
            </p:nvSpPr>
            <p:spPr bwMode="auto">
              <a:xfrm>
                <a:off x="4018013" y="4306264"/>
                <a:ext cx="168340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19" name="Line 44"/>
              <p:cNvSpPr>
                <a:spLocks noChangeShapeType="1"/>
              </p:cNvSpPr>
              <p:nvPr/>
            </p:nvSpPr>
            <p:spPr bwMode="auto">
              <a:xfrm>
                <a:off x="4662920" y="4920417"/>
                <a:ext cx="168340" cy="0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20" name="Line 45"/>
              <p:cNvSpPr>
                <a:spLocks noChangeShapeType="1"/>
              </p:cNvSpPr>
              <p:nvPr/>
            </p:nvSpPr>
            <p:spPr bwMode="auto">
              <a:xfrm>
                <a:off x="4662920" y="4970379"/>
                <a:ext cx="168340" cy="0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21" name="Line 50"/>
              <p:cNvSpPr>
                <a:spLocks noChangeShapeType="1"/>
              </p:cNvSpPr>
              <p:nvPr/>
            </p:nvSpPr>
            <p:spPr bwMode="auto">
              <a:xfrm flipV="1">
                <a:off x="2351211" y="2709952"/>
                <a:ext cx="0" cy="2431025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22" name="Line 51"/>
              <p:cNvSpPr>
                <a:spLocks noChangeShapeType="1"/>
              </p:cNvSpPr>
              <p:nvPr/>
            </p:nvSpPr>
            <p:spPr bwMode="auto">
              <a:xfrm>
                <a:off x="2297864" y="4920417"/>
                <a:ext cx="161227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23" name="Line 52"/>
              <p:cNvSpPr>
                <a:spLocks noChangeShapeType="1"/>
              </p:cNvSpPr>
              <p:nvPr/>
            </p:nvSpPr>
            <p:spPr bwMode="auto">
              <a:xfrm>
                <a:off x="2297864" y="4423246"/>
                <a:ext cx="161227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24" name="Line 53"/>
              <p:cNvSpPr>
                <a:spLocks noChangeShapeType="1"/>
              </p:cNvSpPr>
              <p:nvPr/>
            </p:nvSpPr>
            <p:spPr bwMode="auto">
              <a:xfrm>
                <a:off x="2297864" y="3260219"/>
                <a:ext cx="161227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25" name="Text Box 54"/>
              <p:cNvSpPr txBox="1">
                <a:spLocks noChangeArrowheads="1"/>
              </p:cNvSpPr>
              <p:nvPr/>
            </p:nvSpPr>
            <p:spPr bwMode="auto">
              <a:xfrm>
                <a:off x="1913047" y="4749818"/>
                <a:ext cx="287821" cy="371290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>
                <a:spAutoFit/>
              </a:bodyPr>
              <a:lstStyle/>
              <a:p>
                <a:r>
                  <a:rPr lang="fr-FR" sz="1600" i="1" dirty="0">
                    <a:latin typeface="Monotype Corsiva" panose="03010101010201010101" pitchFamily="66" charset="0"/>
                  </a:rPr>
                  <a:t>0</a:t>
                </a:r>
                <a:endParaRPr lang="fr-FR" sz="1600" i="1" baseline="-25000" dirty="0">
                  <a:latin typeface="Monotype Corsiva" panose="03010101010201010101" pitchFamily="66" charset="0"/>
                </a:endParaRPr>
              </a:p>
            </p:txBody>
          </p:sp>
          <p:sp>
            <p:nvSpPr>
              <p:cNvPr id="126" name="Text Box 55"/>
              <p:cNvSpPr txBox="1">
                <a:spLocks noChangeArrowheads="1"/>
              </p:cNvSpPr>
              <p:nvPr/>
            </p:nvSpPr>
            <p:spPr bwMode="auto">
              <a:xfrm>
                <a:off x="1762006" y="4257522"/>
                <a:ext cx="670693" cy="371290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square">
                <a:spAutoFit/>
              </a:bodyPr>
              <a:lstStyle/>
              <a:p>
                <a:r>
                  <a:rPr lang="fr-FR" sz="1600" i="1" dirty="0">
                    <a:latin typeface="Monotype Corsiva" panose="03010101010201010101" pitchFamily="66" charset="0"/>
                  </a:rPr>
                  <a:t>2D</a:t>
                </a:r>
                <a:r>
                  <a:rPr lang="fr-FR" sz="1600" i="1" baseline="-25000" dirty="0">
                    <a:latin typeface="Monotype Corsiva" panose="03010101010201010101" pitchFamily="66" charset="0"/>
                  </a:rPr>
                  <a:t>0</a:t>
                </a:r>
              </a:p>
            </p:txBody>
          </p:sp>
          <p:sp>
            <p:nvSpPr>
              <p:cNvPr id="127" name="Text Box 56"/>
              <p:cNvSpPr txBox="1">
                <a:spLocks noChangeArrowheads="1"/>
              </p:cNvSpPr>
              <p:nvPr/>
            </p:nvSpPr>
            <p:spPr bwMode="auto">
              <a:xfrm>
                <a:off x="1769368" y="3094495"/>
                <a:ext cx="672322" cy="371290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square">
                <a:spAutoFit/>
              </a:bodyPr>
              <a:lstStyle/>
              <a:p>
                <a:r>
                  <a:rPr lang="fr-FR" sz="1600" i="1" dirty="0">
                    <a:latin typeface="Monotype Corsiva" panose="03010101010201010101" pitchFamily="66" charset="0"/>
                  </a:rPr>
                  <a:t>6D</a:t>
                </a:r>
                <a:r>
                  <a:rPr lang="fr-FR" sz="1600" i="1" baseline="-25000" dirty="0">
                    <a:latin typeface="Monotype Corsiva" panose="03010101010201010101" pitchFamily="66" charset="0"/>
                  </a:rPr>
                  <a:t>0</a:t>
                </a:r>
              </a:p>
            </p:txBody>
          </p:sp>
          <p:sp>
            <p:nvSpPr>
              <p:cNvPr id="128" name="Text Box 86"/>
              <p:cNvSpPr txBox="1">
                <a:spLocks noChangeArrowheads="1"/>
              </p:cNvSpPr>
              <p:nvPr/>
            </p:nvSpPr>
            <p:spPr bwMode="auto">
              <a:xfrm>
                <a:off x="4313200" y="5136103"/>
                <a:ext cx="1099839" cy="338244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>
                <a:spAutoFit/>
              </a:bodyPr>
              <a:lstStyle/>
              <a:p>
                <a:r>
                  <a:rPr lang="fr-FR" sz="1400" dirty="0" err="1">
                    <a:latin typeface="Times New Roman" pitchFamily="18" charset="0"/>
                  </a:rPr>
                  <a:t>S</a:t>
                </a:r>
                <a:r>
                  <a:rPr lang="fr-FR" sz="1400" baseline="-25000" dirty="0" err="1">
                    <a:latin typeface="Times New Roman" pitchFamily="18" charset="0"/>
                  </a:rPr>
                  <a:t>z</a:t>
                </a:r>
                <a:r>
                  <a:rPr lang="fr-FR" sz="1400" dirty="0">
                    <a:latin typeface="Times New Roman" pitchFamily="18" charset="0"/>
                  </a:rPr>
                  <a:t>=</a:t>
                </a:r>
                <a:r>
                  <a:rPr lang="en-US" sz="1400" dirty="0">
                    <a:latin typeface="Times New Roman" pitchFamily="18" charset="0"/>
                    <a:cs typeface="Times New Roman" pitchFamily="18" charset="0"/>
                  </a:rPr>
                  <a:t>±</a:t>
                </a:r>
                <a:r>
                  <a:rPr lang="fr-FR" sz="1400" dirty="0">
                    <a:latin typeface="Times New Roman" pitchFamily="18" charset="0"/>
                  </a:rPr>
                  <a:t>1/2, </a:t>
                </a:r>
                <a:r>
                  <a:rPr lang="fr-FR" sz="1400" dirty="0" err="1">
                    <a:latin typeface="Times New Roman" pitchFamily="18" charset="0"/>
                  </a:rPr>
                  <a:t>I</a:t>
                </a:r>
                <a:r>
                  <a:rPr lang="fr-FR" sz="1400" baseline="-25000" dirty="0" err="1">
                    <a:latin typeface="Times New Roman" pitchFamily="18" charset="0"/>
                  </a:rPr>
                  <a:t>z</a:t>
                </a:r>
                <a:endParaRPr lang="fr-FR" sz="1400" baseline="-25000" dirty="0">
                  <a:latin typeface="Times New Roman" pitchFamily="18" charset="0"/>
                </a:endParaRPr>
              </a:p>
            </p:txBody>
          </p:sp>
          <p:sp>
            <p:nvSpPr>
              <p:cNvPr id="129" name="Freeform 88"/>
              <p:cNvSpPr>
                <a:spLocks/>
              </p:cNvSpPr>
              <p:nvPr/>
            </p:nvSpPr>
            <p:spPr bwMode="auto">
              <a:xfrm rot="18624213" flipH="1">
                <a:off x="4338453" y="3995090"/>
                <a:ext cx="1791053" cy="277885"/>
              </a:xfrm>
              <a:custGeom>
                <a:avLst/>
                <a:gdLst>
                  <a:gd name="T0" fmla="*/ 0 w 590"/>
                  <a:gd name="T1" fmla="*/ 90 h 90"/>
                  <a:gd name="T2" fmla="*/ 272 w 590"/>
                  <a:gd name="T3" fmla="*/ 0 h 90"/>
                  <a:gd name="T4" fmla="*/ 590 w 590"/>
                  <a:gd name="T5" fmla="*/ 90 h 9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590" h="90">
                    <a:moveTo>
                      <a:pt x="0" y="90"/>
                    </a:moveTo>
                    <a:cubicBezTo>
                      <a:pt x="87" y="45"/>
                      <a:pt x="174" y="0"/>
                      <a:pt x="272" y="0"/>
                    </a:cubicBezTo>
                    <a:cubicBezTo>
                      <a:pt x="370" y="0"/>
                      <a:pt x="537" y="75"/>
                      <a:pt x="590" y="90"/>
                    </a:cubicBezTo>
                  </a:path>
                </a:pathLst>
              </a:custGeom>
              <a:noFill/>
              <a:ln w="9525">
                <a:solidFill>
                  <a:srgbClr val="009900"/>
                </a:solidFill>
                <a:round/>
                <a:headEnd type="triangle" w="med" len="med"/>
                <a:tailEnd type="none" w="med" len="med"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30" name="Freeform 89"/>
              <p:cNvSpPr>
                <a:spLocks/>
              </p:cNvSpPr>
              <p:nvPr/>
            </p:nvSpPr>
            <p:spPr bwMode="auto">
              <a:xfrm rot="18619254" flipV="1">
                <a:off x="4686902" y="4176073"/>
                <a:ext cx="1796996" cy="369585"/>
              </a:xfrm>
              <a:custGeom>
                <a:avLst/>
                <a:gdLst>
                  <a:gd name="T0" fmla="*/ 0 w 590"/>
                  <a:gd name="T1" fmla="*/ 90 h 90"/>
                  <a:gd name="T2" fmla="*/ 272 w 590"/>
                  <a:gd name="T3" fmla="*/ 0 h 90"/>
                  <a:gd name="T4" fmla="*/ 590 w 590"/>
                  <a:gd name="T5" fmla="*/ 90 h 9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590" h="90">
                    <a:moveTo>
                      <a:pt x="0" y="90"/>
                    </a:moveTo>
                    <a:cubicBezTo>
                      <a:pt x="87" y="45"/>
                      <a:pt x="174" y="0"/>
                      <a:pt x="272" y="0"/>
                    </a:cubicBezTo>
                    <a:cubicBezTo>
                      <a:pt x="370" y="0"/>
                      <a:pt x="537" y="75"/>
                      <a:pt x="590" y="90"/>
                    </a:cubicBezTo>
                  </a:path>
                </a:pathLst>
              </a:custGeom>
              <a:noFill/>
              <a:ln w="9525">
                <a:solidFill>
                  <a:srgbClr val="009900"/>
                </a:solidFill>
                <a:round/>
                <a:headEnd type="triangle" w="med" len="med"/>
                <a:tailEnd type="none" w="med" len="med"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31" name="Line 93"/>
              <p:cNvSpPr>
                <a:spLocks noChangeShapeType="1"/>
              </p:cNvSpPr>
              <p:nvPr/>
            </p:nvSpPr>
            <p:spPr bwMode="auto">
              <a:xfrm flipV="1">
                <a:off x="1678889" y="3296575"/>
                <a:ext cx="0" cy="628889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32" name="Line 94"/>
              <p:cNvSpPr>
                <a:spLocks noChangeShapeType="1"/>
              </p:cNvSpPr>
              <p:nvPr/>
            </p:nvSpPr>
            <p:spPr bwMode="auto">
              <a:xfrm>
                <a:off x="1678889" y="4243730"/>
                <a:ext cx="0" cy="682611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33" name="TextBox 7"/>
              <p:cNvSpPr txBox="1">
                <a:spLocks noChangeArrowheads="1"/>
              </p:cNvSpPr>
              <p:nvPr/>
            </p:nvSpPr>
            <p:spPr bwMode="auto">
              <a:xfrm>
                <a:off x="792538" y="3916460"/>
                <a:ext cx="1144268" cy="37129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>
                <a:spAutoFit/>
              </a:bodyPr>
              <a:lstStyle>
                <a:lvl1pPr>
                  <a:defRPr>
                    <a:solidFill>
                      <a:schemeClr val="tx1"/>
                    </a:solidFill>
                    <a:latin typeface="Arial" charset="0"/>
                  </a:defRPr>
                </a:lvl1pPr>
                <a:lvl2pPr marL="742950" indent="-285750">
                  <a:defRPr>
                    <a:solidFill>
                      <a:schemeClr val="tx1"/>
                    </a:solidFill>
                    <a:latin typeface="Arial" charset="0"/>
                  </a:defRPr>
                </a:lvl2pPr>
                <a:lvl3pPr marL="1143000" indent="-228600">
                  <a:defRPr>
                    <a:solidFill>
                      <a:schemeClr val="tx1"/>
                    </a:solidFill>
                    <a:latin typeface="Arial" charset="0"/>
                  </a:defRPr>
                </a:lvl3pPr>
                <a:lvl4pPr marL="1600200" indent="-228600">
                  <a:defRPr>
                    <a:solidFill>
                      <a:schemeClr val="tx1"/>
                    </a:solidFill>
                    <a:latin typeface="Arial" charset="0"/>
                  </a:defRPr>
                </a:lvl4pPr>
                <a:lvl5pPr marL="2057400" indent="-228600">
                  <a:defRPr>
                    <a:solidFill>
                      <a:schemeClr val="tx1"/>
                    </a:solidFill>
                    <a:latin typeface="Arial" charset="0"/>
                  </a:defRPr>
                </a:lvl5pPr>
                <a:lvl6pPr marL="2514600" indent="-228600" fontAlgn="base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6pPr>
                <a:lvl7pPr marL="2971800" indent="-228600" fontAlgn="base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7pPr>
                <a:lvl8pPr marL="3429000" indent="-228600" fontAlgn="base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8pPr>
                <a:lvl9pPr marL="3886200" indent="-228600" fontAlgn="base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9pPr>
              </a:lstStyle>
              <a:p>
                <a:r>
                  <a:rPr lang="en-US" altLang="zh-CN" sz="1600" dirty="0" smtClean="0">
                    <a:solidFill>
                      <a:srgbClr val="0033CC"/>
                    </a:solidFill>
                    <a:latin typeface="Times New Roman" pitchFamily="18" charset="0"/>
                    <a:ea typeface="宋体" pitchFamily="2" charset="-122"/>
                    <a:sym typeface="Symbol" pitchFamily="18" charset="2"/>
                  </a:rPr>
                  <a:t>~</a:t>
                </a:r>
                <a:r>
                  <a:rPr lang="en-US" altLang="zh-CN" sz="1600" dirty="0">
                    <a:solidFill>
                      <a:srgbClr val="0033CC"/>
                    </a:solidFill>
                    <a:latin typeface="Times New Roman" pitchFamily="18" charset="0"/>
                    <a:ea typeface="宋体" pitchFamily="2" charset="-122"/>
                    <a:sym typeface="Symbol" pitchFamily="18" charset="2"/>
                  </a:rPr>
                  <a:t>4</a:t>
                </a:r>
                <a:r>
                  <a:rPr lang="en-US" altLang="zh-CN" sz="1600" dirty="0" smtClean="0">
                    <a:solidFill>
                      <a:srgbClr val="0033CC"/>
                    </a:solidFill>
                    <a:latin typeface="Times New Roman" pitchFamily="18" charset="0"/>
                    <a:ea typeface="宋体" pitchFamily="2" charset="-122"/>
                    <a:sym typeface="Symbol" pitchFamily="18" charset="2"/>
                  </a:rPr>
                  <a:t>0 </a:t>
                </a:r>
                <a:r>
                  <a:rPr lang="en-US" altLang="zh-CN" sz="1600" dirty="0">
                    <a:solidFill>
                      <a:srgbClr val="0033CC"/>
                    </a:solidFill>
                    <a:latin typeface="Times New Roman" pitchFamily="18" charset="0"/>
                    <a:ea typeface="宋体" pitchFamily="2" charset="-122"/>
                    <a:sym typeface="Symbol" pitchFamily="18" charset="2"/>
                  </a:rPr>
                  <a:t></a:t>
                </a:r>
                <a:r>
                  <a:rPr lang="en-US" altLang="zh-CN" sz="1600" dirty="0" err="1">
                    <a:solidFill>
                      <a:srgbClr val="0033CC"/>
                    </a:solidFill>
                    <a:latin typeface="Times New Roman" pitchFamily="18" charset="0"/>
                    <a:ea typeface="宋体" pitchFamily="2" charset="-122"/>
                    <a:sym typeface="Symbol" pitchFamily="18" charset="2"/>
                  </a:rPr>
                  <a:t>eV</a:t>
                </a:r>
                <a:endParaRPr lang="en-US" altLang="zh-CN" sz="1600" dirty="0">
                  <a:solidFill>
                    <a:srgbClr val="0033CC"/>
                  </a:solidFill>
                  <a:latin typeface="Times New Roman" pitchFamily="18" charset="0"/>
                  <a:ea typeface="宋体" pitchFamily="2" charset="-122"/>
                </a:endParaRPr>
              </a:p>
            </p:txBody>
          </p:sp>
          <p:sp>
            <p:nvSpPr>
              <p:cNvPr id="134" name="Text Box 85"/>
              <p:cNvSpPr txBox="1">
                <a:spLocks noChangeArrowheads="1"/>
              </p:cNvSpPr>
              <p:nvPr/>
            </p:nvSpPr>
            <p:spPr bwMode="auto">
              <a:xfrm>
                <a:off x="4347538" y="3469387"/>
                <a:ext cx="924995" cy="371290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>
                <a:spAutoFit/>
              </a:bodyPr>
              <a:lstStyle>
                <a:lvl1pPr>
                  <a:defRPr>
                    <a:solidFill>
                      <a:schemeClr val="tx1"/>
                    </a:solidFill>
                    <a:latin typeface="Arial" charset="0"/>
                  </a:defRPr>
                </a:lvl1pPr>
                <a:lvl2pPr marL="742950" indent="-285750">
                  <a:defRPr>
                    <a:solidFill>
                      <a:schemeClr val="tx1"/>
                    </a:solidFill>
                    <a:latin typeface="Arial" charset="0"/>
                  </a:defRPr>
                </a:lvl2pPr>
                <a:lvl3pPr marL="1143000" indent="-228600">
                  <a:defRPr>
                    <a:solidFill>
                      <a:schemeClr val="tx1"/>
                    </a:solidFill>
                    <a:latin typeface="Arial" charset="0"/>
                  </a:defRPr>
                </a:lvl3pPr>
                <a:lvl4pPr marL="1600200" indent="-228600">
                  <a:defRPr>
                    <a:solidFill>
                      <a:schemeClr val="tx1"/>
                    </a:solidFill>
                    <a:latin typeface="Arial" charset="0"/>
                  </a:defRPr>
                </a:lvl4pPr>
                <a:lvl5pPr marL="2057400" indent="-228600">
                  <a:defRPr>
                    <a:solidFill>
                      <a:schemeClr val="tx1"/>
                    </a:solidFill>
                    <a:latin typeface="Arial" charset="0"/>
                  </a:defRPr>
                </a:lvl5pPr>
                <a:lvl6pPr marL="2514600" indent="-228600" fontAlgn="base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6pPr>
                <a:lvl7pPr marL="2971800" indent="-228600" fontAlgn="base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7pPr>
                <a:lvl8pPr marL="3429000" indent="-228600" fontAlgn="base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8pPr>
                <a:lvl9pPr marL="3886200" indent="-228600" fontAlgn="base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9pPr>
              </a:lstStyle>
              <a:p>
                <a:r>
                  <a:rPr lang="fr-FR" sz="1600" i="1" dirty="0" smtClean="0">
                    <a:solidFill>
                      <a:srgbClr val="009900"/>
                    </a:solidFill>
                    <a:latin typeface="Monotype Corsiva" panose="03010101010201010101" pitchFamily="66" charset="0"/>
                  </a:rPr>
                  <a:t>E</a:t>
                </a:r>
                <a:r>
                  <a:rPr lang="fr-FR" sz="1600" dirty="0" smtClean="0">
                    <a:solidFill>
                      <a:srgbClr val="009900"/>
                    </a:solidFill>
                    <a:latin typeface="Times New Roman" pitchFamily="18" charset="0"/>
                  </a:rPr>
                  <a:t>~1µeV</a:t>
                </a:r>
                <a:endParaRPr lang="fr-FR" sz="1600" baseline="-25000" dirty="0">
                  <a:solidFill>
                    <a:srgbClr val="009900"/>
                  </a:solidFill>
                  <a:latin typeface="Times New Roman" pitchFamily="18" charset="0"/>
                </a:endParaRPr>
              </a:p>
            </p:txBody>
          </p:sp>
          <p:sp>
            <p:nvSpPr>
              <p:cNvPr id="135" name="Text Box 86"/>
              <p:cNvSpPr txBox="1">
                <a:spLocks noChangeArrowheads="1"/>
              </p:cNvSpPr>
              <p:nvPr/>
            </p:nvSpPr>
            <p:spPr bwMode="auto">
              <a:xfrm>
                <a:off x="7892688" y="3098097"/>
                <a:ext cx="471072" cy="371290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>
                <a:spAutoFit/>
              </a:bodyPr>
              <a:lstStyle>
                <a:lvl1pPr>
                  <a:defRPr>
                    <a:solidFill>
                      <a:schemeClr val="tx1"/>
                    </a:solidFill>
                    <a:latin typeface="Arial" charset="0"/>
                  </a:defRPr>
                </a:lvl1pPr>
                <a:lvl2pPr marL="742950" indent="-285750">
                  <a:defRPr>
                    <a:solidFill>
                      <a:schemeClr val="tx1"/>
                    </a:solidFill>
                    <a:latin typeface="Arial" charset="0"/>
                  </a:defRPr>
                </a:lvl2pPr>
                <a:lvl3pPr marL="1143000" indent="-228600">
                  <a:defRPr>
                    <a:solidFill>
                      <a:schemeClr val="tx1"/>
                    </a:solidFill>
                    <a:latin typeface="Arial" charset="0"/>
                  </a:defRPr>
                </a:lvl3pPr>
                <a:lvl4pPr marL="1600200" indent="-228600">
                  <a:defRPr>
                    <a:solidFill>
                      <a:schemeClr val="tx1"/>
                    </a:solidFill>
                    <a:latin typeface="Arial" charset="0"/>
                  </a:defRPr>
                </a:lvl4pPr>
                <a:lvl5pPr marL="2057400" indent="-228600">
                  <a:defRPr>
                    <a:solidFill>
                      <a:schemeClr val="tx1"/>
                    </a:solidFill>
                    <a:latin typeface="Arial" charset="0"/>
                  </a:defRPr>
                </a:lvl5pPr>
                <a:lvl6pPr marL="2514600" indent="-228600" fontAlgn="base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6pPr>
                <a:lvl7pPr marL="2971800" indent="-228600" fontAlgn="base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7pPr>
                <a:lvl8pPr marL="3429000" indent="-228600" fontAlgn="base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8pPr>
                <a:lvl9pPr marL="3886200" indent="-228600" fontAlgn="base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9pPr>
              </a:lstStyle>
              <a:p>
                <a:r>
                  <a:rPr lang="fr-FR" sz="1600" dirty="0" smtClean="0">
                    <a:solidFill>
                      <a:srgbClr val="FF0000"/>
                    </a:solidFill>
                    <a:latin typeface="Times New Roman" pitchFamily="18" charset="0"/>
                  </a:rPr>
                  <a:t>(</a:t>
                </a:r>
                <a:r>
                  <a:rPr lang="fr-FR" sz="1600" dirty="0" smtClean="0">
                    <a:solidFill>
                      <a:srgbClr val="FF0000"/>
                    </a:solidFill>
                    <a:latin typeface="Monotype Corsiva" panose="03010101010201010101" pitchFamily="66" charset="0"/>
                  </a:rPr>
                  <a:t>A</a:t>
                </a:r>
                <a:r>
                  <a:rPr lang="fr-FR" sz="1600" dirty="0" smtClean="0">
                    <a:solidFill>
                      <a:srgbClr val="FF0000"/>
                    </a:solidFill>
                    <a:latin typeface="Times New Roman" pitchFamily="18" charset="0"/>
                  </a:rPr>
                  <a:t>)</a:t>
                </a:r>
                <a:endParaRPr lang="fr-FR" sz="1600" baseline="-25000" dirty="0">
                  <a:solidFill>
                    <a:srgbClr val="FF0000"/>
                  </a:solidFill>
                  <a:latin typeface="Times New Roman" pitchFamily="18" charset="0"/>
                </a:endParaRPr>
              </a:p>
            </p:txBody>
          </p:sp>
          <p:sp>
            <p:nvSpPr>
              <p:cNvPr id="136" name="Line 93"/>
              <p:cNvSpPr>
                <a:spLocks noChangeShapeType="1"/>
              </p:cNvSpPr>
              <p:nvPr/>
            </p:nvSpPr>
            <p:spPr bwMode="auto">
              <a:xfrm flipV="1">
                <a:off x="7217655" y="2924944"/>
                <a:ext cx="0" cy="165724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37" name="Line 94"/>
              <p:cNvSpPr>
                <a:spLocks noChangeShapeType="1"/>
              </p:cNvSpPr>
              <p:nvPr/>
            </p:nvSpPr>
            <p:spPr bwMode="auto">
              <a:xfrm>
                <a:off x="7217655" y="3371298"/>
                <a:ext cx="0" cy="165724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38" name="TextBox 7"/>
              <p:cNvSpPr txBox="1">
                <a:spLocks noChangeArrowheads="1"/>
              </p:cNvSpPr>
              <p:nvPr/>
            </p:nvSpPr>
            <p:spPr bwMode="auto">
              <a:xfrm>
                <a:off x="7175994" y="3060011"/>
                <a:ext cx="860668" cy="37129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>
                <a:spAutoFit/>
              </a:bodyPr>
              <a:lstStyle>
                <a:lvl1pPr>
                  <a:defRPr>
                    <a:solidFill>
                      <a:schemeClr val="tx1"/>
                    </a:solidFill>
                    <a:latin typeface="Arial" charset="0"/>
                  </a:defRPr>
                </a:lvl1pPr>
                <a:lvl2pPr marL="742950" indent="-285750">
                  <a:defRPr>
                    <a:solidFill>
                      <a:schemeClr val="tx1"/>
                    </a:solidFill>
                    <a:latin typeface="Arial" charset="0"/>
                  </a:defRPr>
                </a:lvl2pPr>
                <a:lvl3pPr marL="1143000" indent="-228600">
                  <a:defRPr>
                    <a:solidFill>
                      <a:schemeClr val="tx1"/>
                    </a:solidFill>
                    <a:latin typeface="Arial" charset="0"/>
                  </a:defRPr>
                </a:lvl3pPr>
                <a:lvl4pPr marL="1600200" indent="-228600">
                  <a:defRPr>
                    <a:solidFill>
                      <a:schemeClr val="tx1"/>
                    </a:solidFill>
                    <a:latin typeface="Arial" charset="0"/>
                  </a:defRPr>
                </a:lvl4pPr>
                <a:lvl5pPr marL="2057400" indent="-228600">
                  <a:defRPr>
                    <a:solidFill>
                      <a:schemeClr val="tx1"/>
                    </a:solidFill>
                    <a:latin typeface="Arial" charset="0"/>
                  </a:defRPr>
                </a:lvl5pPr>
                <a:lvl6pPr marL="2514600" indent="-228600" fontAlgn="base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6pPr>
                <a:lvl7pPr marL="2971800" indent="-228600" fontAlgn="base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7pPr>
                <a:lvl8pPr marL="3429000" indent="-228600" fontAlgn="base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8pPr>
                <a:lvl9pPr marL="3886200" indent="-228600" fontAlgn="base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9pPr>
              </a:lstStyle>
              <a:p>
                <a:r>
                  <a:rPr lang="en-US" altLang="zh-CN" sz="1600" dirty="0">
                    <a:solidFill>
                      <a:srgbClr val="FF0000"/>
                    </a:solidFill>
                    <a:latin typeface="Times New Roman" pitchFamily="18" charset="0"/>
                    <a:ea typeface="宋体" pitchFamily="2" charset="-122"/>
                    <a:sym typeface="Symbol" pitchFamily="18" charset="2"/>
                  </a:rPr>
                  <a:t>~9 </a:t>
                </a:r>
                <a:r>
                  <a:rPr lang="en-US" altLang="zh-CN" sz="1600" dirty="0" err="1">
                    <a:solidFill>
                      <a:srgbClr val="FF0000"/>
                    </a:solidFill>
                    <a:latin typeface="Times New Roman" pitchFamily="18" charset="0"/>
                    <a:ea typeface="宋体" pitchFamily="2" charset="-122"/>
                    <a:sym typeface="Symbol" pitchFamily="18" charset="2"/>
                  </a:rPr>
                  <a:t>eV</a:t>
                </a:r>
                <a:endParaRPr lang="en-US" altLang="zh-CN" sz="1600" dirty="0">
                  <a:solidFill>
                    <a:srgbClr val="FF0000"/>
                  </a:solidFill>
                  <a:latin typeface="Times New Roman" pitchFamily="18" charset="0"/>
                  <a:ea typeface="宋体" pitchFamily="2" charset="-122"/>
                </a:endParaRPr>
              </a:p>
            </p:txBody>
          </p:sp>
        </p:grpSp>
        <p:grpSp>
          <p:nvGrpSpPr>
            <p:cNvPr id="74" name="Groupe 73"/>
            <p:cNvGrpSpPr/>
            <p:nvPr/>
          </p:nvGrpSpPr>
          <p:grpSpPr>
            <a:xfrm>
              <a:off x="2915816" y="479644"/>
              <a:ext cx="3848174" cy="2188269"/>
              <a:chOff x="5286214" y="548682"/>
              <a:chExt cx="3318234" cy="1764985"/>
            </a:xfrm>
          </p:grpSpPr>
          <p:sp>
            <p:nvSpPr>
              <p:cNvPr id="75" name="Text Box 56"/>
              <p:cNvSpPr txBox="1">
                <a:spLocks noChangeArrowheads="1"/>
              </p:cNvSpPr>
              <p:nvPr/>
            </p:nvSpPr>
            <p:spPr bwMode="auto">
              <a:xfrm>
                <a:off x="6071249" y="820956"/>
                <a:ext cx="2290551" cy="37856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>
                <a:spAutoFit/>
              </a:bodyPr>
              <a:lstStyle>
                <a:lvl1pPr>
                  <a:defRPr>
                    <a:solidFill>
                      <a:schemeClr val="tx1"/>
                    </a:solidFill>
                    <a:latin typeface="Arial" charset="0"/>
                  </a:defRPr>
                </a:lvl1pPr>
                <a:lvl2pPr marL="742950" indent="-285750">
                  <a:defRPr>
                    <a:solidFill>
                      <a:schemeClr val="tx1"/>
                    </a:solidFill>
                    <a:latin typeface="Arial" charset="0"/>
                  </a:defRPr>
                </a:lvl2pPr>
                <a:lvl3pPr marL="1143000" indent="-228600">
                  <a:defRPr>
                    <a:solidFill>
                      <a:schemeClr val="tx1"/>
                    </a:solidFill>
                    <a:latin typeface="Arial" charset="0"/>
                  </a:defRPr>
                </a:lvl3pPr>
                <a:lvl4pPr marL="1600200" indent="-228600">
                  <a:defRPr>
                    <a:solidFill>
                      <a:schemeClr val="tx1"/>
                    </a:solidFill>
                    <a:latin typeface="Arial" charset="0"/>
                  </a:defRPr>
                </a:lvl4pPr>
                <a:lvl5pPr marL="2057400" indent="-228600">
                  <a:defRPr>
                    <a:solidFill>
                      <a:schemeClr val="tx1"/>
                    </a:solidFill>
                    <a:latin typeface="Arial" charset="0"/>
                  </a:defRPr>
                </a:lvl5pPr>
                <a:lvl6pPr marL="2514600" indent="-228600" fontAlgn="base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6pPr>
                <a:lvl7pPr marL="2971800" indent="-228600" fontAlgn="base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7pPr>
                <a:lvl8pPr marL="3429000" indent="-228600" fontAlgn="base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8pPr>
                <a:lvl9pPr marL="3886200" indent="-228600" fontAlgn="base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9pPr>
              </a:lstStyle>
              <a:p>
                <a:pPr eaLnBrk="0" hangingPunct="0"/>
                <a:r>
                  <a:rPr lang="en-US" sz="2000" i="1" baseline="30000" dirty="0">
                    <a:latin typeface="Monotype Corsiva" pitchFamily="66" charset="0"/>
                  </a:rPr>
                  <a:t>55</a:t>
                </a:r>
                <a:r>
                  <a:rPr lang="en-US" sz="2000" i="1" dirty="0">
                    <a:latin typeface="Monotype Corsiva" pitchFamily="66" charset="0"/>
                  </a:rPr>
                  <a:t>Mn  S=5/2, </a:t>
                </a:r>
                <a:r>
                  <a:rPr lang="en-US" sz="2000" i="1" dirty="0">
                    <a:solidFill>
                      <a:srgbClr val="FF0000"/>
                    </a:solidFill>
                    <a:latin typeface="Monotype Corsiva" pitchFamily="66" charset="0"/>
                  </a:rPr>
                  <a:t>I=5/2</a:t>
                </a:r>
                <a:endParaRPr lang="en-US" sz="2000" i="1" baseline="-25000" dirty="0">
                  <a:solidFill>
                    <a:srgbClr val="FF0000"/>
                  </a:solidFill>
                  <a:latin typeface="Times New Roman" pitchFamily="18" charset="0"/>
                </a:endParaRPr>
              </a:p>
            </p:txBody>
          </p:sp>
          <p:sp>
            <p:nvSpPr>
              <p:cNvPr id="76" name="Flèche vers le bas 75"/>
              <p:cNvSpPr/>
              <p:nvPr/>
            </p:nvSpPr>
            <p:spPr>
              <a:xfrm rot="4318524">
                <a:off x="7632068" y="1267658"/>
                <a:ext cx="299606" cy="536981"/>
              </a:xfrm>
              <a:prstGeom prst="downArrow">
                <a:avLst/>
              </a:prstGeom>
              <a:ln>
                <a:noFill/>
              </a:ln>
              <a:effectLst>
                <a:outerShdw blurRad="149987" dist="250190" dir="8460000" algn="ctr">
                  <a:srgbClr val="000000">
                    <a:alpha val="28000"/>
                  </a:srgbClr>
                </a:outerShdw>
              </a:effectLst>
              <a:scene3d>
                <a:camera prst="orthographicFront">
                  <a:rot lat="20400000" lon="0" rev="180000"/>
                </a:camera>
                <a:lightRig rig="contrasting" dir="t">
                  <a:rot lat="0" lon="0" rev="1500000"/>
                </a:lightRig>
              </a:scene3d>
              <a:sp3d prstMaterial="metal">
                <a:bevelT w="88900" h="88900"/>
              </a:sp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>
                <a:defPPr>
                  <a:defRPr lang="fr-FR"/>
                </a:defPPr>
                <a:lvl1pPr algn="l" rtl="0" fontAlgn="base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rtl="0" fontAlgn="base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rtl="0" fontAlgn="base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rtl="0" fontAlgn="base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rtl="0" fontAlgn="base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fr-FR"/>
              </a:p>
            </p:txBody>
          </p:sp>
          <p:sp>
            <p:nvSpPr>
              <p:cNvPr id="77" name="Line 10"/>
              <p:cNvSpPr>
                <a:spLocks noChangeShapeType="1"/>
              </p:cNvSpPr>
              <p:nvPr/>
            </p:nvSpPr>
            <p:spPr bwMode="auto">
              <a:xfrm flipV="1">
                <a:off x="5587452" y="721579"/>
                <a:ext cx="0" cy="777046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>
                <a:spAutoFit/>
              </a:bodyPr>
              <a:lstStyle>
                <a:defPPr>
                  <a:defRPr lang="fr-FR"/>
                </a:defPPr>
                <a:lvl1pPr algn="l" rtl="0" fontAlgn="base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Arial" charset="0"/>
                    <a:ea typeface="+mn-ea"/>
                    <a:cs typeface="Arial" charset="0"/>
                  </a:defRPr>
                </a:lvl1pPr>
                <a:lvl2pPr marL="457200" algn="l" rtl="0" fontAlgn="base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Arial" charset="0"/>
                    <a:ea typeface="+mn-ea"/>
                    <a:cs typeface="Arial" charset="0"/>
                  </a:defRPr>
                </a:lvl2pPr>
                <a:lvl3pPr marL="914400" algn="l" rtl="0" fontAlgn="base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Arial" charset="0"/>
                    <a:ea typeface="+mn-ea"/>
                    <a:cs typeface="Arial" charset="0"/>
                  </a:defRPr>
                </a:lvl3pPr>
                <a:lvl4pPr marL="1371600" algn="l" rtl="0" fontAlgn="base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Arial" charset="0"/>
                    <a:ea typeface="+mn-ea"/>
                    <a:cs typeface="Arial" charset="0"/>
                  </a:defRPr>
                </a:lvl4pPr>
                <a:lvl5pPr marL="1828800" algn="l" rtl="0" fontAlgn="base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Arial" charset="0"/>
                    <a:ea typeface="+mn-ea"/>
                    <a:cs typeface="Arial" charset="0"/>
                  </a:defRPr>
                </a:lvl5pPr>
                <a:lvl6pPr marL="2286000" algn="l" defTabSz="914400" rtl="0" eaLnBrk="1" latinLnBrk="0" hangingPunct="1">
                  <a:defRPr kern="1200">
                    <a:solidFill>
                      <a:schemeClr val="tx1"/>
                    </a:solidFill>
                    <a:latin typeface="Arial" charset="0"/>
                    <a:ea typeface="+mn-ea"/>
                    <a:cs typeface="Arial" charset="0"/>
                  </a:defRPr>
                </a:lvl6pPr>
                <a:lvl7pPr marL="2743200" algn="l" defTabSz="914400" rtl="0" eaLnBrk="1" latinLnBrk="0" hangingPunct="1">
                  <a:defRPr kern="1200">
                    <a:solidFill>
                      <a:schemeClr val="tx1"/>
                    </a:solidFill>
                    <a:latin typeface="Arial" charset="0"/>
                    <a:ea typeface="+mn-ea"/>
                    <a:cs typeface="Arial" charset="0"/>
                  </a:defRPr>
                </a:lvl7pPr>
                <a:lvl8pPr marL="3200400" algn="l" defTabSz="914400" rtl="0" eaLnBrk="1" latinLnBrk="0" hangingPunct="1">
                  <a:defRPr kern="1200">
                    <a:solidFill>
                      <a:schemeClr val="tx1"/>
                    </a:solidFill>
                    <a:latin typeface="Arial" charset="0"/>
                    <a:ea typeface="+mn-ea"/>
                    <a:cs typeface="Arial" charset="0"/>
                  </a:defRPr>
                </a:lvl8pPr>
                <a:lvl9pPr marL="3657600" algn="l" defTabSz="914400" rtl="0" eaLnBrk="1" latinLnBrk="0" hangingPunct="1">
                  <a:defRPr kern="1200">
                    <a:solidFill>
                      <a:schemeClr val="tx1"/>
                    </a:solidFill>
                    <a:latin typeface="Arial" charset="0"/>
                    <a:ea typeface="+mn-ea"/>
                    <a:cs typeface="Arial" charset="0"/>
                  </a:defRPr>
                </a:lvl9pPr>
              </a:lstStyle>
              <a:p>
                <a:endParaRPr lang="fr-FR"/>
              </a:p>
            </p:txBody>
          </p:sp>
          <p:sp>
            <p:nvSpPr>
              <p:cNvPr id="78" name="Text Box 11"/>
              <p:cNvSpPr txBox="1">
                <a:spLocks noChangeArrowheads="1"/>
              </p:cNvSpPr>
              <p:nvPr/>
            </p:nvSpPr>
            <p:spPr bwMode="auto">
              <a:xfrm>
                <a:off x="5286214" y="548682"/>
                <a:ext cx="284052" cy="37856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defPPr>
                  <a:defRPr lang="fr-FR"/>
                </a:defPPr>
                <a:lvl1pPr algn="l" rtl="0" fontAlgn="base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Arial" charset="0"/>
                    <a:ea typeface="+mn-ea"/>
                    <a:cs typeface="Arial" charset="0"/>
                  </a:defRPr>
                </a:lvl1pPr>
                <a:lvl2pPr marL="457200" algn="l" rtl="0" fontAlgn="base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Arial" charset="0"/>
                    <a:ea typeface="+mn-ea"/>
                    <a:cs typeface="Arial" charset="0"/>
                  </a:defRPr>
                </a:lvl2pPr>
                <a:lvl3pPr marL="914400" algn="l" rtl="0" fontAlgn="base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Arial" charset="0"/>
                    <a:ea typeface="+mn-ea"/>
                    <a:cs typeface="Arial" charset="0"/>
                  </a:defRPr>
                </a:lvl3pPr>
                <a:lvl4pPr marL="1371600" algn="l" rtl="0" fontAlgn="base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Arial" charset="0"/>
                    <a:ea typeface="+mn-ea"/>
                    <a:cs typeface="Arial" charset="0"/>
                  </a:defRPr>
                </a:lvl4pPr>
                <a:lvl5pPr marL="1828800" algn="l" rtl="0" fontAlgn="base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Arial" charset="0"/>
                    <a:ea typeface="+mn-ea"/>
                    <a:cs typeface="Arial" charset="0"/>
                  </a:defRPr>
                </a:lvl5pPr>
                <a:lvl6pPr marL="2286000" algn="l" defTabSz="914400" rtl="0" eaLnBrk="1" latinLnBrk="0" hangingPunct="1">
                  <a:defRPr kern="1200">
                    <a:solidFill>
                      <a:schemeClr val="tx1"/>
                    </a:solidFill>
                    <a:latin typeface="Arial" charset="0"/>
                    <a:ea typeface="+mn-ea"/>
                    <a:cs typeface="Arial" charset="0"/>
                  </a:defRPr>
                </a:lvl6pPr>
                <a:lvl7pPr marL="2743200" algn="l" defTabSz="914400" rtl="0" eaLnBrk="1" latinLnBrk="0" hangingPunct="1">
                  <a:defRPr kern="1200">
                    <a:solidFill>
                      <a:schemeClr val="tx1"/>
                    </a:solidFill>
                    <a:latin typeface="Arial" charset="0"/>
                    <a:ea typeface="+mn-ea"/>
                    <a:cs typeface="Arial" charset="0"/>
                  </a:defRPr>
                </a:lvl7pPr>
                <a:lvl8pPr marL="3200400" algn="l" defTabSz="914400" rtl="0" eaLnBrk="1" latinLnBrk="0" hangingPunct="1">
                  <a:defRPr kern="1200">
                    <a:solidFill>
                      <a:schemeClr val="tx1"/>
                    </a:solidFill>
                    <a:latin typeface="Arial" charset="0"/>
                    <a:ea typeface="+mn-ea"/>
                    <a:cs typeface="Arial" charset="0"/>
                  </a:defRPr>
                </a:lvl8pPr>
                <a:lvl9pPr marL="3657600" algn="l" defTabSz="914400" rtl="0" eaLnBrk="1" latinLnBrk="0" hangingPunct="1">
                  <a:defRPr kern="1200">
                    <a:solidFill>
                      <a:schemeClr val="tx1"/>
                    </a:solidFill>
                    <a:latin typeface="Arial" charset="0"/>
                    <a:ea typeface="+mn-ea"/>
                    <a:cs typeface="Arial" charset="0"/>
                  </a:defRPr>
                </a:lvl9pPr>
              </a:lstStyle>
              <a:p>
                <a:pPr algn="ctr" eaLnBrk="0" hangingPunct="0"/>
                <a:r>
                  <a:rPr lang="en-US" sz="2000" i="1" dirty="0">
                    <a:latin typeface="Times New Roman" pitchFamily="18" charset="0"/>
                    <a:cs typeface="Times New Roman" pitchFamily="18" charset="0"/>
                  </a:rPr>
                  <a:t>z</a:t>
                </a:r>
              </a:p>
            </p:txBody>
          </p:sp>
          <p:sp>
            <p:nvSpPr>
              <p:cNvPr id="79" name="Line 16"/>
              <p:cNvSpPr>
                <a:spLocks noChangeShapeType="1"/>
              </p:cNvSpPr>
              <p:nvPr/>
            </p:nvSpPr>
            <p:spPr bwMode="auto">
              <a:xfrm flipH="1">
                <a:off x="5588124" y="1364232"/>
                <a:ext cx="372854" cy="127642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 type="triangle" w="med" len="med"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>
                <a:defPPr>
                  <a:defRPr lang="fr-FR"/>
                </a:defPPr>
                <a:lvl1pPr algn="l" rtl="0" fontAlgn="base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Arial" charset="0"/>
                    <a:ea typeface="+mn-ea"/>
                    <a:cs typeface="Arial" charset="0"/>
                  </a:defRPr>
                </a:lvl1pPr>
                <a:lvl2pPr marL="457200" algn="l" rtl="0" fontAlgn="base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Arial" charset="0"/>
                    <a:ea typeface="+mn-ea"/>
                    <a:cs typeface="Arial" charset="0"/>
                  </a:defRPr>
                </a:lvl2pPr>
                <a:lvl3pPr marL="914400" algn="l" rtl="0" fontAlgn="base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Arial" charset="0"/>
                    <a:ea typeface="+mn-ea"/>
                    <a:cs typeface="Arial" charset="0"/>
                  </a:defRPr>
                </a:lvl3pPr>
                <a:lvl4pPr marL="1371600" algn="l" rtl="0" fontAlgn="base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Arial" charset="0"/>
                    <a:ea typeface="+mn-ea"/>
                    <a:cs typeface="Arial" charset="0"/>
                  </a:defRPr>
                </a:lvl4pPr>
                <a:lvl5pPr marL="1828800" algn="l" rtl="0" fontAlgn="base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Arial" charset="0"/>
                    <a:ea typeface="+mn-ea"/>
                    <a:cs typeface="Arial" charset="0"/>
                  </a:defRPr>
                </a:lvl5pPr>
                <a:lvl6pPr marL="2286000" algn="l" defTabSz="914400" rtl="0" eaLnBrk="1" latinLnBrk="0" hangingPunct="1">
                  <a:defRPr kern="1200">
                    <a:solidFill>
                      <a:schemeClr val="tx1"/>
                    </a:solidFill>
                    <a:latin typeface="Arial" charset="0"/>
                    <a:ea typeface="+mn-ea"/>
                    <a:cs typeface="Arial" charset="0"/>
                  </a:defRPr>
                </a:lvl6pPr>
                <a:lvl7pPr marL="2743200" algn="l" defTabSz="914400" rtl="0" eaLnBrk="1" latinLnBrk="0" hangingPunct="1">
                  <a:defRPr kern="1200">
                    <a:solidFill>
                      <a:schemeClr val="tx1"/>
                    </a:solidFill>
                    <a:latin typeface="Arial" charset="0"/>
                    <a:ea typeface="+mn-ea"/>
                    <a:cs typeface="Arial" charset="0"/>
                  </a:defRPr>
                </a:lvl7pPr>
                <a:lvl8pPr marL="3200400" algn="l" defTabSz="914400" rtl="0" eaLnBrk="1" latinLnBrk="0" hangingPunct="1">
                  <a:defRPr kern="1200">
                    <a:solidFill>
                      <a:schemeClr val="tx1"/>
                    </a:solidFill>
                    <a:latin typeface="Arial" charset="0"/>
                    <a:ea typeface="+mn-ea"/>
                    <a:cs typeface="Arial" charset="0"/>
                  </a:defRPr>
                </a:lvl8pPr>
                <a:lvl9pPr marL="3657600" algn="l" defTabSz="914400" rtl="0" eaLnBrk="1" latinLnBrk="0" hangingPunct="1">
                  <a:defRPr kern="1200">
                    <a:solidFill>
                      <a:schemeClr val="tx1"/>
                    </a:solidFill>
                    <a:latin typeface="Arial" charset="0"/>
                    <a:ea typeface="+mn-ea"/>
                    <a:cs typeface="Arial" charset="0"/>
                  </a:defRPr>
                </a:lvl9pPr>
              </a:lstStyle>
              <a:p>
                <a:endParaRPr lang="fr-FR"/>
              </a:p>
            </p:txBody>
          </p:sp>
          <p:sp>
            <p:nvSpPr>
              <p:cNvPr id="80" name="Line 17"/>
              <p:cNvSpPr>
                <a:spLocks noChangeShapeType="1"/>
              </p:cNvSpPr>
              <p:nvPr/>
            </p:nvSpPr>
            <p:spPr bwMode="auto">
              <a:xfrm>
                <a:off x="5587452" y="1498624"/>
                <a:ext cx="470712" cy="0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>
                <a:defPPr>
                  <a:defRPr lang="fr-FR"/>
                </a:defPPr>
                <a:lvl1pPr algn="l" rtl="0" fontAlgn="base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Arial" charset="0"/>
                    <a:ea typeface="+mn-ea"/>
                    <a:cs typeface="Arial" charset="0"/>
                  </a:defRPr>
                </a:lvl1pPr>
                <a:lvl2pPr marL="457200" algn="l" rtl="0" fontAlgn="base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Arial" charset="0"/>
                    <a:ea typeface="+mn-ea"/>
                    <a:cs typeface="Arial" charset="0"/>
                  </a:defRPr>
                </a:lvl2pPr>
                <a:lvl3pPr marL="914400" algn="l" rtl="0" fontAlgn="base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Arial" charset="0"/>
                    <a:ea typeface="+mn-ea"/>
                    <a:cs typeface="Arial" charset="0"/>
                  </a:defRPr>
                </a:lvl3pPr>
                <a:lvl4pPr marL="1371600" algn="l" rtl="0" fontAlgn="base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Arial" charset="0"/>
                    <a:ea typeface="+mn-ea"/>
                    <a:cs typeface="Arial" charset="0"/>
                  </a:defRPr>
                </a:lvl4pPr>
                <a:lvl5pPr marL="1828800" algn="l" rtl="0" fontAlgn="base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Arial" charset="0"/>
                    <a:ea typeface="+mn-ea"/>
                    <a:cs typeface="Arial" charset="0"/>
                  </a:defRPr>
                </a:lvl5pPr>
                <a:lvl6pPr marL="2286000" algn="l" defTabSz="914400" rtl="0" eaLnBrk="1" latinLnBrk="0" hangingPunct="1">
                  <a:defRPr kern="1200">
                    <a:solidFill>
                      <a:schemeClr val="tx1"/>
                    </a:solidFill>
                    <a:latin typeface="Arial" charset="0"/>
                    <a:ea typeface="+mn-ea"/>
                    <a:cs typeface="Arial" charset="0"/>
                  </a:defRPr>
                </a:lvl6pPr>
                <a:lvl7pPr marL="2743200" algn="l" defTabSz="914400" rtl="0" eaLnBrk="1" latinLnBrk="0" hangingPunct="1">
                  <a:defRPr kern="1200">
                    <a:solidFill>
                      <a:schemeClr val="tx1"/>
                    </a:solidFill>
                    <a:latin typeface="Arial" charset="0"/>
                    <a:ea typeface="+mn-ea"/>
                    <a:cs typeface="Arial" charset="0"/>
                  </a:defRPr>
                </a:lvl7pPr>
                <a:lvl8pPr marL="3200400" algn="l" defTabSz="914400" rtl="0" eaLnBrk="1" latinLnBrk="0" hangingPunct="1">
                  <a:defRPr kern="1200">
                    <a:solidFill>
                      <a:schemeClr val="tx1"/>
                    </a:solidFill>
                    <a:latin typeface="Arial" charset="0"/>
                    <a:ea typeface="+mn-ea"/>
                    <a:cs typeface="Arial" charset="0"/>
                  </a:defRPr>
                </a:lvl8pPr>
                <a:lvl9pPr marL="3657600" algn="l" defTabSz="914400" rtl="0" eaLnBrk="1" latinLnBrk="0" hangingPunct="1">
                  <a:defRPr kern="1200">
                    <a:solidFill>
                      <a:schemeClr val="tx1"/>
                    </a:solidFill>
                    <a:latin typeface="Arial" charset="0"/>
                    <a:ea typeface="+mn-ea"/>
                    <a:cs typeface="Arial" charset="0"/>
                  </a:defRPr>
                </a:lvl9pPr>
              </a:lstStyle>
              <a:p>
                <a:endParaRPr lang="fr-FR"/>
              </a:p>
            </p:txBody>
          </p:sp>
          <p:cxnSp>
            <p:nvCxnSpPr>
              <p:cNvPr id="81" name="Connecteur droit avec flèche 80"/>
              <p:cNvCxnSpPr/>
              <p:nvPr/>
            </p:nvCxnSpPr>
            <p:spPr>
              <a:xfrm flipV="1">
                <a:off x="6840972" y="1311907"/>
                <a:ext cx="377513" cy="552743"/>
              </a:xfrm>
              <a:prstGeom prst="straightConnector1">
                <a:avLst/>
              </a:prstGeom>
              <a:ln w="28575">
                <a:solidFill>
                  <a:srgbClr val="CAEF11"/>
                </a:solidFill>
                <a:tailEnd type="arrow"/>
              </a:ln>
              <a:effectLst>
                <a:outerShdw blurRad="63500" sx="102000" sy="102000" algn="ctr" rotWithShape="0">
                  <a:prstClr val="black">
                    <a:alpha val="40000"/>
                  </a:prstClr>
                </a:outerShdw>
              </a:effectLst>
              <a:scene3d>
                <a:camera prst="orthographicFront"/>
                <a:lightRig rig="threePt" dir="t"/>
              </a:scene3d>
              <a:sp3d>
                <a:bevelT w="139700" prst="cross"/>
              </a:sp3d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2" name="Ellipse 81"/>
              <p:cNvSpPr/>
              <p:nvPr/>
            </p:nvSpPr>
            <p:spPr>
              <a:xfrm>
                <a:off x="6862210" y="1499052"/>
                <a:ext cx="285138" cy="250306"/>
              </a:xfrm>
              <a:prstGeom prst="ellipse">
                <a:avLst/>
              </a:prstGeom>
              <a:solidFill>
                <a:srgbClr val="CAEF11"/>
              </a:solidFill>
              <a:ln w="12700">
                <a:noFill/>
              </a:ln>
              <a:effectLst/>
              <a:scene3d>
                <a:camera prst="orthographicFront">
                  <a:rot lat="0" lon="0" rev="0"/>
                </a:camera>
                <a:lightRig rig="contrasting" dir="t">
                  <a:rot lat="0" lon="0" rev="7800000"/>
                </a:lightRig>
              </a:scene3d>
              <a:sp3d>
                <a:bevelT w="139700" h="139700"/>
              </a:sp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>
                <a:defPPr>
                  <a:defRPr lang="fr-FR"/>
                </a:defPPr>
                <a:lvl1pPr algn="l" rtl="0" fontAlgn="base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rtl="0" fontAlgn="base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rtl="0" fontAlgn="base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rtl="0" fontAlgn="base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rtl="0" fontAlgn="base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fr-FR"/>
              </a:p>
            </p:txBody>
          </p:sp>
          <p:sp>
            <p:nvSpPr>
              <p:cNvPr id="83" name="Flèche vers le bas 82"/>
              <p:cNvSpPr/>
              <p:nvPr/>
            </p:nvSpPr>
            <p:spPr>
              <a:xfrm rot="14918023">
                <a:off x="6221072" y="1895373"/>
                <a:ext cx="299606" cy="536981"/>
              </a:xfrm>
              <a:prstGeom prst="downArrow">
                <a:avLst/>
              </a:prstGeom>
              <a:ln>
                <a:noFill/>
              </a:ln>
              <a:effectLst>
                <a:outerShdw blurRad="149987" dist="250190" dir="8460000" algn="ctr">
                  <a:srgbClr val="000000">
                    <a:alpha val="28000"/>
                  </a:srgbClr>
                </a:outerShdw>
              </a:effectLst>
              <a:scene3d>
                <a:camera prst="orthographicFront">
                  <a:rot lat="21594000" lon="0" rev="0"/>
                </a:camera>
                <a:lightRig rig="contrasting" dir="t">
                  <a:rot lat="0" lon="0" rev="1500000"/>
                </a:lightRig>
              </a:scene3d>
              <a:sp3d prstMaterial="metal">
                <a:bevelT w="88900" h="88900"/>
              </a:sp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>
                <a:defPPr>
                  <a:defRPr lang="fr-FR"/>
                </a:defPPr>
                <a:lvl1pPr algn="l" rtl="0" fontAlgn="base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rtl="0" fontAlgn="base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rtl="0" fontAlgn="base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rtl="0" fontAlgn="base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rtl="0" fontAlgn="base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fr-FR"/>
              </a:p>
            </p:txBody>
          </p:sp>
          <p:cxnSp>
            <p:nvCxnSpPr>
              <p:cNvPr id="84" name="Connecteur droit avec flèche 83"/>
              <p:cNvCxnSpPr/>
              <p:nvPr/>
            </p:nvCxnSpPr>
            <p:spPr>
              <a:xfrm flipH="1" flipV="1">
                <a:off x="6934334" y="1560329"/>
                <a:ext cx="112723" cy="100770"/>
              </a:xfrm>
              <a:prstGeom prst="straightConnector1">
                <a:avLst/>
              </a:prstGeom>
              <a:ln>
                <a:solidFill>
                  <a:srgbClr val="FF0000"/>
                </a:solidFill>
                <a:tailEnd type="arrow" w="sm" len="sm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5" name="Ellipse 84"/>
              <p:cNvSpPr/>
              <p:nvPr/>
            </p:nvSpPr>
            <p:spPr>
              <a:xfrm>
                <a:off x="6973541" y="1597334"/>
                <a:ext cx="56187" cy="50788"/>
              </a:xfrm>
              <a:prstGeom prst="ellipse">
                <a:avLst/>
              </a:prstGeom>
              <a:solidFill>
                <a:srgbClr val="FF0000"/>
              </a:solidFill>
              <a:ln>
                <a:noFill/>
              </a:ln>
              <a:effectLst>
                <a:outerShdw blurRad="44450" dist="27940" dir="5400000" algn="ctr">
                  <a:srgbClr val="000000">
                    <a:alpha val="32000"/>
                  </a:srgbClr>
                </a:outerShdw>
              </a:effectLst>
              <a:scene3d>
                <a:camera prst="orthographicFront">
                  <a:rot lat="0" lon="0" rev="0"/>
                </a:camera>
                <a:lightRig rig="balanced" dir="t">
                  <a:rot lat="0" lon="0" rev="8700000"/>
                </a:lightRig>
              </a:scene3d>
              <a:sp3d>
                <a:bevelT w="190500" h="38100"/>
              </a:sp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>
                <a:defPPr>
                  <a:defRPr lang="fr-FR"/>
                </a:defPPr>
                <a:lvl1pPr algn="l" rtl="0" fontAlgn="base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rtl="0" fontAlgn="base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rtl="0" fontAlgn="base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rtl="0" fontAlgn="base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rtl="0" fontAlgn="base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fr-FR"/>
              </a:p>
            </p:txBody>
          </p:sp>
          <p:sp>
            <p:nvSpPr>
              <p:cNvPr id="86" name="Flèche vers le bas 85"/>
              <p:cNvSpPr/>
              <p:nvPr/>
            </p:nvSpPr>
            <p:spPr>
              <a:xfrm rot="5400000">
                <a:off x="8186155" y="1543028"/>
                <a:ext cx="299606" cy="536981"/>
              </a:xfrm>
              <a:prstGeom prst="downArrow">
                <a:avLst/>
              </a:prstGeom>
              <a:ln>
                <a:noFill/>
              </a:ln>
              <a:effectLst>
                <a:outerShdw blurRad="149987" dist="250190" dir="8460000" algn="ctr">
                  <a:srgbClr val="000000">
                    <a:alpha val="28000"/>
                  </a:srgbClr>
                </a:outerShdw>
              </a:effectLst>
              <a:scene3d>
                <a:camera prst="orthographicFront">
                  <a:rot lat="0" lon="0" rev="0"/>
                </a:camera>
                <a:lightRig rig="contrasting" dir="t">
                  <a:rot lat="0" lon="0" rev="1500000"/>
                </a:lightRig>
              </a:scene3d>
              <a:sp3d prstMaterial="metal">
                <a:bevelT w="88900" h="88900"/>
              </a:sp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>
                <a:defPPr>
                  <a:defRPr lang="fr-FR"/>
                </a:defPPr>
                <a:lvl1pPr algn="l" rtl="0" fontAlgn="base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rtl="0" fontAlgn="base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rtl="0" fontAlgn="base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rtl="0" fontAlgn="base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rtl="0" fontAlgn="base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fr-FR"/>
              </a:p>
            </p:txBody>
          </p:sp>
          <p:sp>
            <p:nvSpPr>
              <p:cNvPr id="87" name="Flèche vers le bas 86"/>
              <p:cNvSpPr/>
              <p:nvPr/>
            </p:nvSpPr>
            <p:spPr>
              <a:xfrm rot="16200000">
                <a:off x="5583662" y="1535351"/>
                <a:ext cx="299606" cy="536981"/>
              </a:xfrm>
              <a:prstGeom prst="downArrow">
                <a:avLst/>
              </a:prstGeom>
              <a:ln>
                <a:noFill/>
              </a:ln>
              <a:effectLst>
                <a:outerShdw blurRad="149987" dist="250190" dir="8460000" algn="ctr">
                  <a:srgbClr val="000000">
                    <a:alpha val="28000"/>
                  </a:srgbClr>
                </a:outerShdw>
              </a:effectLst>
              <a:scene3d>
                <a:camera prst="orthographicFront">
                  <a:rot lat="0" lon="0" rev="0"/>
                </a:camera>
                <a:lightRig rig="contrasting" dir="t">
                  <a:rot lat="0" lon="0" rev="1500000"/>
                </a:lightRig>
              </a:scene3d>
              <a:sp3d prstMaterial="metal">
                <a:bevelT w="88900" h="88900"/>
              </a:sp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>
                <a:defPPr>
                  <a:defRPr lang="fr-FR"/>
                </a:defPPr>
                <a:lvl1pPr algn="l" rtl="0" fontAlgn="base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rtl="0" fontAlgn="base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rtl="0" fontAlgn="base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rtl="0" fontAlgn="base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rtl="0" fontAlgn="base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fr-FR"/>
              </a:p>
            </p:txBody>
          </p:sp>
          <p:grpSp>
            <p:nvGrpSpPr>
              <p:cNvPr id="88" name="Groupe 87"/>
              <p:cNvGrpSpPr/>
              <p:nvPr/>
            </p:nvGrpSpPr>
            <p:grpSpPr>
              <a:xfrm>
                <a:off x="6028625" y="1244355"/>
                <a:ext cx="1990937" cy="660444"/>
                <a:chOff x="3125836" y="2291173"/>
                <a:chExt cx="2549099" cy="936403"/>
              </a:xfrm>
            </p:grpSpPr>
            <p:sp>
              <p:nvSpPr>
                <p:cNvPr id="89" name="Ellipse 88"/>
                <p:cNvSpPr/>
                <p:nvPr/>
              </p:nvSpPr>
              <p:spPr>
                <a:xfrm rot="10800000">
                  <a:off x="3143253" y="2959992"/>
                  <a:ext cx="2531682" cy="267584"/>
                </a:xfrm>
                <a:prstGeom prst="ellipse">
                  <a:avLst/>
                </a:prstGeom>
                <a:solidFill>
                  <a:schemeClr val="accent2"/>
                </a:solidFill>
                <a:ln w="9525">
                  <a:solidFill>
                    <a:srgbClr val="FFFFFF"/>
                  </a:solidFill>
                </a:ln>
                <a:effectLst>
                  <a:outerShdw blurRad="76200" dist="12700" dir="8100000" sy="-23000" kx="800400" algn="br" rotWithShape="0">
                    <a:prstClr val="black">
                      <a:alpha val="20000"/>
                    </a:prstClr>
                  </a:outerShdw>
                </a:effectLst>
                <a:scene3d>
                  <a:camera prst="perspectiveFront" fov="0">
                    <a:rot lat="0" lon="1200000" rev="0"/>
                  </a:camera>
                  <a:lightRig rig="threePt" dir="t"/>
                </a:scene3d>
                <a:sp3d prstMaterial="clear">
                  <a:bevelT w="158750" h="82550" prst="softRound"/>
                  <a:bevelB w="88900" h="0" prst="softRound"/>
                </a:sp3d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>
                  <a:defPPr>
                    <a:defRPr lang="fr-FR"/>
                  </a:defPPr>
                  <a:lvl1pPr algn="l" rtl="0" fontAlgn="base">
                    <a:spcBef>
                      <a:spcPct val="0"/>
                    </a:spcBef>
                    <a:spcAft>
                      <a:spcPct val="0"/>
                    </a:spcAft>
                    <a:defRPr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rtl="0" fontAlgn="base">
                    <a:spcBef>
                      <a:spcPct val="0"/>
                    </a:spcBef>
                    <a:spcAft>
                      <a:spcPct val="0"/>
                    </a:spcAft>
                    <a:defRPr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rtl="0" fontAlgn="base">
                    <a:spcBef>
                      <a:spcPct val="0"/>
                    </a:spcBef>
                    <a:spcAft>
                      <a:spcPct val="0"/>
                    </a:spcAft>
                    <a:defRPr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rtl="0" fontAlgn="base">
                    <a:spcBef>
                      <a:spcPct val="0"/>
                    </a:spcBef>
                    <a:spcAft>
                      <a:spcPct val="0"/>
                    </a:spcAft>
                    <a:defRPr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rtl="0" fontAlgn="base">
                    <a:spcBef>
                      <a:spcPct val="0"/>
                    </a:spcBef>
                    <a:spcAft>
                      <a:spcPct val="0"/>
                    </a:spcAft>
                    <a:defRPr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fr-FR"/>
                </a:p>
              </p:txBody>
            </p:sp>
            <p:pic>
              <p:nvPicPr>
                <p:cNvPr id="90" name="Image 89" descr="Image3.png"/>
                <p:cNvPicPr>
                  <a:picLocks noChangeAspect="1"/>
                </p:cNvPicPr>
                <p:nvPr/>
              </p:nvPicPr>
              <p:blipFill>
                <a:blip r:embed="rId2" cstate="print">
                  <a:duotone>
                    <a:prstClr val="black"/>
                    <a:schemeClr val="accent2">
                      <a:tint val="45000"/>
                      <a:satMod val="400000"/>
                    </a:schemeClr>
                  </a:duotone>
                </a:blip>
                <a:srcRect b="48823"/>
                <a:stretch>
                  <a:fillRect/>
                </a:stretch>
              </p:blipFill>
              <p:spPr>
                <a:xfrm>
                  <a:off x="3125836" y="2291173"/>
                  <a:ext cx="2525338" cy="820028"/>
                </a:xfrm>
                <a:prstGeom prst="rect">
                  <a:avLst/>
                </a:prstGeom>
              </p:spPr>
            </p:pic>
          </p:grpSp>
        </p:grpSp>
      </p:grpSp>
    </p:spTree>
    <p:extLst>
      <p:ext uri="{BB962C8B-B14F-4D97-AF65-F5344CB8AC3E}">
        <p14:creationId xmlns:p14="http://schemas.microsoft.com/office/powerpoint/2010/main" val="2024225188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</TotalTime>
  <Words>46</Words>
  <Application>Microsoft Office PowerPoint</Application>
  <PresentationFormat>Personnalisé</PresentationFormat>
  <Paragraphs>14</Paragraphs>
  <Slides>1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2" baseType="lpstr">
      <vt:lpstr>Thème Office</vt:lpstr>
      <vt:lpstr>Présentation PowerPoint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Alban Lafuente</dc:creator>
  <cp:lastModifiedBy>Alban Lafuente</cp:lastModifiedBy>
  <cp:revision>1</cp:revision>
  <dcterms:created xsi:type="dcterms:W3CDTF">2017-06-14T18:29:43Z</dcterms:created>
  <dcterms:modified xsi:type="dcterms:W3CDTF">2017-06-14T18:39:05Z</dcterms:modified>
</cp:coreProperties>
</file>