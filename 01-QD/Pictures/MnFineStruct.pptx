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8172450" cy="5832475"/>
  <p:notesSz cx="6858000" cy="9144000"/>
  <p:defaultTextStyle>
    <a:defPPr>
      <a:defRPr lang="fr-FR"/>
    </a:defPPr>
    <a:lvl1pPr marL="0" algn="l" defTabSz="80019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0096" algn="l" defTabSz="80019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00191" algn="l" defTabSz="80019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00287" algn="l" defTabSz="80019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00383" algn="l" defTabSz="80019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00479" algn="l" defTabSz="80019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00574" algn="l" defTabSz="80019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00670" algn="l" defTabSz="80019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00766" algn="l" defTabSz="80019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942" y="-96"/>
      </p:cViewPr>
      <p:guideLst>
        <p:guide orient="horz" pos="1837"/>
        <p:guide pos="25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12934" y="1811848"/>
            <a:ext cx="6946583" cy="125020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25868" y="3305069"/>
            <a:ext cx="5720715" cy="14905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00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0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0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04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0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0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23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253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5567" y="3747906"/>
            <a:ext cx="6946583" cy="1158394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5567" y="2472052"/>
            <a:ext cx="6946583" cy="1275853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00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01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028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03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004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005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006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007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453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64640" y="1157045"/>
            <a:ext cx="3219321" cy="3274016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20168" y="1157045"/>
            <a:ext cx="3219321" cy="3274016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49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8623" y="233570"/>
            <a:ext cx="7355205" cy="972079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8623" y="1305557"/>
            <a:ext cx="3610918" cy="544094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0096" indent="0">
              <a:buNone/>
              <a:defRPr sz="1800" b="1"/>
            </a:lvl2pPr>
            <a:lvl3pPr marL="800191" indent="0">
              <a:buNone/>
              <a:defRPr sz="1600" b="1"/>
            </a:lvl3pPr>
            <a:lvl4pPr marL="1200287" indent="0">
              <a:buNone/>
              <a:defRPr sz="1400" b="1"/>
            </a:lvl4pPr>
            <a:lvl5pPr marL="1600383" indent="0">
              <a:buNone/>
              <a:defRPr sz="1400" b="1"/>
            </a:lvl5pPr>
            <a:lvl6pPr marL="2000479" indent="0">
              <a:buNone/>
              <a:defRPr sz="1400" b="1"/>
            </a:lvl6pPr>
            <a:lvl7pPr marL="2400574" indent="0">
              <a:buNone/>
              <a:defRPr sz="1400" b="1"/>
            </a:lvl7pPr>
            <a:lvl8pPr marL="2800670" indent="0">
              <a:buNone/>
              <a:defRPr sz="1400" b="1"/>
            </a:lvl8pPr>
            <a:lvl9pPr marL="3200766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08623" y="1849651"/>
            <a:ext cx="3610918" cy="336042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151492" y="1305557"/>
            <a:ext cx="3612336" cy="544094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0096" indent="0">
              <a:buNone/>
              <a:defRPr sz="1800" b="1"/>
            </a:lvl2pPr>
            <a:lvl3pPr marL="800191" indent="0">
              <a:buNone/>
              <a:defRPr sz="1600" b="1"/>
            </a:lvl3pPr>
            <a:lvl4pPr marL="1200287" indent="0">
              <a:buNone/>
              <a:defRPr sz="1400" b="1"/>
            </a:lvl4pPr>
            <a:lvl5pPr marL="1600383" indent="0">
              <a:buNone/>
              <a:defRPr sz="1400" b="1"/>
            </a:lvl5pPr>
            <a:lvl6pPr marL="2000479" indent="0">
              <a:buNone/>
              <a:defRPr sz="1400" b="1"/>
            </a:lvl6pPr>
            <a:lvl7pPr marL="2400574" indent="0">
              <a:buNone/>
              <a:defRPr sz="1400" b="1"/>
            </a:lvl7pPr>
            <a:lvl8pPr marL="2800670" indent="0">
              <a:buNone/>
              <a:defRPr sz="1400" b="1"/>
            </a:lvl8pPr>
            <a:lvl9pPr marL="3200766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151492" y="1849651"/>
            <a:ext cx="3612336" cy="336042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908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421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710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8623" y="232219"/>
            <a:ext cx="2688680" cy="98828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195201" y="232219"/>
            <a:ext cx="4568627" cy="4977856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08623" y="1220500"/>
            <a:ext cx="2688680" cy="3989575"/>
          </a:xfrm>
        </p:spPr>
        <p:txBody>
          <a:bodyPr/>
          <a:lstStyle>
            <a:lvl1pPr marL="0" indent="0">
              <a:buNone/>
              <a:defRPr sz="1200"/>
            </a:lvl1pPr>
            <a:lvl2pPr marL="400096" indent="0">
              <a:buNone/>
              <a:defRPr sz="1100"/>
            </a:lvl2pPr>
            <a:lvl3pPr marL="800191" indent="0">
              <a:buNone/>
              <a:defRPr sz="900"/>
            </a:lvl3pPr>
            <a:lvl4pPr marL="1200287" indent="0">
              <a:buNone/>
              <a:defRPr sz="800"/>
            </a:lvl4pPr>
            <a:lvl5pPr marL="1600383" indent="0">
              <a:buNone/>
              <a:defRPr sz="800"/>
            </a:lvl5pPr>
            <a:lvl6pPr marL="2000479" indent="0">
              <a:buNone/>
              <a:defRPr sz="800"/>
            </a:lvl6pPr>
            <a:lvl7pPr marL="2400574" indent="0">
              <a:buNone/>
              <a:defRPr sz="800"/>
            </a:lvl7pPr>
            <a:lvl8pPr marL="2800670" indent="0">
              <a:buNone/>
              <a:defRPr sz="800"/>
            </a:lvl8pPr>
            <a:lvl9pPr marL="3200766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63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1857" y="4082732"/>
            <a:ext cx="4903470" cy="48199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601857" y="521142"/>
            <a:ext cx="4903470" cy="3499485"/>
          </a:xfrm>
        </p:spPr>
        <p:txBody>
          <a:bodyPr/>
          <a:lstStyle>
            <a:lvl1pPr marL="0" indent="0">
              <a:buNone/>
              <a:defRPr sz="2800"/>
            </a:lvl1pPr>
            <a:lvl2pPr marL="400096" indent="0">
              <a:buNone/>
              <a:defRPr sz="2500"/>
            </a:lvl2pPr>
            <a:lvl3pPr marL="800191" indent="0">
              <a:buNone/>
              <a:defRPr sz="2100"/>
            </a:lvl3pPr>
            <a:lvl4pPr marL="1200287" indent="0">
              <a:buNone/>
              <a:defRPr sz="1800"/>
            </a:lvl4pPr>
            <a:lvl5pPr marL="1600383" indent="0">
              <a:buNone/>
              <a:defRPr sz="1800"/>
            </a:lvl5pPr>
            <a:lvl6pPr marL="2000479" indent="0">
              <a:buNone/>
              <a:defRPr sz="1800"/>
            </a:lvl6pPr>
            <a:lvl7pPr marL="2400574" indent="0">
              <a:buNone/>
              <a:defRPr sz="1800"/>
            </a:lvl7pPr>
            <a:lvl8pPr marL="2800670" indent="0">
              <a:buNone/>
              <a:defRPr sz="1800"/>
            </a:lvl8pPr>
            <a:lvl9pPr marL="3200766" indent="0">
              <a:buNone/>
              <a:defRPr sz="18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1857" y="4564722"/>
            <a:ext cx="4903470" cy="684505"/>
          </a:xfrm>
        </p:spPr>
        <p:txBody>
          <a:bodyPr/>
          <a:lstStyle>
            <a:lvl1pPr marL="0" indent="0">
              <a:buNone/>
              <a:defRPr sz="1200"/>
            </a:lvl1pPr>
            <a:lvl2pPr marL="400096" indent="0">
              <a:buNone/>
              <a:defRPr sz="1100"/>
            </a:lvl2pPr>
            <a:lvl3pPr marL="800191" indent="0">
              <a:buNone/>
              <a:defRPr sz="900"/>
            </a:lvl3pPr>
            <a:lvl4pPr marL="1200287" indent="0">
              <a:buNone/>
              <a:defRPr sz="800"/>
            </a:lvl4pPr>
            <a:lvl5pPr marL="1600383" indent="0">
              <a:buNone/>
              <a:defRPr sz="800"/>
            </a:lvl5pPr>
            <a:lvl6pPr marL="2000479" indent="0">
              <a:buNone/>
              <a:defRPr sz="800"/>
            </a:lvl6pPr>
            <a:lvl7pPr marL="2400574" indent="0">
              <a:buNone/>
              <a:defRPr sz="800"/>
            </a:lvl7pPr>
            <a:lvl8pPr marL="2800670" indent="0">
              <a:buNone/>
              <a:defRPr sz="800"/>
            </a:lvl8pPr>
            <a:lvl9pPr marL="3200766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10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23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296486" y="198467"/>
            <a:ext cx="1643003" cy="423259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64639" y="198467"/>
            <a:ext cx="4795639" cy="423259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62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08623" y="233570"/>
            <a:ext cx="7355205" cy="972079"/>
          </a:xfrm>
          <a:prstGeom prst="rect">
            <a:avLst/>
          </a:prstGeom>
        </p:spPr>
        <p:txBody>
          <a:bodyPr vert="horz" lIns="80019" tIns="40010" rIns="80019" bIns="4001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8623" y="1360911"/>
            <a:ext cx="7355205" cy="3849164"/>
          </a:xfrm>
          <a:prstGeom prst="rect">
            <a:avLst/>
          </a:prstGeom>
        </p:spPr>
        <p:txBody>
          <a:bodyPr vert="horz" lIns="80019" tIns="40010" rIns="80019" bIns="4001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08623" y="5405841"/>
            <a:ext cx="1906905" cy="310525"/>
          </a:xfrm>
          <a:prstGeom prst="rect">
            <a:avLst/>
          </a:prstGeom>
        </p:spPr>
        <p:txBody>
          <a:bodyPr vert="horz" lIns="80019" tIns="40010" rIns="80019" bIns="4001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95C9B-4881-4C7D-9FB7-BCB6A2995C1D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792254" y="5405841"/>
            <a:ext cx="2587943" cy="310525"/>
          </a:xfrm>
          <a:prstGeom prst="rect">
            <a:avLst/>
          </a:prstGeom>
        </p:spPr>
        <p:txBody>
          <a:bodyPr vert="horz" lIns="80019" tIns="40010" rIns="80019" bIns="4001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856923" y="5405841"/>
            <a:ext cx="1906905" cy="310525"/>
          </a:xfrm>
          <a:prstGeom prst="rect">
            <a:avLst/>
          </a:prstGeom>
        </p:spPr>
        <p:txBody>
          <a:bodyPr vert="horz" lIns="80019" tIns="40010" rIns="80019" bIns="4001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6B58D-B075-4380-B524-D67272D02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06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00191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072" indent="-300072" algn="l" defTabSz="800191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0156" indent="-250060" algn="l" defTabSz="800191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00239" indent="-200048" algn="l" defTabSz="800191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00335" indent="-200048" algn="l" defTabSz="800191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431" indent="-200048" algn="l" defTabSz="800191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0526" indent="-200048" algn="l" defTabSz="800191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0622" indent="-200048" algn="l" defTabSz="800191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0718" indent="-200048" algn="l" defTabSz="800191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0814" indent="-200048" algn="l" defTabSz="800191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00191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96" algn="l" defTabSz="800191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0191" algn="l" defTabSz="800191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87" algn="l" defTabSz="800191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383" algn="l" defTabSz="800191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0479" algn="l" defTabSz="800191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574" algn="l" defTabSz="800191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0670" algn="l" defTabSz="800191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0766" algn="l" defTabSz="800191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e 71"/>
          <p:cNvGrpSpPr/>
          <p:nvPr/>
        </p:nvGrpSpPr>
        <p:grpSpPr>
          <a:xfrm>
            <a:off x="47151" y="-36091"/>
            <a:ext cx="8143530" cy="5829676"/>
            <a:chOff x="460917" y="479644"/>
            <a:chExt cx="8143530" cy="5829676"/>
          </a:xfrm>
        </p:grpSpPr>
        <p:grpSp>
          <p:nvGrpSpPr>
            <p:cNvPr id="73" name="Groupe 72"/>
            <p:cNvGrpSpPr/>
            <p:nvPr/>
          </p:nvGrpSpPr>
          <p:grpSpPr>
            <a:xfrm>
              <a:off x="460917" y="2954204"/>
              <a:ext cx="8143530" cy="3355116"/>
              <a:chOff x="792538" y="2709952"/>
              <a:chExt cx="7571222" cy="2764395"/>
            </a:xfrm>
          </p:grpSpPr>
          <p:sp>
            <p:nvSpPr>
              <p:cNvPr id="91" name="Line 15"/>
              <p:cNvSpPr>
                <a:spLocks noChangeShapeType="1"/>
              </p:cNvSpPr>
              <p:nvPr/>
            </p:nvSpPr>
            <p:spPr bwMode="auto">
              <a:xfrm>
                <a:off x="5945623" y="3089621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Line 16"/>
              <p:cNvSpPr>
                <a:spLocks noChangeShapeType="1"/>
              </p:cNvSpPr>
              <p:nvPr/>
            </p:nvSpPr>
            <p:spPr bwMode="auto">
              <a:xfrm>
                <a:off x="5945623" y="3199291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Line 17"/>
              <p:cNvSpPr>
                <a:spLocks noChangeShapeType="1"/>
              </p:cNvSpPr>
              <p:nvPr/>
            </p:nvSpPr>
            <p:spPr bwMode="auto">
              <a:xfrm>
                <a:off x="5945623" y="3310180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Line 18"/>
              <p:cNvSpPr>
                <a:spLocks noChangeShapeType="1"/>
              </p:cNvSpPr>
              <p:nvPr/>
            </p:nvSpPr>
            <p:spPr bwMode="auto">
              <a:xfrm>
                <a:off x="5945623" y="3421069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Line 19"/>
              <p:cNvSpPr>
                <a:spLocks noChangeShapeType="1"/>
              </p:cNvSpPr>
              <p:nvPr/>
            </p:nvSpPr>
            <p:spPr bwMode="auto">
              <a:xfrm>
                <a:off x="5945623" y="3531958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Line 20"/>
              <p:cNvSpPr>
                <a:spLocks noChangeShapeType="1"/>
              </p:cNvSpPr>
              <p:nvPr/>
            </p:nvSpPr>
            <p:spPr bwMode="auto">
              <a:xfrm>
                <a:off x="5945623" y="2978732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21"/>
              <p:cNvSpPr>
                <a:spLocks noChangeShapeType="1"/>
              </p:cNvSpPr>
              <p:nvPr/>
            </p:nvSpPr>
            <p:spPr bwMode="auto">
              <a:xfrm>
                <a:off x="5301900" y="4362318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22"/>
              <p:cNvSpPr>
                <a:spLocks noChangeShapeType="1"/>
              </p:cNvSpPr>
              <p:nvPr/>
            </p:nvSpPr>
            <p:spPr bwMode="auto">
              <a:xfrm>
                <a:off x="5301900" y="4417153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Line 23"/>
              <p:cNvSpPr>
                <a:spLocks noChangeShapeType="1"/>
              </p:cNvSpPr>
              <p:nvPr/>
            </p:nvSpPr>
            <p:spPr bwMode="auto">
              <a:xfrm>
                <a:off x="5301900" y="4471988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Line 24"/>
              <p:cNvSpPr>
                <a:spLocks noChangeShapeType="1"/>
              </p:cNvSpPr>
              <p:nvPr/>
            </p:nvSpPr>
            <p:spPr bwMode="auto">
              <a:xfrm>
                <a:off x="5301900" y="4528042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Line 25"/>
              <p:cNvSpPr>
                <a:spLocks noChangeShapeType="1"/>
              </p:cNvSpPr>
              <p:nvPr/>
            </p:nvSpPr>
            <p:spPr bwMode="auto">
              <a:xfrm>
                <a:off x="5301900" y="4582877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Line 26"/>
              <p:cNvSpPr>
                <a:spLocks noChangeShapeType="1"/>
              </p:cNvSpPr>
              <p:nvPr/>
            </p:nvSpPr>
            <p:spPr bwMode="auto">
              <a:xfrm>
                <a:off x="5301900" y="4306264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Text Box 28"/>
              <p:cNvSpPr txBox="1">
                <a:spLocks noChangeArrowheads="1"/>
              </p:cNvSpPr>
              <p:nvPr/>
            </p:nvSpPr>
            <p:spPr bwMode="auto">
              <a:xfrm>
                <a:off x="2412282" y="3088402"/>
                <a:ext cx="1017460" cy="338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sz="1400" dirty="0" err="1">
                    <a:latin typeface="Times New Roman" pitchFamily="18" charset="0"/>
                  </a:rPr>
                  <a:t>S</a:t>
                </a:r>
                <a:r>
                  <a:rPr lang="fr-FR" sz="1400" baseline="-25000" dirty="0" err="1">
                    <a:latin typeface="Times New Roman" pitchFamily="18" charset="0"/>
                  </a:rPr>
                  <a:t>z</a:t>
                </a:r>
                <a:r>
                  <a:rPr lang="fr-FR" sz="1400" dirty="0">
                    <a:latin typeface="Times New Roman" pitchFamily="18" charset="0"/>
                  </a:rPr>
                  <a:t>=+5/2, </a:t>
                </a:r>
                <a:r>
                  <a:rPr lang="fr-FR" sz="1400" dirty="0" err="1">
                    <a:latin typeface="Times New Roman" pitchFamily="18" charset="0"/>
                  </a:rPr>
                  <a:t>I</a:t>
                </a:r>
                <a:r>
                  <a:rPr lang="fr-FR" sz="1400" baseline="-25000" dirty="0" err="1">
                    <a:latin typeface="Times New Roman" pitchFamily="18" charset="0"/>
                  </a:rPr>
                  <a:t>z</a:t>
                </a:r>
                <a:endParaRPr lang="fr-FR" sz="1400" baseline="-25000" dirty="0">
                  <a:latin typeface="Times New Roman" pitchFamily="18" charset="0"/>
                </a:endParaRPr>
              </a:p>
            </p:txBody>
          </p:sp>
          <p:sp>
            <p:nvSpPr>
              <p:cNvPr id="104" name="Text Box 29"/>
              <p:cNvSpPr txBox="1">
                <a:spLocks noChangeArrowheads="1"/>
              </p:cNvSpPr>
              <p:nvPr/>
            </p:nvSpPr>
            <p:spPr bwMode="auto">
              <a:xfrm>
                <a:off x="2754278" y="4257522"/>
                <a:ext cx="1017460" cy="338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sz="1400" dirty="0" err="1">
                    <a:latin typeface="Times New Roman" pitchFamily="18" charset="0"/>
                  </a:rPr>
                  <a:t>S</a:t>
                </a:r>
                <a:r>
                  <a:rPr lang="fr-FR" sz="1400" baseline="-25000" dirty="0" err="1">
                    <a:latin typeface="Times New Roman" pitchFamily="18" charset="0"/>
                  </a:rPr>
                  <a:t>z</a:t>
                </a:r>
                <a:r>
                  <a:rPr lang="fr-FR" sz="1400" dirty="0">
                    <a:latin typeface="Times New Roman" pitchFamily="18" charset="0"/>
                  </a:rPr>
                  <a:t>=+3/2, </a:t>
                </a:r>
                <a:r>
                  <a:rPr lang="fr-FR" sz="1400" dirty="0" err="1">
                    <a:latin typeface="Times New Roman" pitchFamily="18" charset="0"/>
                  </a:rPr>
                  <a:t>I</a:t>
                </a:r>
                <a:r>
                  <a:rPr lang="fr-FR" sz="1400" baseline="-25000" dirty="0" err="1">
                    <a:latin typeface="Times New Roman" pitchFamily="18" charset="0"/>
                  </a:rPr>
                  <a:t>z</a:t>
                </a:r>
                <a:endParaRPr lang="fr-FR" sz="1400" baseline="-25000" dirty="0">
                  <a:latin typeface="Times New Roman" pitchFamily="18" charset="0"/>
                </a:endParaRPr>
              </a:p>
            </p:txBody>
          </p:sp>
          <p:sp>
            <p:nvSpPr>
              <p:cNvPr id="105" name="Text Box 30"/>
              <p:cNvSpPr txBox="1">
                <a:spLocks noChangeArrowheads="1"/>
              </p:cNvSpPr>
              <p:nvPr/>
            </p:nvSpPr>
            <p:spPr bwMode="auto">
              <a:xfrm>
                <a:off x="6223028" y="3088402"/>
                <a:ext cx="973748" cy="338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sz="1400" dirty="0" err="1">
                    <a:latin typeface="Times New Roman" pitchFamily="18" charset="0"/>
                  </a:rPr>
                  <a:t>S</a:t>
                </a:r>
                <a:r>
                  <a:rPr lang="fr-FR" sz="1400" baseline="-25000" dirty="0" err="1">
                    <a:latin typeface="Times New Roman" pitchFamily="18" charset="0"/>
                  </a:rPr>
                  <a:t>z</a:t>
                </a:r>
                <a:r>
                  <a:rPr lang="fr-FR" sz="1400" dirty="0">
                    <a:latin typeface="Times New Roman" pitchFamily="18" charset="0"/>
                  </a:rPr>
                  <a:t>=-5/2, </a:t>
                </a:r>
                <a:r>
                  <a:rPr lang="fr-FR" sz="1400" dirty="0" err="1">
                    <a:latin typeface="Times New Roman" pitchFamily="18" charset="0"/>
                  </a:rPr>
                  <a:t>I</a:t>
                </a:r>
                <a:r>
                  <a:rPr lang="fr-FR" sz="1400" baseline="-25000" dirty="0" err="1">
                    <a:latin typeface="Times New Roman" pitchFamily="18" charset="0"/>
                  </a:rPr>
                  <a:t>z</a:t>
                </a:r>
                <a:endParaRPr lang="fr-FR" sz="1400" baseline="-25000" dirty="0">
                  <a:latin typeface="Times New Roman" pitchFamily="18" charset="0"/>
                </a:endParaRPr>
              </a:p>
            </p:txBody>
          </p:sp>
          <p:sp>
            <p:nvSpPr>
              <p:cNvPr id="106" name="Text Box 31"/>
              <p:cNvSpPr txBox="1">
                <a:spLocks noChangeArrowheads="1"/>
              </p:cNvSpPr>
              <p:nvPr/>
            </p:nvSpPr>
            <p:spPr bwMode="auto">
              <a:xfrm>
                <a:off x="5819961" y="4257522"/>
                <a:ext cx="973748" cy="338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sz="1400" dirty="0" err="1">
                    <a:latin typeface="Times New Roman" pitchFamily="18" charset="0"/>
                  </a:rPr>
                  <a:t>S</a:t>
                </a:r>
                <a:r>
                  <a:rPr lang="fr-FR" sz="1400" baseline="-25000" dirty="0" err="1">
                    <a:latin typeface="Times New Roman" pitchFamily="18" charset="0"/>
                  </a:rPr>
                  <a:t>z</a:t>
                </a:r>
                <a:r>
                  <a:rPr lang="fr-FR" sz="1400" dirty="0">
                    <a:latin typeface="Times New Roman" pitchFamily="18" charset="0"/>
                  </a:rPr>
                  <a:t>=-3/2, </a:t>
                </a:r>
                <a:r>
                  <a:rPr lang="fr-FR" sz="1400" dirty="0" err="1">
                    <a:latin typeface="Times New Roman" pitchFamily="18" charset="0"/>
                  </a:rPr>
                  <a:t>I</a:t>
                </a:r>
                <a:r>
                  <a:rPr lang="fr-FR" sz="1400" baseline="-25000" dirty="0" err="1">
                    <a:latin typeface="Times New Roman" pitchFamily="18" charset="0"/>
                  </a:rPr>
                  <a:t>z</a:t>
                </a:r>
                <a:endParaRPr lang="fr-FR" sz="1400" baseline="-25000" dirty="0">
                  <a:latin typeface="Times New Roman" pitchFamily="18" charset="0"/>
                </a:endParaRPr>
              </a:p>
            </p:txBody>
          </p:sp>
          <p:sp>
            <p:nvSpPr>
              <p:cNvPr id="107" name="Line 32"/>
              <p:cNvSpPr>
                <a:spLocks noChangeShapeType="1"/>
              </p:cNvSpPr>
              <p:nvPr/>
            </p:nvSpPr>
            <p:spPr bwMode="auto">
              <a:xfrm>
                <a:off x="3373105" y="3089621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Line 33"/>
              <p:cNvSpPr>
                <a:spLocks noChangeShapeType="1"/>
              </p:cNvSpPr>
              <p:nvPr/>
            </p:nvSpPr>
            <p:spPr bwMode="auto">
              <a:xfrm>
                <a:off x="3373105" y="3199291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Line 34"/>
              <p:cNvSpPr>
                <a:spLocks noChangeShapeType="1"/>
              </p:cNvSpPr>
              <p:nvPr/>
            </p:nvSpPr>
            <p:spPr bwMode="auto">
              <a:xfrm>
                <a:off x="3373105" y="3310180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Line 35"/>
              <p:cNvSpPr>
                <a:spLocks noChangeShapeType="1"/>
              </p:cNvSpPr>
              <p:nvPr/>
            </p:nvSpPr>
            <p:spPr bwMode="auto">
              <a:xfrm>
                <a:off x="3373105" y="3421069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Line 36"/>
              <p:cNvSpPr>
                <a:spLocks noChangeShapeType="1"/>
              </p:cNvSpPr>
              <p:nvPr/>
            </p:nvSpPr>
            <p:spPr bwMode="auto">
              <a:xfrm>
                <a:off x="3373105" y="3531958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Line 37"/>
              <p:cNvSpPr>
                <a:spLocks noChangeShapeType="1"/>
              </p:cNvSpPr>
              <p:nvPr/>
            </p:nvSpPr>
            <p:spPr bwMode="auto">
              <a:xfrm>
                <a:off x="3373105" y="2978732"/>
                <a:ext cx="1695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Line 38"/>
              <p:cNvSpPr>
                <a:spLocks noChangeShapeType="1"/>
              </p:cNvSpPr>
              <p:nvPr/>
            </p:nvSpPr>
            <p:spPr bwMode="auto">
              <a:xfrm>
                <a:off x="4018013" y="4362318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Line 39"/>
              <p:cNvSpPr>
                <a:spLocks noChangeShapeType="1"/>
              </p:cNvSpPr>
              <p:nvPr/>
            </p:nvSpPr>
            <p:spPr bwMode="auto">
              <a:xfrm>
                <a:off x="4018013" y="4417153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Line 40"/>
              <p:cNvSpPr>
                <a:spLocks noChangeShapeType="1"/>
              </p:cNvSpPr>
              <p:nvPr/>
            </p:nvSpPr>
            <p:spPr bwMode="auto">
              <a:xfrm>
                <a:off x="4018013" y="4471988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Line 41"/>
              <p:cNvSpPr>
                <a:spLocks noChangeShapeType="1"/>
              </p:cNvSpPr>
              <p:nvPr/>
            </p:nvSpPr>
            <p:spPr bwMode="auto">
              <a:xfrm>
                <a:off x="4018013" y="4528042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Line 42"/>
              <p:cNvSpPr>
                <a:spLocks noChangeShapeType="1"/>
              </p:cNvSpPr>
              <p:nvPr/>
            </p:nvSpPr>
            <p:spPr bwMode="auto">
              <a:xfrm>
                <a:off x="4018013" y="4582877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Line 43"/>
              <p:cNvSpPr>
                <a:spLocks noChangeShapeType="1"/>
              </p:cNvSpPr>
              <p:nvPr/>
            </p:nvSpPr>
            <p:spPr bwMode="auto">
              <a:xfrm>
                <a:off x="4018013" y="4306264"/>
                <a:ext cx="1683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Line 44"/>
              <p:cNvSpPr>
                <a:spLocks noChangeShapeType="1"/>
              </p:cNvSpPr>
              <p:nvPr/>
            </p:nvSpPr>
            <p:spPr bwMode="auto">
              <a:xfrm>
                <a:off x="4662920" y="4920417"/>
                <a:ext cx="1683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Line 45"/>
              <p:cNvSpPr>
                <a:spLocks noChangeShapeType="1"/>
              </p:cNvSpPr>
              <p:nvPr/>
            </p:nvSpPr>
            <p:spPr bwMode="auto">
              <a:xfrm>
                <a:off x="4662920" y="4970379"/>
                <a:ext cx="1683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Line 50"/>
              <p:cNvSpPr>
                <a:spLocks noChangeShapeType="1"/>
              </p:cNvSpPr>
              <p:nvPr/>
            </p:nvSpPr>
            <p:spPr bwMode="auto">
              <a:xfrm flipV="1">
                <a:off x="2351211" y="2709952"/>
                <a:ext cx="0" cy="24310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Line 51"/>
              <p:cNvSpPr>
                <a:spLocks noChangeShapeType="1"/>
              </p:cNvSpPr>
              <p:nvPr/>
            </p:nvSpPr>
            <p:spPr bwMode="auto">
              <a:xfrm>
                <a:off x="2297864" y="4920417"/>
                <a:ext cx="161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Line 52"/>
              <p:cNvSpPr>
                <a:spLocks noChangeShapeType="1"/>
              </p:cNvSpPr>
              <p:nvPr/>
            </p:nvSpPr>
            <p:spPr bwMode="auto">
              <a:xfrm>
                <a:off x="2297864" y="4423246"/>
                <a:ext cx="161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Line 53"/>
              <p:cNvSpPr>
                <a:spLocks noChangeShapeType="1"/>
              </p:cNvSpPr>
              <p:nvPr/>
            </p:nvSpPr>
            <p:spPr bwMode="auto">
              <a:xfrm>
                <a:off x="2297864" y="3260219"/>
                <a:ext cx="161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Text Box 54"/>
              <p:cNvSpPr txBox="1">
                <a:spLocks noChangeArrowheads="1"/>
              </p:cNvSpPr>
              <p:nvPr/>
            </p:nvSpPr>
            <p:spPr bwMode="auto">
              <a:xfrm>
                <a:off x="1913047" y="4749818"/>
                <a:ext cx="287821" cy="371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sz="1600" i="1" dirty="0">
                    <a:latin typeface="Monotype Corsiva" panose="03010101010201010101" pitchFamily="66" charset="0"/>
                  </a:rPr>
                  <a:t>0</a:t>
                </a:r>
                <a:endParaRPr lang="fr-FR" sz="1600" i="1" baseline="-25000" dirty="0">
                  <a:latin typeface="Monotype Corsiva" panose="03010101010201010101" pitchFamily="66" charset="0"/>
                </a:endParaRPr>
              </a:p>
            </p:txBody>
          </p:sp>
          <p:sp>
            <p:nvSpPr>
              <p:cNvPr id="126" name="Text Box 55"/>
              <p:cNvSpPr txBox="1">
                <a:spLocks noChangeArrowheads="1"/>
              </p:cNvSpPr>
              <p:nvPr/>
            </p:nvSpPr>
            <p:spPr bwMode="auto">
              <a:xfrm>
                <a:off x="1762006" y="4257522"/>
                <a:ext cx="670693" cy="371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fr-FR" sz="1600" i="1" dirty="0">
                    <a:latin typeface="Monotype Corsiva" panose="03010101010201010101" pitchFamily="66" charset="0"/>
                  </a:rPr>
                  <a:t>2D</a:t>
                </a:r>
                <a:r>
                  <a:rPr lang="fr-FR" sz="1600" i="1" baseline="-25000" dirty="0">
                    <a:latin typeface="Monotype Corsiva" panose="03010101010201010101" pitchFamily="66" charset="0"/>
                  </a:rPr>
                  <a:t>0</a:t>
                </a:r>
              </a:p>
            </p:txBody>
          </p:sp>
          <p:sp>
            <p:nvSpPr>
              <p:cNvPr id="127" name="Text Box 56"/>
              <p:cNvSpPr txBox="1">
                <a:spLocks noChangeArrowheads="1"/>
              </p:cNvSpPr>
              <p:nvPr/>
            </p:nvSpPr>
            <p:spPr bwMode="auto">
              <a:xfrm>
                <a:off x="1769368" y="3094495"/>
                <a:ext cx="672322" cy="371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fr-FR" sz="1600" i="1" dirty="0">
                    <a:latin typeface="Monotype Corsiva" panose="03010101010201010101" pitchFamily="66" charset="0"/>
                  </a:rPr>
                  <a:t>6D</a:t>
                </a:r>
                <a:r>
                  <a:rPr lang="fr-FR" sz="1600" i="1" baseline="-25000" dirty="0">
                    <a:latin typeface="Monotype Corsiva" panose="03010101010201010101" pitchFamily="66" charset="0"/>
                  </a:rPr>
                  <a:t>0</a:t>
                </a:r>
              </a:p>
            </p:txBody>
          </p:sp>
          <p:sp>
            <p:nvSpPr>
              <p:cNvPr id="128" name="Text Box 86"/>
              <p:cNvSpPr txBox="1">
                <a:spLocks noChangeArrowheads="1"/>
              </p:cNvSpPr>
              <p:nvPr/>
            </p:nvSpPr>
            <p:spPr bwMode="auto">
              <a:xfrm>
                <a:off x="4313200" y="5136103"/>
                <a:ext cx="1099839" cy="338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sz="1400" dirty="0" err="1">
                    <a:latin typeface="Times New Roman" pitchFamily="18" charset="0"/>
                  </a:rPr>
                  <a:t>S</a:t>
                </a:r>
                <a:r>
                  <a:rPr lang="fr-FR" sz="1400" baseline="-25000" dirty="0" err="1">
                    <a:latin typeface="Times New Roman" pitchFamily="18" charset="0"/>
                  </a:rPr>
                  <a:t>z</a:t>
                </a:r>
                <a:r>
                  <a:rPr lang="fr-FR" sz="1400" dirty="0">
                    <a:latin typeface="Times New Roman" pitchFamily="18" charset="0"/>
                  </a:rPr>
                  <a:t>=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±</a:t>
                </a:r>
                <a:r>
                  <a:rPr lang="fr-FR" sz="1400" dirty="0">
                    <a:latin typeface="Times New Roman" pitchFamily="18" charset="0"/>
                  </a:rPr>
                  <a:t>1/2, </a:t>
                </a:r>
                <a:r>
                  <a:rPr lang="fr-FR" sz="1400" dirty="0" err="1">
                    <a:latin typeface="Times New Roman" pitchFamily="18" charset="0"/>
                  </a:rPr>
                  <a:t>I</a:t>
                </a:r>
                <a:r>
                  <a:rPr lang="fr-FR" sz="1400" baseline="-25000" dirty="0" err="1">
                    <a:latin typeface="Times New Roman" pitchFamily="18" charset="0"/>
                  </a:rPr>
                  <a:t>z</a:t>
                </a:r>
                <a:endParaRPr lang="fr-FR" sz="1400" baseline="-25000" dirty="0">
                  <a:latin typeface="Times New Roman" pitchFamily="18" charset="0"/>
                </a:endParaRPr>
              </a:p>
            </p:txBody>
          </p:sp>
          <p:sp>
            <p:nvSpPr>
              <p:cNvPr id="129" name="Freeform 88"/>
              <p:cNvSpPr>
                <a:spLocks/>
              </p:cNvSpPr>
              <p:nvPr/>
            </p:nvSpPr>
            <p:spPr bwMode="auto">
              <a:xfrm rot="18624213" flipH="1">
                <a:off x="4338453" y="3995090"/>
                <a:ext cx="1791053" cy="277885"/>
              </a:xfrm>
              <a:custGeom>
                <a:avLst/>
                <a:gdLst>
                  <a:gd name="T0" fmla="*/ 0 w 590"/>
                  <a:gd name="T1" fmla="*/ 90 h 90"/>
                  <a:gd name="T2" fmla="*/ 272 w 590"/>
                  <a:gd name="T3" fmla="*/ 0 h 90"/>
                  <a:gd name="T4" fmla="*/ 590 w 590"/>
                  <a:gd name="T5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0" h="90">
                    <a:moveTo>
                      <a:pt x="0" y="90"/>
                    </a:moveTo>
                    <a:cubicBezTo>
                      <a:pt x="87" y="45"/>
                      <a:pt x="174" y="0"/>
                      <a:pt x="272" y="0"/>
                    </a:cubicBezTo>
                    <a:cubicBezTo>
                      <a:pt x="370" y="0"/>
                      <a:pt x="537" y="75"/>
                      <a:pt x="590" y="90"/>
                    </a:cubicBezTo>
                  </a:path>
                </a:pathLst>
              </a:custGeom>
              <a:noFill/>
              <a:ln w="9525">
                <a:solidFill>
                  <a:srgbClr val="009900"/>
                </a:solidFill>
                <a:round/>
                <a:headEnd type="triangl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89"/>
              <p:cNvSpPr>
                <a:spLocks/>
              </p:cNvSpPr>
              <p:nvPr/>
            </p:nvSpPr>
            <p:spPr bwMode="auto">
              <a:xfrm rot="18619254" flipV="1">
                <a:off x="4686902" y="4176073"/>
                <a:ext cx="1796996" cy="369585"/>
              </a:xfrm>
              <a:custGeom>
                <a:avLst/>
                <a:gdLst>
                  <a:gd name="T0" fmla="*/ 0 w 590"/>
                  <a:gd name="T1" fmla="*/ 90 h 90"/>
                  <a:gd name="T2" fmla="*/ 272 w 590"/>
                  <a:gd name="T3" fmla="*/ 0 h 90"/>
                  <a:gd name="T4" fmla="*/ 590 w 590"/>
                  <a:gd name="T5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0" h="90">
                    <a:moveTo>
                      <a:pt x="0" y="90"/>
                    </a:moveTo>
                    <a:cubicBezTo>
                      <a:pt x="87" y="45"/>
                      <a:pt x="174" y="0"/>
                      <a:pt x="272" y="0"/>
                    </a:cubicBezTo>
                    <a:cubicBezTo>
                      <a:pt x="370" y="0"/>
                      <a:pt x="537" y="75"/>
                      <a:pt x="590" y="90"/>
                    </a:cubicBezTo>
                  </a:path>
                </a:pathLst>
              </a:custGeom>
              <a:noFill/>
              <a:ln w="9525">
                <a:solidFill>
                  <a:srgbClr val="009900"/>
                </a:solidFill>
                <a:round/>
                <a:headEnd type="triangl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Line 93"/>
              <p:cNvSpPr>
                <a:spLocks noChangeShapeType="1"/>
              </p:cNvSpPr>
              <p:nvPr/>
            </p:nvSpPr>
            <p:spPr bwMode="auto">
              <a:xfrm flipV="1">
                <a:off x="1678889" y="3296575"/>
                <a:ext cx="0" cy="6288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Line 94"/>
              <p:cNvSpPr>
                <a:spLocks noChangeShapeType="1"/>
              </p:cNvSpPr>
              <p:nvPr/>
            </p:nvSpPr>
            <p:spPr bwMode="auto">
              <a:xfrm>
                <a:off x="1678889" y="4243730"/>
                <a:ext cx="0" cy="6826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TextBox 7"/>
              <p:cNvSpPr txBox="1">
                <a:spLocks noChangeArrowheads="1"/>
              </p:cNvSpPr>
              <p:nvPr/>
            </p:nvSpPr>
            <p:spPr bwMode="auto">
              <a:xfrm>
                <a:off x="792538" y="3916460"/>
                <a:ext cx="1144268" cy="371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zh-CN" sz="1600" dirty="0" smtClean="0">
                    <a:solidFill>
                      <a:srgbClr val="0033CC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~</a:t>
                </a:r>
                <a:r>
                  <a:rPr lang="en-US" altLang="zh-CN" sz="1600" dirty="0">
                    <a:solidFill>
                      <a:srgbClr val="0033CC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4</a:t>
                </a:r>
                <a:r>
                  <a:rPr lang="en-US" altLang="zh-CN" sz="1600" dirty="0" smtClean="0">
                    <a:solidFill>
                      <a:srgbClr val="0033CC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0 </a:t>
                </a:r>
                <a:r>
                  <a:rPr lang="en-US" altLang="zh-CN" sz="1600" dirty="0">
                    <a:solidFill>
                      <a:srgbClr val="0033CC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</a:t>
                </a:r>
                <a:r>
                  <a:rPr lang="en-US" altLang="zh-CN" sz="1600" dirty="0" err="1">
                    <a:solidFill>
                      <a:srgbClr val="0033CC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eV</a:t>
                </a:r>
                <a:endParaRPr lang="en-US" altLang="zh-CN" sz="1600" dirty="0">
                  <a:solidFill>
                    <a:srgbClr val="0033CC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4" name="Text Box 85"/>
              <p:cNvSpPr txBox="1">
                <a:spLocks noChangeArrowheads="1"/>
              </p:cNvSpPr>
              <p:nvPr/>
            </p:nvSpPr>
            <p:spPr bwMode="auto">
              <a:xfrm>
                <a:off x="4793909" y="3714603"/>
                <a:ext cx="289426" cy="2789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fr-FR" sz="1600" i="1" dirty="0" smtClean="0">
                    <a:solidFill>
                      <a:srgbClr val="009900"/>
                    </a:solidFill>
                    <a:latin typeface="Monotype Corsiva" panose="03010101010201010101" pitchFamily="66" charset="0"/>
                  </a:rPr>
                  <a:t>E</a:t>
                </a:r>
                <a:endParaRPr lang="fr-FR" sz="1600" baseline="-25000" dirty="0">
                  <a:solidFill>
                    <a:srgbClr val="0099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35" name="Text Box 86"/>
              <p:cNvSpPr txBox="1">
                <a:spLocks noChangeArrowheads="1"/>
              </p:cNvSpPr>
              <p:nvPr/>
            </p:nvSpPr>
            <p:spPr bwMode="auto">
              <a:xfrm>
                <a:off x="7892688" y="3098097"/>
                <a:ext cx="471072" cy="371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fr-FR" sz="16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(</a:t>
                </a:r>
                <a:r>
                  <a:rPr lang="fr-FR" sz="1600" dirty="0" smtClean="0">
                    <a:solidFill>
                      <a:srgbClr val="FF0000"/>
                    </a:solidFill>
                    <a:latin typeface="Monotype Corsiva" panose="03010101010201010101" pitchFamily="66" charset="0"/>
                  </a:rPr>
                  <a:t>A</a:t>
                </a:r>
                <a:r>
                  <a:rPr lang="fr-FR" sz="1600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)</a:t>
                </a:r>
                <a:endParaRPr lang="fr-FR" sz="1600" baseline="-25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36" name="Line 93"/>
              <p:cNvSpPr>
                <a:spLocks noChangeShapeType="1"/>
              </p:cNvSpPr>
              <p:nvPr/>
            </p:nvSpPr>
            <p:spPr bwMode="auto">
              <a:xfrm flipV="1">
                <a:off x="7217655" y="2924944"/>
                <a:ext cx="0" cy="1657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Line 94"/>
              <p:cNvSpPr>
                <a:spLocks noChangeShapeType="1"/>
              </p:cNvSpPr>
              <p:nvPr/>
            </p:nvSpPr>
            <p:spPr bwMode="auto">
              <a:xfrm>
                <a:off x="7217655" y="3371298"/>
                <a:ext cx="0" cy="1657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TextBox 7"/>
              <p:cNvSpPr txBox="1">
                <a:spLocks noChangeArrowheads="1"/>
              </p:cNvSpPr>
              <p:nvPr/>
            </p:nvSpPr>
            <p:spPr bwMode="auto">
              <a:xfrm>
                <a:off x="7175994" y="3060011"/>
                <a:ext cx="860668" cy="371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~9 </a:t>
                </a:r>
                <a:r>
                  <a:rPr lang="en-US" altLang="zh-CN" sz="1600" dirty="0" err="1">
                    <a:solidFill>
                      <a:srgbClr val="FF0000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eV</a:t>
                </a:r>
                <a:endParaRPr lang="en-US" altLang="zh-CN" sz="1600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74" name="Groupe 73"/>
            <p:cNvGrpSpPr/>
            <p:nvPr/>
          </p:nvGrpSpPr>
          <p:grpSpPr>
            <a:xfrm>
              <a:off x="2915816" y="479644"/>
              <a:ext cx="3848174" cy="2188269"/>
              <a:chOff x="5286214" y="548682"/>
              <a:chExt cx="3318234" cy="1764985"/>
            </a:xfrm>
          </p:grpSpPr>
          <p:sp>
            <p:nvSpPr>
              <p:cNvPr id="75" name="Text Box 56"/>
              <p:cNvSpPr txBox="1">
                <a:spLocks noChangeArrowheads="1"/>
              </p:cNvSpPr>
              <p:nvPr/>
            </p:nvSpPr>
            <p:spPr bwMode="auto">
              <a:xfrm>
                <a:off x="6071249" y="820956"/>
                <a:ext cx="2290551" cy="3785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0" hangingPunct="0"/>
                <a:r>
                  <a:rPr lang="en-US" sz="2000" i="1" baseline="30000" dirty="0">
                    <a:latin typeface="Monotype Corsiva" pitchFamily="66" charset="0"/>
                  </a:rPr>
                  <a:t>55</a:t>
                </a:r>
                <a:r>
                  <a:rPr lang="en-US" sz="2000" i="1" dirty="0">
                    <a:latin typeface="Monotype Corsiva" pitchFamily="66" charset="0"/>
                  </a:rPr>
                  <a:t>Mn  S=5/2, </a:t>
                </a:r>
                <a:r>
                  <a:rPr lang="en-US" sz="2000" i="1" dirty="0">
                    <a:solidFill>
                      <a:srgbClr val="FF0000"/>
                    </a:solidFill>
                    <a:latin typeface="Monotype Corsiva" pitchFamily="66" charset="0"/>
                  </a:rPr>
                  <a:t>I=5/2</a:t>
                </a:r>
                <a:endParaRPr lang="en-US" sz="2000" i="1" baseline="-250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6" name="Flèche vers le bas 75"/>
              <p:cNvSpPr/>
              <p:nvPr/>
            </p:nvSpPr>
            <p:spPr>
              <a:xfrm rot="4318524">
                <a:off x="7632068" y="1267658"/>
                <a:ext cx="299606" cy="536981"/>
              </a:xfrm>
              <a:prstGeom prst="downArrow">
                <a:avLst/>
              </a:prstGeom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20400000" lon="0" rev="18000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fr-FR"/>
              </a:p>
            </p:txBody>
          </p:sp>
          <p:sp>
            <p:nvSpPr>
              <p:cNvPr id="77" name="Line 10"/>
              <p:cNvSpPr>
                <a:spLocks noChangeShapeType="1"/>
              </p:cNvSpPr>
              <p:nvPr/>
            </p:nvSpPr>
            <p:spPr bwMode="auto">
              <a:xfrm flipV="1">
                <a:off x="5587452" y="721579"/>
                <a:ext cx="0" cy="77704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78" name="Text Box 11"/>
              <p:cNvSpPr txBox="1">
                <a:spLocks noChangeArrowheads="1"/>
              </p:cNvSpPr>
              <p:nvPr/>
            </p:nvSpPr>
            <p:spPr bwMode="auto">
              <a:xfrm>
                <a:off x="5286214" y="548682"/>
                <a:ext cx="284052" cy="3785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algn="ctr" eaLnBrk="0" hangingPunct="0"/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z</a:t>
                </a:r>
              </a:p>
            </p:txBody>
          </p:sp>
          <p:sp>
            <p:nvSpPr>
              <p:cNvPr id="79" name="Line 16"/>
              <p:cNvSpPr>
                <a:spLocks noChangeShapeType="1"/>
              </p:cNvSpPr>
              <p:nvPr/>
            </p:nvSpPr>
            <p:spPr bwMode="auto">
              <a:xfrm flipH="1">
                <a:off x="5588124" y="1364232"/>
                <a:ext cx="372854" cy="12764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80" name="Line 17"/>
              <p:cNvSpPr>
                <a:spLocks noChangeShapeType="1"/>
              </p:cNvSpPr>
              <p:nvPr/>
            </p:nvSpPr>
            <p:spPr bwMode="auto">
              <a:xfrm>
                <a:off x="5587452" y="1498624"/>
                <a:ext cx="4707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endParaRPr lang="fr-FR"/>
              </a:p>
            </p:txBody>
          </p:sp>
          <p:cxnSp>
            <p:nvCxnSpPr>
              <p:cNvPr id="81" name="Connecteur droit avec flèche 80"/>
              <p:cNvCxnSpPr/>
              <p:nvPr/>
            </p:nvCxnSpPr>
            <p:spPr>
              <a:xfrm flipV="1">
                <a:off x="6840972" y="1311907"/>
                <a:ext cx="377513" cy="552743"/>
              </a:xfrm>
              <a:prstGeom prst="straightConnector1">
                <a:avLst/>
              </a:prstGeom>
              <a:ln w="28575">
                <a:solidFill>
                  <a:srgbClr val="CAEF11"/>
                </a:solidFill>
                <a:tailEnd type="arrow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39700" prst="cross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Ellipse 81"/>
              <p:cNvSpPr/>
              <p:nvPr/>
            </p:nvSpPr>
            <p:spPr>
              <a:xfrm>
                <a:off x="6862210" y="1499052"/>
                <a:ext cx="285138" cy="250306"/>
              </a:xfrm>
              <a:prstGeom prst="ellipse">
                <a:avLst/>
              </a:prstGeom>
              <a:solidFill>
                <a:srgbClr val="CAEF11"/>
              </a:solidFill>
              <a:ln w="12700"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fr-FR"/>
              </a:p>
            </p:txBody>
          </p:sp>
          <p:sp>
            <p:nvSpPr>
              <p:cNvPr id="83" name="Flèche vers le bas 82"/>
              <p:cNvSpPr/>
              <p:nvPr/>
            </p:nvSpPr>
            <p:spPr>
              <a:xfrm rot="14918023">
                <a:off x="6221072" y="1895373"/>
                <a:ext cx="299606" cy="536981"/>
              </a:xfrm>
              <a:prstGeom prst="downArrow">
                <a:avLst/>
              </a:prstGeom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2159400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fr-FR"/>
              </a:p>
            </p:txBody>
          </p:sp>
          <p:cxnSp>
            <p:nvCxnSpPr>
              <p:cNvPr id="84" name="Connecteur droit avec flèche 83"/>
              <p:cNvCxnSpPr/>
              <p:nvPr/>
            </p:nvCxnSpPr>
            <p:spPr>
              <a:xfrm flipH="1" flipV="1">
                <a:off x="6934334" y="1560329"/>
                <a:ext cx="112723" cy="10077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Ellipse 84"/>
              <p:cNvSpPr/>
              <p:nvPr/>
            </p:nvSpPr>
            <p:spPr>
              <a:xfrm>
                <a:off x="6973541" y="1597334"/>
                <a:ext cx="56187" cy="5078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fr-FR"/>
              </a:p>
            </p:txBody>
          </p:sp>
          <p:sp>
            <p:nvSpPr>
              <p:cNvPr id="86" name="Flèche vers le bas 85"/>
              <p:cNvSpPr/>
              <p:nvPr/>
            </p:nvSpPr>
            <p:spPr>
              <a:xfrm rot="5400000">
                <a:off x="8186155" y="1543028"/>
                <a:ext cx="299606" cy="536981"/>
              </a:xfrm>
              <a:prstGeom prst="downArrow">
                <a:avLst/>
              </a:prstGeom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fr-FR"/>
              </a:p>
            </p:txBody>
          </p:sp>
          <p:sp>
            <p:nvSpPr>
              <p:cNvPr id="87" name="Flèche vers le bas 86"/>
              <p:cNvSpPr/>
              <p:nvPr/>
            </p:nvSpPr>
            <p:spPr>
              <a:xfrm rot="16200000">
                <a:off x="5583662" y="1535351"/>
                <a:ext cx="299606" cy="536981"/>
              </a:xfrm>
              <a:prstGeom prst="downArrow">
                <a:avLst/>
              </a:prstGeom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fr-FR"/>
              </a:p>
            </p:txBody>
          </p:sp>
          <p:grpSp>
            <p:nvGrpSpPr>
              <p:cNvPr id="88" name="Groupe 87"/>
              <p:cNvGrpSpPr/>
              <p:nvPr/>
            </p:nvGrpSpPr>
            <p:grpSpPr>
              <a:xfrm>
                <a:off x="6028625" y="1244355"/>
                <a:ext cx="1990937" cy="660444"/>
                <a:chOff x="3125836" y="2291173"/>
                <a:chExt cx="2549099" cy="936403"/>
              </a:xfrm>
            </p:grpSpPr>
            <p:sp>
              <p:nvSpPr>
                <p:cNvPr id="89" name="Ellipse 88"/>
                <p:cNvSpPr/>
                <p:nvPr/>
              </p:nvSpPr>
              <p:spPr>
                <a:xfrm rot="10800000">
                  <a:off x="3143253" y="2959992"/>
                  <a:ext cx="2531682" cy="267584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rgbClr val="FFFFFF"/>
                  </a:solidFill>
                </a:ln>
                <a:effectLst>
                  <a:outerShdw blurRad="76200" dist="12700" dir="8100000" sy="-23000" kx="800400" algn="br" rotWithShape="0">
                    <a:prstClr val="black">
                      <a:alpha val="20000"/>
                    </a:prstClr>
                  </a:outerShdw>
                </a:effectLst>
                <a:scene3d>
                  <a:camera prst="perspectiveFront" fov="0">
                    <a:rot lat="0" lon="1200000" rev="0"/>
                  </a:camera>
                  <a:lightRig rig="threePt" dir="t"/>
                </a:scene3d>
                <a:sp3d prstMaterial="clear">
                  <a:bevelT w="158750" h="82550" prst="softRound"/>
                  <a:bevelB w="88900" h="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>
                  <a:defPPr>
                    <a:defRPr lang="fr-FR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fr-FR"/>
                </a:p>
              </p:txBody>
            </p:sp>
            <p:pic>
              <p:nvPicPr>
                <p:cNvPr id="90" name="Image 89" descr="Image3.png"/>
                <p:cNvPicPr>
                  <a:picLocks noChangeAspect="1"/>
                </p:cNvPicPr>
                <p:nvPr/>
              </p:nvPicPr>
              <p:blipFill>
                <a:blip r:embed="rId2" cstate="print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rcRect b="48823"/>
                <a:stretch>
                  <a:fillRect/>
                </a:stretch>
              </p:blipFill>
              <p:spPr>
                <a:xfrm>
                  <a:off x="3125836" y="2291173"/>
                  <a:ext cx="2525338" cy="820028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0242251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</Words>
  <Application>Microsoft Office PowerPoint</Application>
  <PresentationFormat>Personnalisé</PresentationFormat>
  <Paragraphs>14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2</cp:revision>
  <dcterms:created xsi:type="dcterms:W3CDTF">2017-06-14T18:29:43Z</dcterms:created>
  <dcterms:modified xsi:type="dcterms:W3CDTF">2017-07-07T13:16:26Z</dcterms:modified>
</cp:coreProperties>
</file>