
<file path=[Content_Types].xml><?xml version="1.0" encoding="utf-8"?>
<Types xmlns="http://schemas.openxmlformats.org/package/2006/content-types">
  <Override PartName="/_rels/.rels" ContentType="application/vnd.openxmlformats-package.relationships+xml"/>
  <Override PartName="/ppt/_rels/presentation.xml.rels" ContentType="application/vnd.openxmlformats-package.relationships+xml"/>
  <Override PartName="/ppt/slides/_rels/slide1.xml.rels" ContentType="application/vnd.openxmlformats-package.relationships+xml"/>
  <Override PartName="/ppt/slides/slide1.xml" ContentType="application/vnd.openxmlformats-officedocument.presentationml.slide+xml"/>
  <Override PartName="/ppt/slideLayouts/slideLayout12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.xml.rels" ContentType="application/vnd.openxmlformats-package.relationships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media/image4.png" ContentType="image/png"/>
  <Override PartName="/ppt/media/image3.png" ContentType="image/png"/>
  <Override PartName="/ppt/media/image2.png" ContentType="image/png"/>
  <Override PartName="/ppt/media/image1.png" ContentType="image/png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entation.xml" ContentType="application/vnd.openxmlformats-officedocument.presentationml.presentation.main+xml"/>
</Types>
</file>

<file path=_rels/.rels><?xml version="1.0" encoding="UTF-8"?>
<Relationships xmlns="http://schemas.openxmlformats.org/package/2006/relationships">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>
  <p:sldMasterIdLst>
    <p:sldMasterId id="2147483648" r:id="rId2"/>
  </p:sldMasterIdLst>
  <p:sldIdLst>
    <p:sldId id="256" r:id="rId3"/>
  </p:sldIdLst>
  <p:sldSz cx="11341100" cy="11161712"/>
  <p:notesSz cx="7559675" cy="10691812"/>
</p:presentation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850680" y="3467520"/>
            <a:ext cx="9639720" cy="2392560"/>
          </a:xfrm>
          <a:prstGeom prst="rect">
            <a:avLst/>
          </a:prstGeom>
        </p:spPr>
        <p:txBody>
          <a:bodyPr lIns="0" rIns="0" tIns="0" bIns="0" anchor="ctr"/>
          <a:p>
            <a:endParaRPr/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567000" y="2611800"/>
            <a:ext cx="10206360" cy="647352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/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850680" y="3467520"/>
            <a:ext cx="9639720" cy="2392560"/>
          </a:xfrm>
          <a:prstGeom prst="rect">
            <a:avLst/>
          </a:prstGeom>
        </p:spPr>
        <p:txBody>
          <a:bodyPr lIns="0" rIns="0" tIns="0" bIns="0" anchor="ctr"/>
          <a:p>
            <a:endParaRPr/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567000" y="2611800"/>
            <a:ext cx="10206360" cy="647316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850680" y="3467520"/>
            <a:ext cx="9639720" cy="2392560"/>
          </a:xfrm>
          <a:prstGeom prst="rect">
            <a:avLst/>
          </a:prstGeom>
        </p:spPr>
        <p:txBody>
          <a:bodyPr lIns="0" rIns="0" tIns="0" bIns="0" anchor="ctr"/>
          <a:p>
            <a:endParaRPr/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567000" y="2611800"/>
            <a:ext cx="4980600" cy="647316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11" name="PlaceHolder 3"/>
          <p:cNvSpPr>
            <a:spLocks noGrp="1"/>
          </p:cNvSpPr>
          <p:nvPr>
            <p:ph type="body"/>
          </p:nvPr>
        </p:nvSpPr>
        <p:spPr>
          <a:xfrm>
            <a:off x="5797080" y="2611800"/>
            <a:ext cx="4980600" cy="647316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850680" y="3467520"/>
            <a:ext cx="9639720" cy="2392560"/>
          </a:xfrm>
          <a:prstGeom prst="rect">
            <a:avLst/>
          </a:prstGeom>
        </p:spPr>
        <p:txBody>
          <a:bodyPr lIns="0" rIns="0" tIns="0" bIns="0" anchor="ctr"/>
          <a:p>
            <a:endParaRPr/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850680" y="3467520"/>
            <a:ext cx="9639720" cy="1109052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/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850680" y="3467520"/>
            <a:ext cx="9639720" cy="2392560"/>
          </a:xfrm>
          <a:prstGeom prst="rect">
            <a:avLst/>
          </a:prstGeom>
        </p:spPr>
        <p:txBody>
          <a:bodyPr lIns="0" rIns="0" tIns="0" bIns="0" anchor="ctr"/>
          <a:p>
            <a:endParaRPr/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567000" y="2611800"/>
            <a:ext cx="4980600" cy="308736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16" name="PlaceHolder 3"/>
          <p:cNvSpPr>
            <a:spLocks noGrp="1"/>
          </p:cNvSpPr>
          <p:nvPr>
            <p:ph type="body"/>
          </p:nvPr>
        </p:nvSpPr>
        <p:spPr>
          <a:xfrm>
            <a:off x="567000" y="5992920"/>
            <a:ext cx="4980600" cy="308736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17" name="PlaceHolder 4"/>
          <p:cNvSpPr>
            <a:spLocks noGrp="1"/>
          </p:cNvSpPr>
          <p:nvPr>
            <p:ph type="body"/>
          </p:nvPr>
        </p:nvSpPr>
        <p:spPr>
          <a:xfrm>
            <a:off x="5797080" y="2611800"/>
            <a:ext cx="4980600" cy="647316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850680" y="3467520"/>
            <a:ext cx="9639720" cy="2392560"/>
          </a:xfrm>
          <a:prstGeom prst="rect">
            <a:avLst/>
          </a:prstGeom>
        </p:spPr>
        <p:txBody>
          <a:bodyPr lIns="0" rIns="0" tIns="0" bIns="0" anchor="ctr"/>
          <a:p>
            <a:endParaRPr/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567000" y="2611800"/>
            <a:ext cx="4980600" cy="647316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20" name="PlaceHolder 3"/>
          <p:cNvSpPr>
            <a:spLocks noGrp="1"/>
          </p:cNvSpPr>
          <p:nvPr>
            <p:ph type="body"/>
          </p:nvPr>
        </p:nvSpPr>
        <p:spPr>
          <a:xfrm>
            <a:off x="5797080" y="2611800"/>
            <a:ext cx="4980600" cy="308736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21" name="PlaceHolder 4"/>
          <p:cNvSpPr>
            <a:spLocks noGrp="1"/>
          </p:cNvSpPr>
          <p:nvPr>
            <p:ph type="body"/>
          </p:nvPr>
        </p:nvSpPr>
        <p:spPr>
          <a:xfrm>
            <a:off x="5797080" y="5992920"/>
            <a:ext cx="4980600" cy="308736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850680" y="3467520"/>
            <a:ext cx="9639720" cy="2392560"/>
          </a:xfrm>
          <a:prstGeom prst="rect">
            <a:avLst/>
          </a:prstGeom>
        </p:spPr>
        <p:txBody>
          <a:bodyPr lIns="0" rIns="0" tIns="0" bIns="0" anchor="ctr"/>
          <a:p>
            <a:endParaRPr/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567000" y="2611800"/>
            <a:ext cx="4980600" cy="308736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24" name="PlaceHolder 3"/>
          <p:cNvSpPr>
            <a:spLocks noGrp="1"/>
          </p:cNvSpPr>
          <p:nvPr>
            <p:ph type="body"/>
          </p:nvPr>
        </p:nvSpPr>
        <p:spPr>
          <a:xfrm>
            <a:off x="5797080" y="2611800"/>
            <a:ext cx="4980600" cy="308736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25" name="PlaceHolder 4"/>
          <p:cNvSpPr>
            <a:spLocks noGrp="1"/>
          </p:cNvSpPr>
          <p:nvPr>
            <p:ph type="body"/>
          </p:nvPr>
        </p:nvSpPr>
        <p:spPr>
          <a:xfrm>
            <a:off x="567000" y="5992920"/>
            <a:ext cx="10206360" cy="308736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850680" y="3467520"/>
            <a:ext cx="9639720" cy="2392560"/>
          </a:xfrm>
          <a:prstGeom prst="rect">
            <a:avLst/>
          </a:prstGeom>
        </p:spPr>
        <p:txBody>
          <a:bodyPr lIns="0" rIns="0" tIns="0" bIns="0" anchor="ctr"/>
          <a:p>
            <a:endParaRPr/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567000" y="2611800"/>
            <a:ext cx="10206360" cy="308736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567000" y="5992920"/>
            <a:ext cx="10206360" cy="308736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850680" y="3467520"/>
            <a:ext cx="9639720" cy="2392560"/>
          </a:xfrm>
          <a:prstGeom prst="rect">
            <a:avLst/>
          </a:prstGeom>
        </p:spPr>
        <p:txBody>
          <a:bodyPr lIns="0" rIns="0" tIns="0" bIns="0" anchor="ctr"/>
          <a:p>
            <a:endParaRPr/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567000" y="2611800"/>
            <a:ext cx="4980600" cy="308736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31" name="PlaceHolder 3"/>
          <p:cNvSpPr>
            <a:spLocks noGrp="1"/>
          </p:cNvSpPr>
          <p:nvPr>
            <p:ph type="body"/>
          </p:nvPr>
        </p:nvSpPr>
        <p:spPr>
          <a:xfrm>
            <a:off x="5797080" y="2611800"/>
            <a:ext cx="4980600" cy="308736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32" name="PlaceHolder 4"/>
          <p:cNvSpPr>
            <a:spLocks noGrp="1"/>
          </p:cNvSpPr>
          <p:nvPr>
            <p:ph type="body"/>
          </p:nvPr>
        </p:nvSpPr>
        <p:spPr>
          <a:xfrm>
            <a:off x="5797080" y="5992920"/>
            <a:ext cx="4980600" cy="308736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33" name="PlaceHolder 5"/>
          <p:cNvSpPr>
            <a:spLocks noGrp="1"/>
          </p:cNvSpPr>
          <p:nvPr>
            <p:ph type="body"/>
          </p:nvPr>
        </p:nvSpPr>
        <p:spPr>
          <a:xfrm>
            <a:off x="567000" y="5992920"/>
            <a:ext cx="4980600" cy="308736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850680" y="3467520"/>
            <a:ext cx="9639720" cy="2392560"/>
          </a:xfrm>
          <a:prstGeom prst="rect">
            <a:avLst/>
          </a:prstGeom>
        </p:spPr>
        <p:txBody>
          <a:bodyPr lIns="0" rIns="0" tIns="0" bIns="0" anchor="ctr"/>
          <a:p>
            <a:endParaRPr/>
          </a:p>
        </p:txBody>
      </p:sp>
      <p:sp>
        <p:nvSpPr>
          <p:cNvPr id="35" name="PlaceHolder 2"/>
          <p:cNvSpPr>
            <a:spLocks noGrp="1"/>
          </p:cNvSpPr>
          <p:nvPr>
            <p:ph type="body"/>
          </p:nvPr>
        </p:nvSpPr>
        <p:spPr>
          <a:xfrm>
            <a:off x="567000" y="2611800"/>
            <a:ext cx="10206360" cy="647316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36" name="PlaceHolder 3"/>
          <p:cNvSpPr>
            <a:spLocks noGrp="1"/>
          </p:cNvSpPr>
          <p:nvPr>
            <p:ph type="body"/>
          </p:nvPr>
        </p:nvSpPr>
        <p:spPr>
          <a:xfrm>
            <a:off x="567000" y="2611800"/>
            <a:ext cx="10206360" cy="647316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pic>
        <p:nvPicPr>
          <p:cNvPr id="37" name="" descr=""/>
          <p:cNvPicPr/>
          <p:nvPr/>
        </p:nvPicPr>
        <p:blipFill>
          <a:blip r:embed="rId2"/>
          <a:stretch>
            <a:fillRect/>
          </a:stretch>
        </p:blipFill>
        <p:spPr>
          <a:xfrm>
            <a:off x="1613520" y="2611440"/>
            <a:ext cx="8112960" cy="6473160"/>
          </a:xfrm>
          <a:prstGeom prst="rect">
            <a:avLst/>
          </a:prstGeom>
          <a:ln>
            <a:noFill/>
          </a:ln>
        </p:spPr>
      </p:pic>
      <p:pic>
        <p:nvPicPr>
          <p:cNvPr id="38" name="" descr=""/>
          <p:cNvPicPr/>
          <p:nvPr/>
        </p:nvPicPr>
        <p:blipFill>
          <a:blip r:embed="rId3"/>
          <a:stretch>
            <a:fillRect/>
          </a:stretch>
        </p:blipFill>
        <p:spPr>
          <a:xfrm>
            <a:off x="1613520" y="2611440"/>
            <a:ext cx="8112960" cy="6473160"/>
          </a:xfrm>
          <a:prstGeom prst="rect">
            <a:avLst/>
          </a:prstGeom>
          <a:ln>
            <a:noFill/>
          </a:ln>
        </p:spPr>
      </p:pic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850680" y="3467520"/>
            <a:ext cx="9639720" cy="2392200"/>
          </a:xfrm>
          <a:prstGeom prst="rect">
            <a:avLst/>
          </a:prstGeom>
        </p:spPr>
        <p:txBody>
          <a:bodyPr lIns="115200" rIns="115200" tIns="57600" bIns="57600" anchor="ctr"/>
          <a:p>
            <a:pPr algn="ctr">
              <a:lnSpc>
                <a:spcPct val="100000"/>
              </a:lnSpc>
            </a:pPr>
            <a:r>
              <a:rPr lang="fr-FR" sz="5500">
                <a:solidFill>
                  <a:srgbClr val="000000"/>
                </a:solidFill>
                <a:latin typeface="Calibri"/>
              </a:rPr>
              <a:t>Click to edit the title text formatModifiez le style du titre</a:t>
            </a:r>
            <a:endParaRPr/>
          </a:p>
        </p:txBody>
      </p:sp>
      <p:sp>
        <p:nvSpPr>
          <p:cNvPr id="1" name="PlaceHolder 2"/>
          <p:cNvSpPr>
            <a:spLocks noGrp="1"/>
          </p:cNvSpPr>
          <p:nvPr>
            <p:ph type="dt"/>
          </p:nvPr>
        </p:nvSpPr>
        <p:spPr>
          <a:xfrm>
            <a:off x="567000" y="10345320"/>
            <a:ext cx="2646000" cy="594000"/>
          </a:xfrm>
          <a:prstGeom prst="rect">
            <a:avLst/>
          </a:prstGeom>
        </p:spPr>
        <p:txBody>
          <a:bodyPr lIns="115200" rIns="115200" tIns="57600" bIns="57600" anchor="ctr"/>
          <a:p>
            <a:pPr>
              <a:lnSpc>
                <a:spcPct val="100000"/>
              </a:lnSpc>
            </a:pPr>
            <a:r>
              <a:rPr lang="en-US" sz="1500">
                <a:solidFill>
                  <a:srgbClr val="8b8b8b"/>
                </a:solidFill>
                <a:latin typeface="Calibri"/>
              </a:rPr>
              <a:t>4/13/17</a:t>
            </a:r>
            <a:endParaRPr/>
          </a:p>
        </p:txBody>
      </p:sp>
      <p:sp>
        <p:nvSpPr>
          <p:cNvPr id="2" name="PlaceHolder 3"/>
          <p:cNvSpPr>
            <a:spLocks noGrp="1"/>
          </p:cNvSpPr>
          <p:nvPr>
            <p:ph type="ftr"/>
          </p:nvPr>
        </p:nvSpPr>
        <p:spPr>
          <a:xfrm>
            <a:off x="3875040" y="10345320"/>
            <a:ext cx="3591000" cy="594000"/>
          </a:xfrm>
          <a:prstGeom prst="rect">
            <a:avLst/>
          </a:prstGeom>
        </p:spPr>
        <p:txBody>
          <a:bodyPr lIns="115200" rIns="115200" tIns="57600" bIns="57600" anchor="ctr"/>
          <a:p>
            <a:endParaRPr/>
          </a:p>
        </p:txBody>
      </p:sp>
      <p:sp>
        <p:nvSpPr>
          <p:cNvPr id="3" name="PlaceHolder 4"/>
          <p:cNvSpPr>
            <a:spLocks noGrp="1"/>
          </p:cNvSpPr>
          <p:nvPr>
            <p:ph type="sldNum"/>
          </p:nvPr>
        </p:nvSpPr>
        <p:spPr>
          <a:xfrm>
            <a:off x="8127720" y="10345320"/>
            <a:ext cx="2646000" cy="594000"/>
          </a:xfrm>
          <a:prstGeom prst="rect">
            <a:avLst/>
          </a:prstGeom>
        </p:spPr>
        <p:txBody>
          <a:bodyPr lIns="115200" rIns="115200" tIns="57600" bIns="57600" anchor="ctr"/>
          <a:p>
            <a:pPr algn="r">
              <a:lnSpc>
                <a:spcPct val="100000"/>
              </a:lnSpc>
            </a:pPr>
            <a:fld id="{E8E5D71D-5B47-401A-9F59-A6A4E79386A1}" type="slidenum">
              <a:rPr lang="en-US" sz="1500">
                <a:solidFill>
                  <a:srgbClr val="8b8b8b"/>
                </a:solidFill>
                <a:latin typeface="Calibri"/>
              </a:rPr>
              <a:t>&lt;number&gt;</a:t>
            </a:fld>
            <a:endParaRPr/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567000" y="2611800"/>
            <a:ext cx="10206360" cy="6473160"/>
          </a:xfrm>
          <a:prstGeom prst="rect">
            <a:avLst/>
          </a:prstGeom>
        </p:spPr>
        <p:txBody>
          <a:bodyPr lIns="0" rIns="0" tIns="0" bIns="0"/>
          <a:p>
            <a:pPr>
              <a:buSzPct val="45000"/>
              <a:buFont typeface="StarSymbol"/>
              <a:buChar char=""/>
            </a:pPr>
            <a:r>
              <a:rPr lang="fr-FR" sz="4000">
                <a:latin typeface="Calibri"/>
              </a:rPr>
              <a:t>Click to edit the outline text format</a:t>
            </a:r>
            <a:endParaRPr/>
          </a:p>
          <a:p>
            <a:pPr lvl="1">
              <a:buSzPct val="75000"/>
              <a:buFont typeface="StarSymbol"/>
              <a:buChar char=""/>
            </a:pPr>
            <a:r>
              <a:rPr lang="fr-FR" sz="3000">
                <a:latin typeface="Calibri"/>
              </a:rPr>
              <a:t>Second Outline Level</a:t>
            </a:r>
            <a:endParaRPr/>
          </a:p>
          <a:p>
            <a:pPr lvl="2">
              <a:buSzPct val="45000"/>
              <a:buFont typeface="StarSymbol"/>
              <a:buChar char=""/>
            </a:pPr>
            <a:r>
              <a:rPr lang="fr-FR" sz="2500">
                <a:latin typeface="Calibri"/>
              </a:rPr>
              <a:t>Third Outline Level</a:t>
            </a:r>
            <a:endParaRPr/>
          </a:p>
          <a:p>
            <a:pPr lvl="3">
              <a:buSzPct val="75000"/>
              <a:buFont typeface="StarSymbol"/>
              <a:buChar char=""/>
            </a:pPr>
            <a:r>
              <a:rPr lang="fr-FR" sz="2500">
                <a:latin typeface="Calibri"/>
              </a:rPr>
              <a:t>Fourth Outline Level</a:t>
            </a:r>
            <a:endParaRPr/>
          </a:p>
          <a:p>
            <a:pPr lvl="4">
              <a:buSzPct val="45000"/>
              <a:buFont typeface="StarSymbol"/>
              <a:buChar char=""/>
            </a:pPr>
            <a:r>
              <a:rPr lang="fr-FR" sz="2000">
                <a:latin typeface="Calibri"/>
              </a:rPr>
              <a:t>Fifth Outline Level</a:t>
            </a:r>
            <a:endParaRPr/>
          </a:p>
          <a:p>
            <a:pPr lvl="5">
              <a:buSzPct val="45000"/>
              <a:buFont typeface="StarSymbol"/>
              <a:buChar char=""/>
            </a:pPr>
            <a:r>
              <a:rPr lang="fr-FR" sz="2000">
                <a:latin typeface="Calibri"/>
              </a:rPr>
              <a:t>Sixth Outline Level</a:t>
            </a:r>
            <a:endParaRPr/>
          </a:p>
          <a:p>
            <a:pPr lvl="6">
              <a:buSzPct val="45000"/>
              <a:buFont typeface="StarSymbol"/>
              <a:buChar char=""/>
            </a:pPr>
            <a:r>
              <a:rPr lang="fr-FR" sz="2000">
                <a:latin typeface="Calibri"/>
              </a:rPr>
              <a:t>Seventh Outline Level</a:t>
            </a:r>
            <a:endParaRPr/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Picture 3" descr=""/>
          <p:cNvPicPr/>
          <p:nvPr/>
        </p:nvPicPr>
        <p:blipFill>
          <a:blip r:embed="rId1"/>
          <a:stretch>
            <a:fillRect/>
          </a:stretch>
        </p:blipFill>
        <p:spPr>
          <a:xfrm>
            <a:off x="-57600" y="137520"/>
            <a:ext cx="5851080" cy="10979640"/>
          </a:xfrm>
          <a:prstGeom prst="rect">
            <a:avLst/>
          </a:prstGeom>
          <a:ln>
            <a:noFill/>
          </a:ln>
        </p:spPr>
      </p:pic>
      <p:pic>
        <p:nvPicPr>
          <p:cNvPr id="40" name="Picture 2" descr=""/>
          <p:cNvPicPr/>
          <p:nvPr/>
        </p:nvPicPr>
        <p:blipFill>
          <a:blip r:embed="rId2"/>
          <a:stretch>
            <a:fillRect/>
          </a:stretch>
        </p:blipFill>
        <p:spPr>
          <a:xfrm>
            <a:off x="5472000" y="137520"/>
            <a:ext cx="5846400" cy="10980360"/>
          </a:xfrm>
          <a:prstGeom prst="rect">
            <a:avLst/>
          </a:prstGeom>
          <a:ln>
            <a:noFill/>
          </a:ln>
        </p:spPr>
      </p:pic>
      <p:sp>
        <p:nvSpPr>
          <p:cNvPr id="41" name="CustomShape 1"/>
          <p:cNvSpPr/>
          <p:nvPr/>
        </p:nvSpPr>
        <p:spPr>
          <a:xfrm>
            <a:off x="-15840" y="-35640"/>
            <a:ext cx="520920" cy="456120"/>
          </a:xfrm>
          <a:prstGeom prst="rect">
            <a:avLst/>
          </a:prstGeom>
          <a:noFill/>
          <a:ln>
            <a:noFill/>
          </a:ln>
        </p:spPr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lang="en-US" sz="2400">
                <a:solidFill>
                  <a:srgbClr val="000000"/>
                </a:solidFill>
                <a:latin typeface="Times New Roman"/>
              </a:rPr>
              <a:t>(a)</a:t>
            </a:r>
            <a:endParaRPr/>
          </a:p>
        </p:txBody>
      </p:sp>
      <p:sp>
        <p:nvSpPr>
          <p:cNvPr id="42" name="CustomShape 2"/>
          <p:cNvSpPr/>
          <p:nvPr/>
        </p:nvSpPr>
        <p:spPr>
          <a:xfrm>
            <a:off x="5600880" y="-35640"/>
            <a:ext cx="520920" cy="456120"/>
          </a:xfrm>
          <a:prstGeom prst="rect">
            <a:avLst/>
          </a:prstGeom>
          <a:noFill/>
          <a:ln>
            <a:noFill/>
          </a:ln>
        </p:spPr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lang="en-US" sz="2400">
                <a:solidFill>
                  <a:srgbClr val="000000"/>
                </a:solidFill>
                <a:latin typeface="Times New Roman"/>
              </a:rPr>
              <a:t>(c)</a:t>
            </a:r>
            <a:endParaRPr/>
          </a:p>
        </p:txBody>
      </p:sp>
      <p:sp>
        <p:nvSpPr>
          <p:cNvPr id="43" name="CustomShape 3"/>
          <p:cNvSpPr/>
          <p:nvPr/>
        </p:nvSpPr>
        <p:spPr>
          <a:xfrm>
            <a:off x="16920" y="2268360"/>
            <a:ext cx="537840" cy="456120"/>
          </a:xfrm>
          <a:prstGeom prst="rect">
            <a:avLst/>
          </a:prstGeom>
          <a:noFill/>
          <a:ln>
            <a:noFill/>
          </a:ln>
        </p:spPr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lang="en-US" sz="2400">
                <a:solidFill>
                  <a:srgbClr val="000000"/>
                </a:solidFill>
                <a:latin typeface="Times New Roman"/>
              </a:rPr>
              <a:t>(b)</a:t>
            </a:r>
            <a:endParaRPr/>
          </a:p>
        </p:txBody>
      </p:sp>
      <p:sp>
        <p:nvSpPr>
          <p:cNvPr id="44" name="CustomShape 4"/>
          <p:cNvSpPr/>
          <p:nvPr/>
        </p:nvSpPr>
        <p:spPr>
          <a:xfrm>
            <a:off x="5601240" y="2268720"/>
            <a:ext cx="537840" cy="456120"/>
          </a:xfrm>
          <a:prstGeom prst="rect">
            <a:avLst/>
          </a:prstGeom>
          <a:noFill/>
          <a:ln>
            <a:noFill/>
          </a:ln>
        </p:spPr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lang="en-US" sz="2400">
                <a:solidFill>
                  <a:srgbClr val="000000"/>
                </a:solidFill>
                <a:latin typeface="Times New Roman"/>
              </a:rPr>
              <a:t>(d)</a:t>
            </a:r>
            <a:endParaRPr/>
          </a:p>
        </p:txBody>
      </p:sp>
      <p:sp>
        <p:nvSpPr>
          <p:cNvPr id="45" name="CustomShape 5"/>
          <p:cNvSpPr/>
          <p:nvPr/>
        </p:nvSpPr>
        <p:spPr>
          <a:xfrm>
            <a:off x="558360" y="8064000"/>
            <a:ext cx="93600" cy="287640"/>
          </a:xfrm>
          <a:prstGeom prst="rect">
            <a:avLst/>
          </a:prstGeom>
          <a:solidFill>
            <a:srgbClr val="ffffff"/>
          </a:solidFill>
          <a:ln w="25560">
            <a:solidFill>
              <a:srgbClr val="ffffff"/>
            </a:solidFill>
            <a:round/>
          </a:ln>
        </p:spPr>
      </p:sp>
      <p:sp>
        <p:nvSpPr>
          <p:cNvPr id="46" name="CustomShape 6"/>
          <p:cNvSpPr/>
          <p:nvPr/>
        </p:nvSpPr>
        <p:spPr>
          <a:xfrm>
            <a:off x="464400" y="9900000"/>
            <a:ext cx="93600" cy="287640"/>
          </a:xfrm>
          <a:prstGeom prst="rect">
            <a:avLst/>
          </a:prstGeom>
          <a:solidFill>
            <a:srgbClr val="ffffff"/>
          </a:solidFill>
          <a:ln w="25560">
            <a:solidFill>
              <a:srgbClr val="ffffff"/>
            </a:solidFill>
            <a:round/>
          </a:ln>
        </p:spPr>
      </p:sp>
      <p:sp>
        <p:nvSpPr>
          <p:cNvPr id="47" name="CustomShape 7"/>
          <p:cNvSpPr/>
          <p:nvPr/>
        </p:nvSpPr>
        <p:spPr>
          <a:xfrm>
            <a:off x="6084360" y="8064000"/>
            <a:ext cx="93600" cy="287640"/>
          </a:xfrm>
          <a:prstGeom prst="rect">
            <a:avLst/>
          </a:prstGeom>
          <a:solidFill>
            <a:srgbClr val="ffffff"/>
          </a:solidFill>
          <a:ln w="25560">
            <a:solidFill>
              <a:srgbClr val="ffffff"/>
            </a:solidFill>
            <a:round/>
          </a:ln>
        </p:spPr>
      </p:sp>
      <p:sp>
        <p:nvSpPr>
          <p:cNvPr id="48" name="CustomShape 8"/>
          <p:cNvSpPr/>
          <p:nvPr/>
        </p:nvSpPr>
        <p:spPr>
          <a:xfrm>
            <a:off x="5994360" y="9900000"/>
            <a:ext cx="93600" cy="287640"/>
          </a:xfrm>
          <a:prstGeom prst="rect">
            <a:avLst/>
          </a:prstGeom>
          <a:solidFill>
            <a:srgbClr val="ffffff"/>
          </a:solidFill>
          <a:ln w="25560">
            <a:solidFill>
              <a:srgbClr val="ffffff"/>
            </a:solidFill>
            <a:round/>
          </a:ln>
        </p:spPr>
      </p:sp>
    </p:spTree>
  </p:cSld>
  <p:timing>
    <p:tnLst>
      <p:par>
        <p:cTn id="1" dur="indefinite" restart="never" nodeType="tmRoot">
          <p:childTnLst>
            <p:seq>
              <p:cTn id="2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