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341100" cy="11161713"/>
  <p:notesSz cx="6858000" cy="9144000"/>
  <p:defaultTextStyle>
    <a:defPPr>
      <a:defRPr lang="fr-FR"/>
    </a:defPPr>
    <a:lvl1pPr marL="0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5843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51687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7530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03374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9217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55060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30904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06747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-2292" y="-90"/>
      </p:cViewPr>
      <p:guideLst>
        <p:guide orient="horz" pos="3516"/>
        <p:guide pos="35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50584" y="3467366"/>
            <a:ext cx="9639935" cy="239253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01165" y="6324973"/>
            <a:ext cx="7938770" cy="28524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58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516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7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03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92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55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30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06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897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137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95869" y="7172435"/>
            <a:ext cx="9639935" cy="2216840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95869" y="4730814"/>
            <a:ext cx="9639935" cy="2441623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5843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5168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753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3033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921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550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3090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60674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386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57212" y="3418277"/>
            <a:ext cx="4930228" cy="9668317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76458" y="3418277"/>
            <a:ext cx="4930228" cy="9668317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51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7056" y="446985"/>
            <a:ext cx="10206990" cy="1860287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67057" y="2498468"/>
            <a:ext cx="5010955" cy="1041243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5843" indent="0">
              <a:buNone/>
              <a:defRPr sz="2500" b="1"/>
            </a:lvl2pPr>
            <a:lvl3pPr marL="1151687" indent="0">
              <a:buNone/>
              <a:defRPr sz="2300" b="1"/>
            </a:lvl3pPr>
            <a:lvl4pPr marL="1727530" indent="0">
              <a:buNone/>
              <a:defRPr sz="2000" b="1"/>
            </a:lvl4pPr>
            <a:lvl5pPr marL="2303374" indent="0">
              <a:buNone/>
              <a:defRPr sz="2000" b="1"/>
            </a:lvl5pPr>
            <a:lvl6pPr marL="2879217" indent="0">
              <a:buNone/>
              <a:defRPr sz="2000" b="1"/>
            </a:lvl6pPr>
            <a:lvl7pPr marL="3455060" indent="0">
              <a:buNone/>
              <a:defRPr sz="2000" b="1"/>
            </a:lvl7pPr>
            <a:lvl8pPr marL="4030904" indent="0">
              <a:buNone/>
              <a:defRPr sz="2000" b="1"/>
            </a:lvl8pPr>
            <a:lvl9pPr marL="4606747" indent="0">
              <a:buNone/>
              <a:defRPr sz="2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7057" y="3539712"/>
            <a:ext cx="5010955" cy="643090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761122" y="2498468"/>
            <a:ext cx="5012924" cy="1041243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5843" indent="0">
              <a:buNone/>
              <a:defRPr sz="2500" b="1"/>
            </a:lvl2pPr>
            <a:lvl3pPr marL="1151687" indent="0">
              <a:buNone/>
              <a:defRPr sz="2300" b="1"/>
            </a:lvl3pPr>
            <a:lvl4pPr marL="1727530" indent="0">
              <a:buNone/>
              <a:defRPr sz="2000" b="1"/>
            </a:lvl4pPr>
            <a:lvl5pPr marL="2303374" indent="0">
              <a:buNone/>
              <a:defRPr sz="2000" b="1"/>
            </a:lvl5pPr>
            <a:lvl6pPr marL="2879217" indent="0">
              <a:buNone/>
              <a:defRPr sz="2000" b="1"/>
            </a:lvl6pPr>
            <a:lvl7pPr marL="3455060" indent="0">
              <a:buNone/>
              <a:defRPr sz="2000" b="1"/>
            </a:lvl7pPr>
            <a:lvl8pPr marL="4030904" indent="0">
              <a:buNone/>
              <a:defRPr sz="2000" b="1"/>
            </a:lvl8pPr>
            <a:lvl9pPr marL="4606747" indent="0">
              <a:buNone/>
              <a:defRPr sz="2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761122" y="3539712"/>
            <a:ext cx="5012924" cy="643090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706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587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334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7058" y="444402"/>
            <a:ext cx="3731143" cy="189129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34057" y="444404"/>
            <a:ext cx="6339990" cy="9526213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67058" y="2335694"/>
            <a:ext cx="3731143" cy="7634922"/>
          </a:xfrm>
        </p:spPr>
        <p:txBody>
          <a:bodyPr/>
          <a:lstStyle>
            <a:lvl1pPr marL="0" indent="0">
              <a:buNone/>
              <a:defRPr sz="1800"/>
            </a:lvl1pPr>
            <a:lvl2pPr marL="575843" indent="0">
              <a:buNone/>
              <a:defRPr sz="1500"/>
            </a:lvl2pPr>
            <a:lvl3pPr marL="1151687" indent="0">
              <a:buNone/>
              <a:defRPr sz="1300"/>
            </a:lvl3pPr>
            <a:lvl4pPr marL="1727530" indent="0">
              <a:buNone/>
              <a:defRPr sz="1100"/>
            </a:lvl4pPr>
            <a:lvl5pPr marL="2303374" indent="0">
              <a:buNone/>
              <a:defRPr sz="1100"/>
            </a:lvl5pPr>
            <a:lvl6pPr marL="2879217" indent="0">
              <a:buNone/>
              <a:defRPr sz="1100"/>
            </a:lvl6pPr>
            <a:lvl7pPr marL="3455060" indent="0">
              <a:buNone/>
              <a:defRPr sz="1100"/>
            </a:lvl7pPr>
            <a:lvl8pPr marL="4030904" indent="0">
              <a:buNone/>
              <a:defRPr sz="1100"/>
            </a:lvl8pPr>
            <a:lvl9pPr marL="4606747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21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22937" y="7813200"/>
            <a:ext cx="6804660" cy="92239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222937" y="997323"/>
            <a:ext cx="6804660" cy="6697028"/>
          </a:xfrm>
        </p:spPr>
        <p:txBody>
          <a:bodyPr/>
          <a:lstStyle>
            <a:lvl1pPr marL="0" indent="0">
              <a:buNone/>
              <a:defRPr sz="4000"/>
            </a:lvl1pPr>
            <a:lvl2pPr marL="575843" indent="0">
              <a:buNone/>
              <a:defRPr sz="3500"/>
            </a:lvl2pPr>
            <a:lvl3pPr marL="1151687" indent="0">
              <a:buNone/>
              <a:defRPr sz="3000"/>
            </a:lvl3pPr>
            <a:lvl4pPr marL="1727530" indent="0">
              <a:buNone/>
              <a:defRPr sz="2500"/>
            </a:lvl4pPr>
            <a:lvl5pPr marL="2303374" indent="0">
              <a:buNone/>
              <a:defRPr sz="2500"/>
            </a:lvl5pPr>
            <a:lvl6pPr marL="2879217" indent="0">
              <a:buNone/>
              <a:defRPr sz="2500"/>
            </a:lvl6pPr>
            <a:lvl7pPr marL="3455060" indent="0">
              <a:buNone/>
              <a:defRPr sz="2500"/>
            </a:lvl7pPr>
            <a:lvl8pPr marL="4030904" indent="0">
              <a:buNone/>
              <a:defRPr sz="2500"/>
            </a:lvl8pPr>
            <a:lvl9pPr marL="4606747" indent="0">
              <a:buNone/>
              <a:defRPr sz="2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222937" y="8735592"/>
            <a:ext cx="6804660" cy="1309949"/>
          </a:xfrm>
        </p:spPr>
        <p:txBody>
          <a:bodyPr/>
          <a:lstStyle>
            <a:lvl1pPr marL="0" indent="0">
              <a:buNone/>
              <a:defRPr sz="1800"/>
            </a:lvl1pPr>
            <a:lvl2pPr marL="575843" indent="0">
              <a:buNone/>
              <a:defRPr sz="1500"/>
            </a:lvl2pPr>
            <a:lvl3pPr marL="1151687" indent="0">
              <a:buNone/>
              <a:defRPr sz="1300"/>
            </a:lvl3pPr>
            <a:lvl4pPr marL="1727530" indent="0">
              <a:buNone/>
              <a:defRPr sz="1100"/>
            </a:lvl4pPr>
            <a:lvl5pPr marL="2303374" indent="0">
              <a:buNone/>
              <a:defRPr sz="1100"/>
            </a:lvl5pPr>
            <a:lvl6pPr marL="2879217" indent="0">
              <a:buNone/>
              <a:defRPr sz="1100"/>
            </a:lvl6pPr>
            <a:lvl7pPr marL="3455060" indent="0">
              <a:buNone/>
              <a:defRPr sz="1100"/>
            </a:lvl7pPr>
            <a:lvl8pPr marL="4030904" indent="0">
              <a:buNone/>
              <a:defRPr sz="1100"/>
            </a:lvl8pPr>
            <a:lvl9pPr marL="4606747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8170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58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094319" y="586509"/>
            <a:ext cx="2512368" cy="1250008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57211" y="586509"/>
            <a:ext cx="7348088" cy="1250008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33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67056" y="446985"/>
            <a:ext cx="10206990" cy="1860287"/>
          </a:xfrm>
          <a:prstGeom prst="rect">
            <a:avLst/>
          </a:prstGeom>
        </p:spPr>
        <p:txBody>
          <a:bodyPr vert="horz" lIns="115169" tIns="57584" rIns="115169" bIns="57584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67056" y="2604401"/>
            <a:ext cx="10206990" cy="7366214"/>
          </a:xfrm>
          <a:prstGeom prst="rect">
            <a:avLst/>
          </a:prstGeom>
        </p:spPr>
        <p:txBody>
          <a:bodyPr vert="horz" lIns="115169" tIns="57584" rIns="115169" bIns="57584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67056" y="10345259"/>
            <a:ext cx="2646257" cy="594258"/>
          </a:xfrm>
          <a:prstGeom prst="rect">
            <a:avLst/>
          </a:prstGeom>
        </p:spPr>
        <p:txBody>
          <a:bodyPr vert="horz" lIns="115169" tIns="57584" rIns="115169" bIns="57584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CA1CB-FBCD-47D8-96AD-A5C199AF58B5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74877" y="10345259"/>
            <a:ext cx="3591348" cy="594258"/>
          </a:xfrm>
          <a:prstGeom prst="rect">
            <a:avLst/>
          </a:prstGeom>
        </p:spPr>
        <p:txBody>
          <a:bodyPr vert="horz" lIns="115169" tIns="57584" rIns="115169" bIns="57584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127790" y="10345259"/>
            <a:ext cx="2646257" cy="594258"/>
          </a:xfrm>
          <a:prstGeom prst="rect">
            <a:avLst/>
          </a:prstGeom>
        </p:spPr>
        <p:txBody>
          <a:bodyPr vert="horz" lIns="115169" tIns="57584" rIns="115169" bIns="57584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75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51687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883" indent="-431883" algn="l" defTabSz="1151687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35746" indent="-359902" algn="l" defTabSz="1151687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9609" indent="-287922" algn="l" defTabSz="1151687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5452" indent="-287922" algn="l" defTabSz="1151687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91295" indent="-287922" algn="l" defTabSz="1151687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7139" indent="-287922" algn="l" defTabSz="11516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42982" indent="-287922" algn="l" defTabSz="11516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8826" indent="-287922" algn="l" defTabSz="11516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94669" indent="-287922" algn="l" defTabSz="11516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5843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51687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7530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3374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9217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55060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30904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06747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600" y="180256"/>
            <a:ext cx="5846762" cy="10971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000" y="180256"/>
            <a:ext cx="5846762" cy="1098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-18082" y="6623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598542" y="6623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(c)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4243" y="2310879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598542" y="231120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(d)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0562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</Words>
  <Application>Microsoft Office PowerPoint</Application>
  <PresentationFormat>Personnalisé</PresentationFormat>
  <Paragraphs>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2</cp:revision>
  <dcterms:created xsi:type="dcterms:W3CDTF">2017-03-23T12:23:09Z</dcterms:created>
  <dcterms:modified xsi:type="dcterms:W3CDTF">2017-03-24T09:33:04Z</dcterms:modified>
</cp:coreProperties>
</file>