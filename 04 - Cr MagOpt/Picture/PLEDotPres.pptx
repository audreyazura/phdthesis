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80513" cy="8640763"/>
  <p:notesSz cx="6858000" cy="9144000"/>
  <p:defaultTextStyle>
    <a:defPPr>
      <a:defRPr lang="fr-FR"/>
    </a:defPPr>
    <a:lvl1pPr marL="0" algn="l" defTabSz="8125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6268" algn="l" defTabSz="8125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12536" algn="l" defTabSz="8125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18804" algn="l" defTabSz="8125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25072" algn="l" defTabSz="8125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31340" algn="l" defTabSz="8125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37608" algn="l" defTabSz="8125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43875" algn="l" defTabSz="8125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50143" algn="l" defTabSz="8125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500" y="558"/>
      </p:cViewPr>
      <p:guideLst>
        <p:guide orient="horz" pos="2722"/>
        <p:guide pos="2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8541" y="2684238"/>
            <a:ext cx="7803437" cy="185216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7079" y="4896434"/>
            <a:ext cx="6426360" cy="22081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62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2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18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25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1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37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43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50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D053-8B74-4774-9EDF-619207C4621F}" type="datetimeFigureOut">
              <a:rPr lang="fr-FR" smtClean="0"/>
              <a:t>06/04/2017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ABA09-BB2C-4535-81F8-9BB8016F86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2708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D053-8B74-4774-9EDF-619207C4621F}" type="datetimeFigureOut">
              <a:rPr lang="fr-FR" smtClean="0"/>
              <a:t>06/04/2017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ABA09-BB2C-4535-81F8-9BB8016F86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426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5202" y="5552493"/>
            <a:ext cx="7803437" cy="1716152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5202" y="3662324"/>
            <a:ext cx="7803437" cy="189016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6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125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1880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2507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313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3760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438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5014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D053-8B74-4774-9EDF-619207C4621F}" type="datetimeFigureOut">
              <a:rPr lang="fr-FR" smtClean="0"/>
              <a:t>06/04/2017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ABA09-BB2C-4535-81F8-9BB8016F86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736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88897" y="1904172"/>
            <a:ext cx="3420380" cy="5388475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962284" y="1904172"/>
            <a:ext cx="3420380" cy="5388475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D053-8B74-4774-9EDF-619207C4621F}" type="datetimeFigureOut">
              <a:rPr lang="fr-FR" smtClean="0"/>
              <a:t>06/04/2017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ABA09-BB2C-4535-81F8-9BB8016F86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1498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9028" y="346035"/>
            <a:ext cx="8262462" cy="1440127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9030" y="1934172"/>
            <a:ext cx="4056321" cy="80607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6268" indent="0">
              <a:buNone/>
              <a:defRPr sz="1800" b="1"/>
            </a:lvl2pPr>
            <a:lvl3pPr marL="812536" indent="0">
              <a:buNone/>
              <a:defRPr sz="1600" b="1"/>
            </a:lvl3pPr>
            <a:lvl4pPr marL="1218804" indent="0">
              <a:buNone/>
              <a:defRPr sz="1400" b="1"/>
            </a:lvl4pPr>
            <a:lvl5pPr marL="1625072" indent="0">
              <a:buNone/>
              <a:defRPr sz="1400" b="1"/>
            </a:lvl5pPr>
            <a:lvl6pPr marL="2031340" indent="0">
              <a:buNone/>
              <a:defRPr sz="1400" b="1"/>
            </a:lvl6pPr>
            <a:lvl7pPr marL="2437608" indent="0">
              <a:buNone/>
              <a:defRPr sz="1400" b="1"/>
            </a:lvl7pPr>
            <a:lvl8pPr marL="2843875" indent="0">
              <a:buNone/>
              <a:defRPr sz="1400" b="1"/>
            </a:lvl8pPr>
            <a:lvl9pPr marL="3250143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9030" y="2740246"/>
            <a:ext cx="4056321" cy="497844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63578" y="1934172"/>
            <a:ext cx="4057914" cy="80607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6268" indent="0">
              <a:buNone/>
              <a:defRPr sz="1800" b="1"/>
            </a:lvl2pPr>
            <a:lvl3pPr marL="812536" indent="0">
              <a:buNone/>
              <a:defRPr sz="1600" b="1"/>
            </a:lvl3pPr>
            <a:lvl4pPr marL="1218804" indent="0">
              <a:buNone/>
              <a:defRPr sz="1400" b="1"/>
            </a:lvl4pPr>
            <a:lvl5pPr marL="1625072" indent="0">
              <a:buNone/>
              <a:defRPr sz="1400" b="1"/>
            </a:lvl5pPr>
            <a:lvl6pPr marL="2031340" indent="0">
              <a:buNone/>
              <a:defRPr sz="1400" b="1"/>
            </a:lvl6pPr>
            <a:lvl7pPr marL="2437608" indent="0">
              <a:buNone/>
              <a:defRPr sz="1400" b="1"/>
            </a:lvl7pPr>
            <a:lvl8pPr marL="2843875" indent="0">
              <a:buNone/>
              <a:defRPr sz="1400" b="1"/>
            </a:lvl8pPr>
            <a:lvl9pPr marL="3250143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63578" y="2740246"/>
            <a:ext cx="4057914" cy="497844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D053-8B74-4774-9EDF-619207C4621F}" type="datetimeFigureOut">
              <a:rPr lang="fr-FR" smtClean="0"/>
              <a:t>06/04/2017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ABA09-BB2C-4535-81F8-9BB8016F86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84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D053-8B74-4774-9EDF-619207C4621F}" type="datetimeFigureOut">
              <a:rPr lang="fr-FR" smtClean="0"/>
              <a:t>06/04/2017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ABA09-BB2C-4535-81F8-9BB8016F86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6838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D053-8B74-4774-9EDF-619207C4621F}" type="datetimeFigureOut">
              <a:rPr lang="fr-FR" smtClean="0"/>
              <a:t>06/04/2017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ABA09-BB2C-4535-81F8-9BB8016F86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63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9031" y="344032"/>
            <a:ext cx="3020326" cy="146413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89326" y="344032"/>
            <a:ext cx="5132161" cy="7374652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9031" y="1808160"/>
            <a:ext cx="3020326" cy="5910522"/>
          </a:xfrm>
        </p:spPr>
        <p:txBody>
          <a:bodyPr/>
          <a:lstStyle>
            <a:lvl1pPr marL="0" indent="0">
              <a:buNone/>
              <a:defRPr sz="1200"/>
            </a:lvl1pPr>
            <a:lvl2pPr marL="406268" indent="0">
              <a:buNone/>
              <a:defRPr sz="1100"/>
            </a:lvl2pPr>
            <a:lvl3pPr marL="812536" indent="0">
              <a:buNone/>
              <a:defRPr sz="900"/>
            </a:lvl3pPr>
            <a:lvl4pPr marL="1218804" indent="0">
              <a:buNone/>
              <a:defRPr sz="800"/>
            </a:lvl4pPr>
            <a:lvl5pPr marL="1625072" indent="0">
              <a:buNone/>
              <a:defRPr sz="800"/>
            </a:lvl5pPr>
            <a:lvl6pPr marL="2031340" indent="0">
              <a:buNone/>
              <a:defRPr sz="800"/>
            </a:lvl6pPr>
            <a:lvl7pPr marL="2437608" indent="0">
              <a:buNone/>
              <a:defRPr sz="800"/>
            </a:lvl7pPr>
            <a:lvl8pPr marL="2843875" indent="0">
              <a:buNone/>
              <a:defRPr sz="800"/>
            </a:lvl8pPr>
            <a:lvl9pPr marL="3250143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D053-8B74-4774-9EDF-619207C4621F}" type="datetimeFigureOut">
              <a:rPr lang="fr-FR" smtClean="0"/>
              <a:t>06/04/2017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ABA09-BB2C-4535-81F8-9BB8016F86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6858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9446" y="6048534"/>
            <a:ext cx="5508308" cy="71406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9446" y="772072"/>
            <a:ext cx="5508308" cy="5184458"/>
          </a:xfrm>
        </p:spPr>
        <p:txBody>
          <a:bodyPr/>
          <a:lstStyle>
            <a:lvl1pPr marL="0" indent="0">
              <a:buNone/>
              <a:defRPr sz="2800"/>
            </a:lvl1pPr>
            <a:lvl2pPr marL="406268" indent="0">
              <a:buNone/>
              <a:defRPr sz="2500"/>
            </a:lvl2pPr>
            <a:lvl3pPr marL="812536" indent="0">
              <a:buNone/>
              <a:defRPr sz="2100"/>
            </a:lvl3pPr>
            <a:lvl4pPr marL="1218804" indent="0">
              <a:buNone/>
              <a:defRPr sz="1800"/>
            </a:lvl4pPr>
            <a:lvl5pPr marL="1625072" indent="0">
              <a:buNone/>
              <a:defRPr sz="1800"/>
            </a:lvl5pPr>
            <a:lvl6pPr marL="2031340" indent="0">
              <a:buNone/>
              <a:defRPr sz="1800"/>
            </a:lvl6pPr>
            <a:lvl7pPr marL="2437608" indent="0">
              <a:buNone/>
              <a:defRPr sz="1800"/>
            </a:lvl7pPr>
            <a:lvl8pPr marL="2843875" indent="0">
              <a:buNone/>
              <a:defRPr sz="1800"/>
            </a:lvl8pPr>
            <a:lvl9pPr marL="3250143" indent="0">
              <a:buNone/>
              <a:defRPr sz="18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9446" y="6762600"/>
            <a:ext cx="5508308" cy="1014089"/>
          </a:xfrm>
        </p:spPr>
        <p:txBody>
          <a:bodyPr/>
          <a:lstStyle>
            <a:lvl1pPr marL="0" indent="0">
              <a:buNone/>
              <a:defRPr sz="1200"/>
            </a:lvl1pPr>
            <a:lvl2pPr marL="406268" indent="0">
              <a:buNone/>
              <a:defRPr sz="1100"/>
            </a:lvl2pPr>
            <a:lvl3pPr marL="812536" indent="0">
              <a:buNone/>
              <a:defRPr sz="900"/>
            </a:lvl3pPr>
            <a:lvl4pPr marL="1218804" indent="0">
              <a:buNone/>
              <a:defRPr sz="800"/>
            </a:lvl4pPr>
            <a:lvl5pPr marL="1625072" indent="0">
              <a:buNone/>
              <a:defRPr sz="800"/>
            </a:lvl5pPr>
            <a:lvl6pPr marL="2031340" indent="0">
              <a:buNone/>
              <a:defRPr sz="800"/>
            </a:lvl6pPr>
            <a:lvl7pPr marL="2437608" indent="0">
              <a:buNone/>
              <a:defRPr sz="800"/>
            </a:lvl7pPr>
            <a:lvl8pPr marL="2843875" indent="0">
              <a:buNone/>
              <a:defRPr sz="800"/>
            </a:lvl8pPr>
            <a:lvl9pPr marL="3250143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D053-8B74-4774-9EDF-619207C4621F}" type="datetimeFigureOut">
              <a:rPr lang="fr-FR" smtClean="0"/>
              <a:t>06/04/2017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ABA09-BB2C-4535-81F8-9BB8016F86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6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D053-8B74-4774-9EDF-619207C4621F}" type="datetimeFigureOut">
              <a:rPr lang="fr-FR" smtClean="0"/>
              <a:t>06/04/2017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ABA09-BB2C-4535-81F8-9BB8016F86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515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634226" y="326032"/>
            <a:ext cx="1748441" cy="696661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88897" y="326032"/>
            <a:ext cx="5092316" cy="696661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D053-8B74-4774-9EDF-619207C4621F}" type="datetimeFigureOut">
              <a:rPr lang="fr-FR" smtClean="0"/>
              <a:t>06/04/2017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ABA09-BB2C-4535-81F8-9BB8016F86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974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9028" y="346035"/>
            <a:ext cx="8262462" cy="1440127"/>
          </a:xfrm>
          <a:prstGeom prst="rect">
            <a:avLst/>
          </a:prstGeom>
        </p:spPr>
        <p:txBody>
          <a:bodyPr vert="horz" lIns="81254" tIns="40627" rIns="81254" bIns="40627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9028" y="2016178"/>
            <a:ext cx="8262462" cy="5702504"/>
          </a:xfrm>
          <a:prstGeom prst="rect">
            <a:avLst/>
          </a:prstGeom>
        </p:spPr>
        <p:txBody>
          <a:bodyPr vert="horz" lIns="81254" tIns="40627" rIns="81254" bIns="40627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9026" y="8008709"/>
            <a:ext cx="2142120" cy="460040"/>
          </a:xfrm>
          <a:prstGeom prst="rect">
            <a:avLst/>
          </a:prstGeom>
        </p:spPr>
        <p:txBody>
          <a:bodyPr vert="horz" lIns="81254" tIns="40627" rIns="81254" bIns="40627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BD053-8B74-4774-9EDF-619207C4621F}" type="datetimeFigureOut">
              <a:rPr lang="fr-FR" smtClean="0"/>
              <a:t>06/04/2017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36676" y="8008709"/>
            <a:ext cx="2907162" cy="460040"/>
          </a:xfrm>
          <a:prstGeom prst="rect">
            <a:avLst/>
          </a:prstGeom>
        </p:spPr>
        <p:txBody>
          <a:bodyPr vert="horz" lIns="81254" tIns="40627" rIns="81254" bIns="40627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79368" y="8008709"/>
            <a:ext cx="2142120" cy="460040"/>
          </a:xfrm>
          <a:prstGeom prst="rect">
            <a:avLst/>
          </a:prstGeom>
        </p:spPr>
        <p:txBody>
          <a:bodyPr vert="horz" lIns="81254" tIns="40627" rIns="81254" bIns="40627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ABA09-BB2C-4535-81F8-9BB8016F86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533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12536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01" indent="-304701" algn="l" defTabSz="812536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60185" indent="-253917" algn="l" defTabSz="812536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670" indent="-203134" algn="l" defTabSz="812536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21938" indent="-203134" algn="l" defTabSz="812536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6" indent="-203134" algn="l" defTabSz="812536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34474" indent="-203134" algn="l" defTabSz="81253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40741" indent="-203134" algn="l" defTabSz="81253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47009" indent="-203134" algn="l" defTabSz="81253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53277" indent="-203134" algn="l" defTabSz="81253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125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268" algn="l" defTabSz="8125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536" algn="l" defTabSz="8125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804" algn="l" defTabSz="8125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072" algn="l" defTabSz="8125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340" algn="l" defTabSz="8125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7608" algn="l" defTabSz="8125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3875" algn="l" defTabSz="8125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143" algn="l" defTabSz="8125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8977" y="1517526"/>
            <a:ext cx="4678363" cy="542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047" y="-72107"/>
            <a:ext cx="4884737" cy="865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535758" y="1728093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4622581" y="42292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4406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2</cp:revision>
  <dcterms:created xsi:type="dcterms:W3CDTF">2017-04-06T10:30:52Z</dcterms:created>
  <dcterms:modified xsi:type="dcterms:W3CDTF">2017-04-06T10:50:57Z</dcterms:modified>
</cp:coreProperties>
</file>