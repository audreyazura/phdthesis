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</p:sldIdLst>
  <p:sldSz cx="20162838" cy="11522075"/>
  <p:notesSz cx="6858000" cy="9144000"/>
  <p:defaultTextStyle>
    <a:defPPr>
      <a:defRPr lang="fr-F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31" d="100"/>
          <a:sy n="31" d="100"/>
        </p:scale>
        <p:origin x="-1458" y="-90"/>
      </p:cViewPr>
      <p:guideLst>
        <p:guide orient="horz" pos="3629"/>
        <p:guide pos="6352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ctrTitle"/>
          </p:nvPr>
        </p:nvSpPr>
        <p:spPr>
          <a:xfrm>
            <a:off x="1512215" y="3579318"/>
            <a:ext cx="17138413" cy="2469779"/>
          </a:xfrm>
        </p:spPr>
        <p:txBody>
          <a:bodyPr/>
          <a:lstStyle/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Sous-titre 2"/>
          <p:cNvSpPr>
            <a:spLocks noGrp="1"/>
          </p:cNvSpPr>
          <p:nvPr>
            <p:ph type="subTitle" idx="1"/>
          </p:nvPr>
        </p:nvSpPr>
        <p:spPr>
          <a:xfrm>
            <a:off x="3024429" y="6529177"/>
            <a:ext cx="14113987" cy="294453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fr-FR" smtClean="0"/>
              <a:t>Modifiez le style des sous-titres du masque</a:t>
            </a:r>
            <a:endParaRPr lang="fr-FR"/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9771602-0032-4F80-A294-EF2045CE7EE9}" type="datetimeFigureOut">
              <a:rPr lang="fr-FR" smtClean="0"/>
              <a:t>23/03/2017</a:t>
            </a:fld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418700-8E7E-4F05-89CD-0B449A88BB7A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23389304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9771602-0032-4F80-A294-EF2045CE7EE9}" type="datetimeFigureOut">
              <a:rPr lang="fr-FR" smtClean="0"/>
              <a:t>23/03/2017</a:t>
            </a:fld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418700-8E7E-4F05-89CD-0B449A88BB7A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23920741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Titr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1592728" y="7404005"/>
            <a:ext cx="17138413" cy="2288413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1592728" y="4883549"/>
            <a:ext cx="17138413" cy="2520454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fr-FR" smtClean="0"/>
              <a:t>Modifiez les styles du texte du masque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9771602-0032-4F80-A294-EF2045CE7EE9}" type="datetimeFigureOut">
              <a:rPr lang="fr-FR" smtClean="0"/>
              <a:t>23/03/2017</a:t>
            </a:fld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418700-8E7E-4F05-89CD-0B449A88BB7A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68045002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du contenu 2"/>
          <p:cNvSpPr>
            <a:spLocks noGrp="1"/>
          </p:cNvSpPr>
          <p:nvPr>
            <p:ph sz="half" idx="1"/>
          </p:nvPr>
        </p:nvSpPr>
        <p:spPr>
          <a:xfrm>
            <a:off x="1008147" y="5646351"/>
            <a:ext cx="8905252" cy="15968208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4" name="Espace réservé du contenu 3"/>
          <p:cNvSpPr>
            <a:spLocks noGrp="1"/>
          </p:cNvSpPr>
          <p:nvPr>
            <p:ph sz="half" idx="2"/>
          </p:nvPr>
        </p:nvSpPr>
        <p:spPr>
          <a:xfrm>
            <a:off x="10249447" y="5646351"/>
            <a:ext cx="8905252" cy="15968208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9771602-0032-4F80-A294-EF2045CE7EE9}" type="datetimeFigureOut">
              <a:rPr lang="fr-FR" smtClean="0"/>
              <a:t>23/03/2017</a:t>
            </a:fld>
            <a:endParaRPr lang="fr-FR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418700-8E7E-4F05-89CD-0B449A88BB7A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86155238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1008144" y="461418"/>
            <a:ext cx="18146555" cy="1920346"/>
          </a:xfrm>
        </p:spPr>
        <p:txBody>
          <a:bodyPr/>
          <a:lstStyle>
            <a:lvl1pPr>
              <a:defRPr/>
            </a:lvl1pPr>
          </a:lstStyle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1008143" y="2579135"/>
            <a:ext cx="8908755" cy="1074859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 smtClean="0"/>
              <a:t>Modifiez les styles du texte du masque</a:t>
            </a:r>
          </a:p>
        </p:txBody>
      </p:sp>
      <p:sp>
        <p:nvSpPr>
          <p:cNvPr id="4" name="Espace réservé du contenu 3"/>
          <p:cNvSpPr>
            <a:spLocks noGrp="1"/>
          </p:cNvSpPr>
          <p:nvPr>
            <p:ph sz="half" idx="2"/>
          </p:nvPr>
        </p:nvSpPr>
        <p:spPr>
          <a:xfrm>
            <a:off x="1008143" y="3653993"/>
            <a:ext cx="8908755" cy="6638530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5" name="Espace réservé du texte 4"/>
          <p:cNvSpPr>
            <a:spLocks noGrp="1"/>
          </p:cNvSpPr>
          <p:nvPr>
            <p:ph type="body" sz="quarter" idx="3"/>
          </p:nvPr>
        </p:nvSpPr>
        <p:spPr>
          <a:xfrm>
            <a:off x="10242448" y="2579135"/>
            <a:ext cx="8912253" cy="1074859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 smtClean="0"/>
              <a:t>Modifiez les styles du texte du masque</a:t>
            </a:r>
          </a:p>
        </p:txBody>
      </p:sp>
      <p:sp>
        <p:nvSpPr>
          <p:cNvPr id="6" name="Espace réservé du contenu 5"/>
          <p:cNvSpPr>
            <a:spLocks noGrp="1"/>
          </p:cNvSpPr>
          <p:nvPr>
            <p:ph sz="quarter" idx="4"/>
          </p:nvPr>
        </p:nvSpPr>
        <p:spPr>
          <a:xfrm>
            <a:off x="10242448" y="3653993"/>
            <a:ext cx="8912253" cy="6638530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7" name="Espace réservé de la date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9771602-0032-4F80-A294-EF2045CE7EE9}" type="datetimeFigureOut">
              <a:rPr lang="fr-FR" smtClean="0"/>
              <a:t>23/03/2017</a:t>
            </a:fld>
            <a:endParaRPr lang="fr-FR"/>
          </a:p>
        </p:txBody>
      </p:sp>
      <p:sp>
        <p:nvSpPr>
          <p:cNvPr id="8" name="Espace réservé du pied de page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9" name="Espace réservé du numéro de diapositive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418700-8E7E-4F05-89CD-0B449A88BB7A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10041713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9771602-0032-4F80-A294-EF2045CE7EE9}" type="datetimeFigureOut">
              <a:rPr lang="fr-FR" smtClean="0"/>
              <a:t>23/03/2017</a:t>
            </a:fld>
            <a:endParaRPr lang="fr-FR"/>
          </a:p>
        </p:txBody>
      </p:sp>
      <p:sp>
        <p:nvSpPr>
          <p:cNvPr id="4" name="Espace réservé du pied de page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5" name="Espace réservé du numéro de diapositive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418700-8E7E-4F05-89CD-0B449A88BB7A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20688711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a date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9771602-0032-4F80-A294-EF2045CE7EE9}" type="datetimeFigureOut">
              <a:rPr lang="fr-FR" smtClean="0"/>
              <a:t>23/03/2017</a:t>
            </a:fld>
            <a:endParaRPr lang="fr-FR"/>
          </a:p>
        </p:txBody>
      </p:sp>
      <p:sp>
        <p:nvSpPr>
          <p:cNvPr id="3" name="Espace réservé du pied de page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418700-8E7E-4F05-89CD-0B449A88BB7A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34113333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1008146" y="458752"/>
            <a:ext cx="6633435" cy="1952352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7883112" y="458752"/>
            <a:ext cx="11271586" cy="9833772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4" name="Espace réservé du texte 3"/>
          <p:cNvSpPr>
            <a:spLocks noGrp="1"/>
          </p:cNvSpPr>
          <p:nvPr>
            <p:ph type="body" sz="half" idx="2"/>
          </p:nvPr>
        </p:nvSpPr>
        <p:spPr>
          <a:xfrm>
            <a:off x="1008146" y="2411101"/>
            <a:ext cx="6633435" cy="7881420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fr-FR" smtClean="0"/>
              <a:t>Modifiez les styles du texte du masque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9771602-0032-4F80-A294-EF2045CE7EE9}" type="datetimeFigureOut">
              <a:rPr lang="fr-FR" smtClean="0"/>
              <a:t>23/03/2017</a:t>
            </a:fld>
            <a:endParaRPr lang="fr-FR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418700-8E7E-4F05-89CD-0B449A88BB7A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10750302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3952059" y="8065457"/>
            <a:ext cx="12097703" cy="952173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pour une image  2"/>
          <p:cNvSpPr>
            <a:spLocks noGrp="1"/>
          </p:cNvSpPr>
          <p:nvPr>
            <p:ph type="pic" idx="1"/>
          </p:nvPr>
        </p:nvSpPr>
        <p:spPr>
          <a:xfrm>
            <a:off x="3952059" y="1029523"/>
            <a:ext cx="12097703" cy="691324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fr-FR"/>
          </a:p>
        </p:txBody>
      </p:sp>
      <p:sp>
        <p:nvSpPr>
          <p:cNvPr id="4" name="Espace réservé du texte 3"/>
          <p:cNvSpPr>
            <a:spLocks noGrp="1"/>
          </p:cNvSpPr>
          <p:nvPr>
            <p:ph type="body" sz="half" idx="2"/>
          </p:nvPr>
        </p:nvSpPr>
        <p:spPr>
          <a:xfrm>
            <a:off x="3952059" y="9017628"/>
            <a:ext cx="12097703" cy="135224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fr-FR" smtClean="0"/>
              <a:t>Modifiez les styles du texte du masque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9771602-0032-4F80-A294-EF2045CE7EE9}" type="datetimeFigureOut">
              <a:rPr lang="fr-FR" smtClean="0"/>
              <a:t>23/03/2017</a:t>
            </a:fld>
            <a:endParaRPr lang="fr-FR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418700-8E7E-4F05-89CD-0B449A88BB7A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55420389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du texte vertical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9771602-0032-4F80-A294-EF2045CE7EE9}" type="datetimeFigureOut">
              <a:rPr lang="fr-FR" smtClean="0"/>
              <a:t>23/03/2017</a:t>
            </a:fld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418700-8E7E-4F05-89CD-0B449A88BB7A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93362211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vertical 1"/>
          <p:cNvSpPr>
            <a:spLocks noGrp="1"/>
          </p:cNvSpPr>
          <p:nvPr>
            <p:ph type="title" orient="vert"/>
          </p:nvPr>
        </p:nvSpPr>
        <p:spPr>
          <a:xfrm>
            <a:off x="14618062" y="968180"/>
            <a:ext cx="4536639" cy="20646385"/>
          </a:xfrm>
        </p:spPr>
        <p:txBody>
          <a:bodyPr vert="eaVert"/>
          <a:lstStyle/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du texte vertical 2"/>
          <p:cNvSpPr>
            <a:spLocks noGrp="1"/>
          </p:cNvSpPr>
          <p:nvPr>
            <p:ph type="body" orient="vert" idx="1"/>
          </p:nvPr>
        </p:nvSpPr>
        <p:spPr>
          <a:xfrm>
            <a:off x="1008147" y="968180"/>
            <a:ext cx="13273868" cy="20646385"/>
          </a:xfrm>
        </p:spPr>
        <p:txBody>
          <a:bodyPr vert="eaVert"/>
          <a:lstStyle/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9771602-0032-4F80-A294-EF2045CE7EE9}" type="datetimeFigureOut">
              <a:rPr lang="fr-FR" smtClean="0"/>
              <a:t>23/03/2017</a:t>
            </a:fld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418700-8E7E-4F05-89CD-0B449A88BB7A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57368912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titre 1"/>
          <p:cNvSpPr>
            <a:spLocks noGrp="1"/>
          </p:cNvSpPr>
          <p:nvPr>
            <p:ph type="title"/>
          </p:nvPr>
        </p:nvSpPr>
        <p:spPr>
          <a:xfrm>
            <a:off x="1008144" y="461418"/>
            <a:ext cx="18146555" cy="192034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1008144" y="2688489"/>
            <a:ext cx="18146555" cy="760403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2"/>
          </p:nvPr>
        </p:nvSpPr>
        <p:spPr>
          <a:xfrm>
            <a:off x="1008143" y="10679259"/>
            <a:ext cx="4704663" cy="6134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9771602-0032-4F80-A294-EF2045CE7EE9}" type="datetimeFigureOut">
              <a:rPr lang="fr-FR" smtClean="0"/>
              <a:t>23/03/2017</a:t>
            </a:fld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3"/>
          </p:nvPr>
        </p:nvSpPr>
        <p:spPr>
          <a:xfrm>
            <a:off x="6888973" y="10679259"/>
            <a:ext cx="6384900" cy="6134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4"/>
          </p:nvPr>
        </p:nvSpPr>
        <p:spPr>
          <a:xfrm>
            <a:off x="14450035" y="10679259"/>
            <a:ext cx="4704663" cy="6134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F418700-8E7E-4F05-89CD-0B449A88BB7A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54568981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fr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74" name="Groupe 173"/>
          <p:cNvGrpSpPr/>
          <p:nvPr/>
        </p:nvGrpSpPr>
        <p:grpSpPr>
          <a:xfrm>
            <a:off x="180157" y="7438330"/>
            <a:ext cx="4409603" cy="4011339"/>
            <a:chOff x="855739" y="3225565"/>
            <a:chExt cx="4409603" cy="4011339"/>
          </a:xfrm>
        </p:grpSpPr>
        <p:pic>
          <p:nvPicPr>
            <p:cNvPr id="175" name="Picture 7"/>
            <p:cNvPicPr>
              <a:picLocks noChangeAspect="1" noChangeArrowheads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909242" y="3380867"/>
              <a:ext cx="4356100" cy="3856037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</p:pic>
        <p:sp>
          <p:nvSpPr>
            <p:cNvPr id="176" name="ZoneTexte 175"/>
            <p:cNvSpPr txBox="1"/>
            <p:nvPr/>
          </p:nvSpPr>
          <p:spPr>
            <a:xfrm>
              <a:off x="855739" y="3225565"/>
              <a:ext cx="526106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fr-FR" sz="2400" dirty="0" smtClean="0">
                  <a:latin typeface="Times New Roman" pitchFamily="18" charset="0"/>
                  <a:cs typeface="Times New Roman" pitchFamily="18" charset="0"/>
                </a:rPr>
                <a:t>(c)</a:t>
              </a:r>
              <a:endParaRPr lang="fr-FR" sz="2400" dirty="0">
                <a:latin typeface="Times New Roman" pitchFamily="18" charset="0"/>
                <a:cs typeface="Times New Roman" pitchFamily="18" charset="0"/>
              </a:endParaRPr>
            </a:p>
          </p:txBody>
        </p:sp>
      </p:grpSp>
      <p:pic>
        <p:nvPicPr>
          <p:cNvPr id="177" name="Picture 12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24173" y="397"/>
            <a:ext cx="3607069" cy="75600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grpSp>
        <p:nvGrpSpPr>
          <p:cNvPr id="178" name="Groupe 177"/>
          <p:cNvGrpSpPr/>
          <p:nvPr/>
        </p:nvGrpSpPr>
        <p:grpSpPr>
          <a:xfrm>
            <a:off x="15953742" y="875"/>
            <a:ext cx="4210025" cy="7200000"/>
            <a:chOff x="16024348" y="219600"/>
            <a:chExt cx="4210025" cy="7200000"/>
          </a:xfrm>
        </p:grpSpPr>
        <p:pic>
          <p:nvPicPr>
            <p:cNvPr id="179" name="Picture 10"/>
            <p:cNvPicPr>
              <a:picLocks noChangeAspect="1" noChangeArrowheads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6024348" y="219600"/>
              <a:ext cx="4210025" cy="7200000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</p:pic>
        <p:sp>
          <p:nvSpPr>
            <p:cNvPr id="180" name="Rectangle 179"/>
            <p:cNvSpPr/>
            <p:nvPr/>
          </p:nvSpPr>
          <p:spPr>
            <a:xfrm>
              <a:off x="16893504" y="6991064"/>
              <a:ext cx="345033" cy="21592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</p:grpSp>
      <p:grpSp>
        <p:nvGrpSpPr>
          <p:cNvPr id="181" name="Groupe 180"/>
          <p:cNvGrpSpPr/>
          <p:nvPr/>
        </p:nvGrpSpPr>
        <p:grpSpPr>
          <a:xfrm>
            <a:off x="12889394" y="875"/>
            <a:ext cx="3933504" cy="7200000"/>
            <a:chOff x="12960000" y="219600"/>
            <a:chExt cx="3933504" cy="7200000"/>
          </a:xfrm>
        </p:grpSpPr>
        <p:pic>
          <p:nvPicPr>
            <p:cNvPr id="182" name="Picture 9"/>
            <p:cNvPicPr>
              <a:picLocks noChangeAspect="1" noChangeArrowheads="1"/>
            </p:cNvPicPr>
            <p:nvPr/>
          </p:nvPicPr>
          <p:blipFill rotWithShape="1"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r="6664"/>
            <a:stretch/>
          </p:blipFill>
          <p:spPr bwMode="auto">
            <a:xfrm>
              <a:off x="12960000" y="219600"/>
              <a:ext cx="3933504" cy="7200000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</p:pic>
        <p:sp>
          <p:nvSpPr>
            <p:cNvPr id="183" name="Rectangle 182"/>
            <p:cNvSpPr/>
            <p:nvPr/>
          </p:nvSpPr>
          <p:spPr>
            <a:xfrm>
              <a:off x="13840668" y="6984851"/>
              <a:ext cx="345033" cy="21592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</p:grpSp>
      <p:pic>
        <p:nvPicPr>
          <p:cNvPr id="185" name="Picture 11"/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988621" y="75"/>
            <a:ext cx="6164632" cy="114840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sp>
        <p:nvSpPr>
          <p:cNvPr id="187" name="Rectangle 186"/>
          <p:cNvSpPr/>
          <p:nvPr/>
        </p:nvSpPr>
        <p:spPr>
          <a:xfrm>
            <a:off x="7050176" y="10585573"/>
            <a:ext cx="537530" cy="360040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88" name="Rectangle 187"/>
          <p:cNvSpPr/>
          <p:nvPr/>
        </p:nvSpPr>
        <p:spPr>
          <a:xfrm>
            <a:off x="7083871" y="2808387"/>
            <a:ext cx="1473634" cy="5256609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89" name="ZoneTexte 188"/>
          <p:cNvSpPr txBox="1"/>
          <p:nvPr/>
        </p:nvSpPr>
        <p:spPr>
          <a:xfrm>
            <a:off x="4946801" y="232223"/>
            <a:ext cx="52610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400" dirty="0" smtClean="0">
                <a:solidFill>
                  <a:schemeClr val="bg1"/>
                </a:solidFill>
                <a:latin typeface="Times New Roman" pitchFamily="18" charset="0"/>
                <a:cs typeface="Times New Roman" pitchFamily="18" charset="0"/>
              </a:rPr>
              <a:t>(a)</a:t>
            </a:r>
            <a:endParaRPr lang="fr-FR" sz="2400" dirty="0">
              <a:solidFill>
                <a:schemeClr val="bg1"/>
              </a:solidFill>
              <a:latin typeface="Times New Roman" pitchFamily="18" charset="0"/>
              <a:cs typeface="Times New Roman" pitchFamily="18" charset="0"/>
            </a:endParaRPr>
          </a:p>
        </p:txBody>
      </p:sp>
      <p:sp>
        <p:nvSpPr>
          <p:cNvPr id="190" name="ZoneTexte 189"/>
          <p:cNvSpPr txBox="1"/>
          <p:nvPr/>
        </p:nvSpPr>
        <p:spPr>
          <a:xfrm>
            <a:off x="1332285" y="216421"/>
            <a:ext cx="54373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400" dirty="0" smtClean="0">
                <a:solidFill>
                  <a:schemeClr val="bg1"/>
                </a:solidFill>
                <a:latin typeface="Times New Roman" pitchFamily="18" charset="0"/>
                <a:cs typeface="Times New Roman" pitchFamily="18" charset="0"/>
              </a:rPr>
              <a:t>(b)</a:t>
            </a:r>
            <a:endParaRPr lang="fr-FR" sz="2400" dirty="0">
              <a:solidFill>
                <a:schemeClr val="bg1"/>
              </a:solidFill>
              <a:latin typeface="Times New Roman" pitchFamily="18" charset="0"/>
              <a:cs typeface="Times New Roman" pitchFamily="18" charset="0"/>
            </a:endParaRPr>
          </a:p>
        </p:txBody>
      </p:sp>
      <p:cxnSp>
        <p:nvCxnSpPr>
          <p:cNvPr id="191" name="Connecteur droit 190"/>
          <p:cNvCxnSpPr/>
          <p:nvPr/>
        </p:nvCxnSpPr>
        <p:spPr>
          <a:xfrm>
            <a:off x="3492525" y="232223"/>
            <a:ext cx="3557651" cy="10353350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2" name="Connecteur droit 191"/>
          <p:cNvCxnSpPr/>
          <p:nvPr/>
        </p:nvCxnSpPr>
        <p:spPr>
          <a:xfrm flipH="1" flipV="1">
            <a:off x="3492525" y="6982051"/>
            <a:ext cx="3557651" cy="3963562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5" name="ZoneTexte 194"/>
          <p:cNvSpPr txBox="1"/>
          <p:nvPr/>
        </p:nvSpPr>
        <p:spPr>
          <a:xfrm>
            <a:off x="13805013" y="186482"/>
            <a:ext cx="52610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400" dirty="0" smtClean="0">
                <a:solidFill>
                  <a:schemeClr val="bg1"/>
                </a:solidFill>
                <a:latin typeface="Times New Roman" pitchFamily="18" charset="0"/>
                <a:cs typeface="Times New Roman" pitchFamily="18" charset="0"/>
              </a:rPr>
              <a:t>(e)</a:t>
            </a:r>
            <a:endParaRPr lang="fr-FR" sz="2400" dirty="0">
              <a:solidFill>
                <a:schemeClr val="bg1"/>
              </a:solidFill>
              <a:latin typeface="Times New Roman" pitchFamily="18" charset="0"/>
              <a:cs typeface="Times New Roman" pitchFamily="18" charset="0"/>
            </a:endParaRPr>
          </a:p>
        </p:txBody>
      </p:sp>
      <p:pic>
        <p:nvPicPr>
          <p:cNvPr id="196" name="Picture 6"/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867957" y="7201197"/>
            <a:ext cx="10440000" cy="441872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sp>
        <p:nvSpPr>
          <p:cNvPr id="197" name="ZoneTexte 196"/>
          <p:cNvSpPr txBox="1"/>
          <p:nvPr/>
        </p:nvSpPr>
        <p:spPr>
          <a:xfrm>
            <a:off x="16850171" y="186482"/>
            <a:ext cx="49244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400" dirty="0" smtClean="0">
                <a:solidFill>
                  <a:schemeClr val="bg1"/>
                </a:solidFill>
                <a:latin typeface="Times New Roman" pitchFamily="18" charset="0"/>
                <a:cs typeface="Times New Roman" pitchFamily="18" charset="0"/>
              </a:rPr>
              <a:t>(f)</a:t>
            </a:r>
            <a:endParaRPr lang="fr-FR" sz="2400" dirty="0">
              <a:solidFill>
                <a:schemeClr val="bg1"/>
              </a:solidFill>
              <a:latin typeface="Times New Roman" pitchFamily="18" charset="0"/>
              <a:cs typeface="Times New Roman" pitchFamily="18" charset="0"/>
            </a:endParaRPr>
          </a:p>
        </p:txBody>
      </p:sp>
      <p:pic>
        <p:nvPicPr>
          <p:cNvPr id="184" name="Picture 7"/>
          <p:cNvPicPr>
            <a:picLocks noChangeAspect="1" noChangeArrowheads="1"/>
          </p:cNvPicPr>
          <p:nvPr/>
        </p:nvPicPr>
        <p:blipFill rotWithShape="1"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7253"/>
          <a:stretch/>
        </p:blipFill>
        <p:spPr bwMode="auto">
          <a:xfrm>
            <a:off x="9865395" y="875"/>
            <a:ext cx="3904668" cy="72000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sp>
        <p:nvSpPr>
          <p:cNvPr id="186" name="Rectangle 185"/>
          <p:cNvSpPr/>
          <p:nvPr/>
        </p:nvSpPr>
        <p:spPr>
          <a:xfrm>
            <a:off x="10962905" y="5707115"/>
            <a:ext cx="2648134" cy="360040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cxnSp>
        <p:nvCxnSpPr>
          <p:cNvPr id="193" name="Connecteur droit 192"/>
          <p:cNvCxnSpPr/>
          <p:nvPr/>
        </p:nvCxnSpPr>
        <p:spPr>
          <a:xfrm flipV="1">
            <a:off x="8557505" y="232223"/>
            <a:ext cx="2205539" cy="2578252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4" name="ZoneTexte 193"/>
          <p:cNvSpPr txBox="1"/>
          <p:nvPr/>
        </p:nvSpPr>
        <p:spPr>
          <a:xfrm>
            <a:off x="10763044" y="186482"/>
            <a:ext cx="54373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400" dirty="0" smtClean="0">
                <a:solidFill>
                  <a:schemeClr val="bg1"/>
                </a:solidFill>
                <a:latin typeface="Times New Roman" pitchFamily="18" charset="0"/>
                <a:cs typeface="Times New Roman" pitchFamily="18" charset="0"/>
              </a:rPr>
              <a:t>(d)</a:t>
            </a:r>
            <a:endParaRPr lang="fr-FR" sz="2400" dirty="0">
              <a:solidFill>
                <a:schemeClr val="bg1"/>
              </a:solidFill>
              <a:latin typeface="Times New Roman" pitchFamily="18" charset="0"/>
              <a:cs typeface="Times New Roman" pitchFamily="18" charset="0"/>
            </a:endParaRPr>
          </a:p>
        </p:txBody>
      </p:sp>
      <p:cxnSp>
        <p:nvCxnSpPr>
          <p:cNvPr id="198" name="Connecteur droit 197"/>
          <p:cNvCxnSpPr/>
          <p:nvPr/>
        </p:nvCxnSpPr>
        <p:spPr>
          <a:xfrm flipH="1" flipV="1">
            <a:off x="10962905" y="6067156"/>
            <a:ext cx="72008" cy="1371174"/>
          </a:xfrm>
          <a:prstGeom prst="line">
            <a:avLst/>
          </a:prstGeom>
          <a:ln w="19050"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9" name="Connecteur droit 198"/>
          <p:cNvCxnSpPr/>
          <p:nvPr/>
        </p:nvCxnSpPr>
        <p:spPr>
          <a:xfrm flipV="1">
            <a:off x="8557505" y="6624811"/>
            <a:ext cx="2205539" cy="1440186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0" name="Connecteur droit 199"/>
          <p:cNvCxnSpPr/>
          <p:nvPr/>
        </p:nvCxnSpPr>
        <p:spPr>
          <a:xfrm>
            <a:off x="13611039" y="6067155"/>
            <a:ext cx="6191460" cy="1371175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ZoneTexte 28"/>
          <p:cNvSpPr txBox="1"/>
          <p:nvPr/>
        </p:nvSpPr>
        <p:spPr>
          <a:xfrm>
            <a:off x="11060561" y="7417221"/>
            <a:ext cx="54373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400" dirty="0" smtClean="0">
                <a:solidFill>
                  <a:schemeClr val="bg1"/>
                </a:solidFill>
                <a:latin typeface="Times New Roman" pitchFamily="18" charset="0"/>
                <a:cs typeface="Times New Roman" pitchFamily="18" charset="0"/>
              </a:rPr>
              <a:t>(g)</a:t>
            </a:r>
            <a:endParaRPr lang="fr-FR" sz="2400" dirty="0">
              <a:solidFill>
                <a:schemeClr val="bg1"/>
              </a:solidFill>
              <a:latin typeface="Times New Roman" pitchFamily="18" charset="0"/>
              <a:cs typeface="Times New Roman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8498483"/>
      </p:ext>
    </p:extLst>
  </p:cSld>
  <p:clrMapOvr>
    <a:masterClrMapping/>
  </p:clrMapOvr>
</p:sld>
</file>

<file path=ppt/theme/theme1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240</TotalTime>
  <Words>21</Words>
  <Application>Microsoft Office PowerPoint</Application>
  <PresentationFormat>Personnalisé</PresentationFormat>
  <Paragraphs>7</Paragraphs>
  <Slides>1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1</vt:i4>
      </vt:variant>
    </vt:vector>
  </HeadingPairs>
  <TitlesOfParts>
    <vt:vector size="2" baseType="lpstr">
      <vt:lpstr>Thème Office</vt:lpstr>
      <vt:lpstr>Présentation PowerPoint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Présentation PowerPoint</dc:title>
  <dc:creator>user</dc:creator>
  <cp:lastModifiedBy>user</cp:lastModifiedBy>
  <cp:revision>25</cp:revision>
  <dcterms:created xsi:type="dcterms:W3CDTF">2017-03-22T16:17:03Z</dcterms:created>
  <dcterms:modified xsi:type="dcterms:W3CDTF">2017-03-23T11:10:53Z</dcterms:modified>
</cp:coreProperties>
</file>