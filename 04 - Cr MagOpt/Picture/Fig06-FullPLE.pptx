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media/image9.png" ContentType="image/png"/>
  <Override PartName="/ppt/media/image8.png" ContentType="image/png"/>
  <Override PartName="/ppt/media/image6.png" ContentType="image/png"/>
  <Override PartName="/ppt/media/image5.png" ContentType="image/png"/>
  <Override PartName="/ppt/media/image7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3"/>
  </p:sldIdLst>
  <p:sldSz cx="20162837" cy="115220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12360" y="3579480"/>
            <a:ext cx="17138160" cy="24696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008000" y="2696040"/>
            <a:ext cx="18146160" cy="66826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12360" y="3579480"/>
            <a:ext cx="17138160" cy="24696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1008000" y="2696040"/>
            <a:ext cx="1814616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12360" y="3579480"/>
            <a:ext cx="17138160" cy="24696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1008000" y="2696040"/>
            <a:ext cx="885528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10306440" y="2696040"/>
            <a:ext cx="885528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12360" y="3579480"/>
            <a:ext cx="17138160" cy="24696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12360" y="3579480"/>
            <a:ext cx="17138160" cy="11447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12360" y="3579480"/>
            <a:ext cx="17138160" cy="24696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1008000" y="2696040"/>
            <a:ext cx="88552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1008000" y="6186600"/>
            <a:ext cx="88552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10306440" y="2696040"/>
            <a:ext cx="885528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12360" y="3579480"/>
            <a:ext cx="17138160" cy="24696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1008000" y="2696040"/>
            <a:ext cx="885528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10306440" y="2696040"/>
            <a:ext cx="88552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10306440" y="6186600"/>
            <a:ext cx="88552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12360" y="3579480"/>
            <a:ext cx="17138160" cy="24696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1008000" y="2696040"/>
            <a:ext cx="88552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10306440" y="2696040"/>
            <a:ext cx="88552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1008000" y="6186600"/>
            <a:ext cx="1814616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12360" y="3579480"/>
            <a:ext cx="17138160" cy="24696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008000" y="2696040"/>
            <a:ext cx="1814616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008000" y="6186600"/>
            <a:ext cx="1814616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12360" y="3579480"/>
            <a:ext cx="17138160" cy="24696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008000" y="2696040"/>
            <a:ext cx="88552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10306440" y="2696040"/>
            <a:ext cx="88552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10306440" y="6186600"/>
            <a:ext cx="88552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1008000" y="6186600"/>
            <a:ext cx="88552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12360" y="3579480"/>
            <a:ext cx="17138160" cy="24696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008000" y="2696040"/>
            <a:ext cx="1814616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1008000" y="2696040"/>
            <a:ext cx="1814616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37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5893560" y="2696040"/>
            <a:ext cx="8375040" cy="668232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5893560" y="2696040"/>
            <a:ext cx="8375040" cy="668232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12360" y="3579480"/>
            <a:ext cx="17138160" cy="2469240"/>
          </a:xfrm>
          <a:prstGeom prst="rect">
            <a:avLst/>
          </a:prstGeom>
        </p:spPr>
        <p:txBody>
          <a:bodyPr anchor="ctr"/>
          <a:p>
            <a:pPr algn="ctr">
              <a:lnSpc>
                <a:spcPct val="100000"/>
              </a:lnSpc>
            </a:pPr>
            <a:r>
              <a:rPr lang="fr-FR" sz="4400">
                <a:solidFill>
                  <a:srgbClr val="000000"/>
                </a:solidFill>
                <a:latin typeface="Calibri"/>
              </a:rPr>
              <a:t>Click to edit the title text formatModifiez le style du titre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1008000" y="10679400"/>
            <a:ext cx="4704480" cy="6130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8b8b"/>
                </a:solidFill>
                <a:latin typeface="Calibri"/>
              </a:rPr>
              <a:t>3/24/17</a:t>
            </a:r>
            <a:endParaRPr/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6888960" y="10679400"/>
            <a:ext cx="6384600" cy="613080"/>
          </a:xfrm>
          <a:prstGeom prst="rect">
            <a:avLst/>
          </a:prstGeom>
        </p:spPr>
        <p:txBody>
          <a:bodyPr anchor="ctr"/>
          <a:p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14450040" y="10679400"/>
            <a:ext cx="4704480" cy="6130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02DB809B-6B24-4EEE-AFE9-E278791F314F}" type="slidenum">
              <a:rPr lang="en-US" sz="1200">
                <a:solidFill>
                  <a:srgbClr val="8b8b8b"/>
                </a:solidFill>
                <a:latin typeface="Calibri"/>
              </a:rPr>
              <a:t>&lt;number&gt;</a:t>
            </a:fld>
            <a:endParaRPr/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1008000" y="2696040"/>
            <a:ext cx="18146160" cy="668232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fr-FR" sz="3200">
                <a:latin typeface="Calibri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fr-FR" sz="2400">
                <a:latin typeface="Calibri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fr-FR" sz="2000">
                <a:latin typeface="Calibri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7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233640" y="7593480"/>
            <a:ext cx="4355640" cy="3855600"/>
          </a:xfrm>
          <a:prstGeom prst="rect">
            <a:avLst/>
          </a:prstGeom>
          <a:ln>
            <a:noFill/>
          </a:ln>
        </p:spPr>
      </p:pic>
      <p:sp>
        <p:nvSpPr>
          <p:cNvPr id="40" name="CustomShape 1"/>
          <p:cNvSpPr/>
          <p:nvPr/>
        </p:nvSpPr>
        <p:spPr>
          <a:xfrm>
            <a:off x="182160" y="7438320"/>
            <a:ext cx="52092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(c)</a:t>
            </a:r>
            <a:endParaRPr/>
          </a:p>
        </p:txBody>
      </p:sp>
      <p:pic>
        <p:nvPicPr>
          <p:cNvPr id="41" name="Picture 12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324000" y="360"/>
            <a:ext cx="3606840" cy="7559640"/>
          </a:xfrm>
          <a:prstGeom prst="rect">
            <a:avLst/>
          </a:prstGeom>
          <a:ln>
            <a:noFill/>
          </a:ln>
        </p:spPr>
      </p:pic>
      <p:pic>
        <p:nvPicPr>
          <p:cNvPr id="42" name="Picture 10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15953760" y="720"/>
            <a:ext cx="4209840" cy="7199640"/>
          </a:xfrm>
          <a:prstGeom prst="rect">
            <a:avLst/>
          </a:prstGeom>
          <a:ln>
            <a:noFill/>
          </a:ln>
        </p:spPr>
      </p:pic>
      <p:sp>
        <p:nvSpPr>
          <p:cNvPr id="43" name="CustomShape 2"/>
          <p:cNvSpPr/>
          <p:nvPr/>
        </p:nvSpPr>
        <p:spPr>
          <a:xfrm>
            <a:off x="16822800" y="6772320"/>
            <a:ext cx="344520" cy="21564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round/>
          </a:ln>
        </p:spPr>
      </p:sp>
      <p:pic>
        <p:nvPicPr>
          <p:cNvPr id="44" name="Picture 9" descr=""/>
          <p:cNvPicPr/>
          <p:nvPr/>
        </p:nvPicPr>
        <p:blipFill>
          <a:blip r:embed="rId4"/>
          <a:srcRect l="0" t="0" r="6662" b="0"/>
          <a:stretch>
            <a:fillRect/>
          </a:stretch>
        </p:blipFill>
        <p:spPr>
          <a:xfrm>
            <a:off x="12889440" y="720"/>
            <a:ext cx="3933000" cy="7199640"/>
          </a:xfrm>
          <a:prstGeom prst="rect">
            <a:avLst/>
          </a:prstGeom>
          <a:ln>
            <a:noFill/>
          </a:ln>
        </p:spPr>
      </p:pic>
      <p:sp>
        <p:nvSpPr>
          <p:cNvPr id="45" name="CustomShape 3"/>
          <p:cNvSpPr/>
          <p:nvPr/>
        </p:nvSpPr>
        <p:spPr>
          <a:xfrm>
            <a:off x="13770000" y="6766200"/>
            <a:ext cx="344520" cy="21564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round/>
          </a:ln>
        </p:spPr>
      </p:sp>
      <p:pic>
        <p:nvPicPr>
          <p:cNvPr id="46" name="Picture 11" descr=""/>
          <p:cNvPicPr/>
          <p:nvPr/>
        </p:nvPicPr>
        <p:blipFill>
          <a:blip r:embed="rId5"/>
          <a:stretch>
            <a:fillRect/>
          </a:stretch>
        </p:blipFill>
        <p:spPr>
          <a:xfrm>
            <a:off x="3988800" y="0"/>
            <a:ext cx="6164280" cy="11483640"/>
          </a:xfrm>
          <a:prstGeom prst="rect">
            <a:avLst/>
          </a:prstGeom>
          <a:ln>
            <a:noFill/>
          </a:ln>
        </p:spPr>
      </p:pic>
      <p:sp>
        <p:nvSpPr>
          <p:cNvPr id="47" name="CustomShape 4"/>
          <p:cNvSpPr/>
          <p:nvPr/>
        </p:nvSpPr>
        <p:spPr>
          <a:xfrm>
            <a:off x="7050240" y="10585440"/>
            <a:ext cx="537120" cy="359640"/>
          </a:xfrm>
          <a:prstGeom prst="rect">
            <a:avLst/>
          </a:prstGeom>
          <a:noFill/>
          <a:ln w="25560">
            <a:solidFill>
              <a:srgbClr val="3a5f8b"/>
            </a:solidFill>
            <a:round/>
          </a:ln>
        </p:spPr>
      </p:sp>
      <p:sp>
        <p:nvSpPr>
          <p:cNvPr id="48" name="CustomShape 5"/>
          <p:cNvSpPr/>
          <p:nvPr/>
        </p:nvSpPr>
        <p:spPr>
          <a:xfrm>
            <a:off x="7083720" y="2808360"/>
            <a:ext cx="1473120" cy="5256360"/>
          </a:xfrm>
          <a:prstGeom prst="rect">
            <a:avLst/>
          </a:prstGeom>
          <a:noFill/>
          <a:ln w="25560">
            <a:solidFill>
              <a:srgbClr val="3a5f8b"/>
            </a:solidFill>
            <a:round/>
          </a:ln>
        </p:spPr>
      </p:sp>
      <p:sp>
        <p:nvSpPr>
          <p:cNvPr id="49" name="CustomShape 6"/>
          <p:cNvSpPr/>
          <p:nvPr/>
        </p:nvSpPr>
        <p:spPr>
          <a:xfrm>
            <a:off x="4948920" y="232200"/>
            <a:ext cx="52092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(a)</a:t>
            </a:r>
            <a:endParaRPr/>
          </a:p>
        </p:txBody>
      </p:sp>
      <p:sp>
        <p:nvSpPr>
          <p:cNvPr id="50" name="CustomShape 7"/>
          <p:cNvSpPr/>
          <p:nvPr/>
        </p:nvSpPr>
        <p:spPr>
          <a:xfrm>
            <a:off x="1334880" y="216360"/>
            <a:ext cx="53784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(b)</a:t>
            </a:r>
            <a:endParaRPr/>
          </a:p>
        </p:txBody>
      </p:sp>
      <p:sp>
        <p:nvSpPr>
          <p:cNvPr id="51" name="Line 8"/>
          <p:cNvSpPr/>
          <p:nvPr/>
        </p:nvSpPr>
        <p:spPr>
          <a:xfrm>
            <a:off x="3492360" y="232200"/>
            <a:ext cx="3557520" cy="10353240"/>
          </a:xfrm>
          <a:prstGeom prst="line">
            <a:avLst/>
          </a:prstGeom>
          <a:ln w="19080">
            <a:solidFill>
              <a:srgbClr val="4a7ebb"/>
            </a:solidFill>
            <a:round/>
          </a:ln>
        </p:spPr>
      </p:sp>
      <p:sp>
        <p:nvSpPr>
          <p:cNvPr id="52" name="Line 9"/>
          <p:cNvSpPr/>
          <p:nvPr/>
        </p:nvSpPr>
        <p:spPr>
          <a:xfrm flipH="1" flipV="1">
            <a:off x="3492360" y="6981840"/>
            <a:ext cx="3557520" cy="3963600"/>
          </a:xfrm>
          <a:prstGeom prst="line">
            <a:avLst/>
          </a:prstGeom>
          <a:ln w="19080">
            <a:solidFill>
              <a:srgbClr val="4a7ebb"/>
            </a:solidFill>
            <a:round/>
          </a:ln>
        </p:spPr>
      </p:sp>
      <p:sp>
        <p:nvSpPr>
          <p:cNvPr id="53" name="CustomShape 10"/>
          <p:cNvSpPr/>
          <p:nvPr/>
        </p:nvSpPr>
        <p:spPr>
          <a:xfrm>
            <a:off x="13807080" y="186480"/>
            <a:ext cx="52092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(e)</a:t>
            </a:r>
            <a:endParaRPr/>
          </a:p>
        </p:txBody>
      </p:sp>
      <p:pic>
        <p:nvPicPr>
          <p:cNvPr id="54" name="Picture 6" descr=""/>
          <p:cNvPicPr/>
          <p:nvPr/>
        </p:nvPicPr>
        <p:blipFill>
          <a:blip r:embed="rId6"/>
          <a:stretch>
            <a:fillRect/>
          </a:stretch>
        </p:blipFill>
        <p:spPr>
          <a:xfrm>
            <a:off x="9867960" y="7201080"/>
            <a:ext cx="10439640" cy="4418280"/>
          </a:xfrm>
          <a:prstGeom prst="rect">
            <a:avLst/>
          </a:prstGeom>
          <a:ln>
            <a:noFill/>
          </a:ln>
        </p:spPr>
      </p:pic>
      <p:pic>
        <p:nvPicPr>
          <p:cNvPr id="55" name="Picture 7" descr=""/>
          <p:cNvPicPr/>
          <p:nvPr/>
        </p:nvPicPr>
        <p:blipFill>
          <a:blip r:embed="rId7"/>
          <a:srcRect l="0" t="0" r="7252" b="0"/>
          <a:stretch>
            <a:fillRect/>
          </a:stretch>
        </p:blipFill>
        <p:spPr>
          <a:xfrm>
            <a:off x="9865440" y="720"/>
            <a:ext cx="3904200" cy="7199640"/>
          </a:xfrm>
          <a:prstGeom prst="rect">
            <a:avLst/>
          </a:prstGeom>
          <a:ln>
            <a:noFill/>
          </a:ln>
        </p:spPr>
      </p:pic>
      <p:sp>
        <p:nvSpPr>
          <p:cNvPr id="56" name="CustomShape 11"/>
          <p:cNvSpPr/>
          <p:nvPr/>
        </p:nvSpPr>
        <p:spPr>
          <a:xfrm>
            <a:off x="10963080" y="5707080"/>
            <a:ext cx="2647800" cy="359640"/>
          </a:xfrm>
          <a:prstGeom prst="rect">
            <a:avLst/>
          </a:prstGeom>
          <a:noFill/>
          <a:ln w="25560">
            <a:solidFill>
              <a:srgbClr val="3a5f8b"/>
            </a:solidFill>
            <a:round/>
          </a:ln>
        </p:spPr>
      </p:sp>
      <p:sp>
        <p:nvSpPr>
          <p:cNvPr id="57" name="Line 12"/>
          <p:cNvSpPr/>
          <p:nvPr/>
        </p:nvSpPr>
        <p:spPr>
          <a:xfrm flipV="1">
            <a:off x="8557200" y="232200"/>
            <a:ext cx="2205720" cy="2577960"/>
          </a:xfrm>
          <a:prstGeom prst="line">
            <a:avLst/>
          </a:prstGeom>
          <a:ln w="19080">
            <a:solidFill>
              <a:srgbClr val="4a7ebb"/>
            </a:solidFill>
            <a:round/>
          </a:ln>
        </p:spPr>
      </p:sp>
      <p:sp>
        <p:nvSpPr>
          <p:cNvPr id="58" name="CustomShape 13"/>
          <p:cNvSpPr/>
          <p:nvPr/>
        </p:nvSpPr>
        <p:spPr>
          <a:xfrm>
            <a:off x="10765440" y="186480"/>
            <a:ext cx="53784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(d)</a:t>
            </a:r>
            <a:endParaRPr/>
          </a:p>
        </p:txBody>
      </p:sp>
      <p:sp>
        <p:nvSpPr>
          <p:cNvPr id="59" name="Line 14"/>
          <p:cNvSpPr/>
          <p:nvPr/>
        </p:nvSpPr>
        <p:spPr>
          <a:xfrm flipH="1" flipV="1">
            <a:off x="10962720" y="6067080"/>
            <a:ext cx="72000" cy="1371240"/>
          </a:xfrm>
          <a:prstGeom prst="line">
            <a:avLst/>
          </a:prstGeom>
          <a:ln w="19080">
            <a:solidFill>
              <a:srgbClr val="4a7ebb"/>
            </a:solidFill>
            <a:round/>
          </a:ln>
        </p:spPr>
      </p:sp>
      <p:sp>
        <p:nvSpPr>
          <p:cNvPr id="60" name="Line 15"/>
          <p:cNvSpPr/>
          <p:nvPr/>
        </p:nvSpPr>
        <p:spPr>
          <a:xfrm flipV="1">
            <a:off x="8557200" y="6624720"/>
            <a:ext cx="2205720" cy="1440000"/>
          </a:xfrm>
          <a:prstGeom prst="line">
            <a:avLst/>
          </a:prstGeom>
          <a:ln w="19080">
            <a:solidFill>
              <a:srgbClr val="4a7ebb"/>
            </a:solidFill>
            <a:round/>
          </a:ln>
        </p:spPr>
      </p:sp>
      <p:sp>
        <p:nvSpPr>
          <p:cNvPr id="61" name="Line 16"/>
          <p:cNvSpPr/>
          <p:nvPr/>
        </p:nvSpPr>
        <p:spPr>
          <a:xfrm>
            <a:off x="13610880" y="6067080"/>
            <a:ext cx="6191280" cy="1371240"/>
          </a:xfrm>
          <a:prstGeom prst="line">
            <a:avLst/>
          </a:prstGeom>
          <a:ln w="19080">
            <a:solidFill>
              <a:srgbClr val="4a7ebb"/>
            </a:solidFill>
            <a:round/>
          </a:ln>
        </p:spPr>
      </p:sp>
      <p:sp>
        <p:nvSpPr>
          <p:cNvPr id="62" name="CustomShape 17"/>
          <p:cNvSpPr/>
          <p:nvPr/>
        </p:nvSpPr>
        <p:spPr>
          <a:xfrm>
            <a:off x="11063160" y="7417080"/>
            <a:ext cx="53784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(g)</a:t>
            </a:r>
            <a:endParaRPr/>
          </a:p>
        </p:txBody>
      </p:sp>
      <p:sp>
        <p:nvSpPr>
          <p:cNvPr id="63" name="CustomShape 18"/>
          <p:cNvSpPr/>
          <p:nvPr/>
        </p:nvSpPr>
        <p:spPr>
          <a:xfrm>
            <a:off x="16937640" y="182880"/>
            <a:ext cx="52092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(f)</a:t>
            </a:r>
            <a:endParaRPr/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