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4321175" cy="58293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16000" y="1364040"/>
            <a:ext cx="3888360" cy="3380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388836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189720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2208600" y="1364040"/>
            <a:ext cx="189720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24000" y="1810800"/>
            <a:ext cx="3672720" cy="57920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16000" y="313020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2208600" y="1364040"/>
            <a:ext cx="189720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189720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22086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2208600" y="313020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2086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16000" y="3130200"/>
            <a:ext cx="388836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388836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16000" y="3130200"/>
            <a:ext cx="388836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2208600" y="136404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2208600" y="313020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16000" y="3130200"/>
            <a:ext cx="1897200" cy="1612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56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16000" y="1364040"/>
            <a:ext cx="388836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216000" y="1364040"/>
            <a:ext cx="3888360" cy="338040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15640" y="1503000"/>
            <a:ext cx="3888360" cy="310212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15640" y="1503000"/>
            <a:ext cx="3888360" cy="31021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24000" y="1810800"/>
            <a:ext cx="3672720" cy="1249200"/>
          </a:xfrm>
          <a:prstGeom prst="rect">
            <a:avLst/>
          </a:prstGeom>
        </p:spPr>
        <p:txBody>
          <a:bodyPr lIns="57960" rIns="57960" tIns="29160" bIns="29160" anchor="ctr"/>
          <a:p>
            <a:pPr algn="ctr">
              <a:lnSpc>
                <a:spcPct val="100000"/>
              </a:lnSpc>
            </a:pPr>
            <a:r>
              <a:rPr lang="en-US" sz="28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216000" y="5402880"/>
            <a:ext cx="1008000" cy="309960"/>
          </a:xfrm>
          <a:prstGeom prst="rect">
            <a:avLst/>
          </a:prstGeom>
        </p:spPr>
        <p:txBody>
          <a:bodyPr lIns="57960" rIns="57960" tIns="29160" bIns="29160" anchor="ctr"/>
          <a:p>
            <a:pPr>
              <a:lnSpc>
                <a:spcPct val="100000"/>
              </a:lnSpc>
            </a:pPr>
            <a:r>
              <a:rPr lang="en-US" sz="800">
                <a:solidFill>
                  <a:srgbClr val="8b8b8b"/>
                </a:solidFill>
                <a:latin typeface="Calibri"/>
              </a:rPr>
              <a:t>3/29/17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1476360" y="5402880"/>
            <a:ext cx="1368000" cy="309960"/>
          </a:xfrm>
          <a:prstGeom prst="rect">
            <a:avLst/>
          </a:prstGeom>
        </p:spPr>
        <p:txBody>
          <a:bodyPr lIns="57960" rIns="57960" tIns="29160" bIns="2916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3096720" y="5402880"/>
            <a:ext cx="1008000" cy="309960"/>
          </a:xfrm>
          <a:prstGeom prst="rect">
            <a:avLst/>
          </a:prstGeom>
        </p:spPr>
        <p:txBody>
          <a:bodyPr lIns="57960" rIns="57960" tIns="29160" bIns="29160" anchor="ctr"/>
          <a:p>
            <a:pPr algn="r">
              <a:lnSpc>
                <a:spcPct val="100000"/>
              </a:lnSpc>
            </a:pPr>
            <a:fld id="{D2E28F60-20B6-407C-ABAB-8274A552F2DC}" type="slidenum">
              <a:rPr lang="en-US" sz="8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216000" y="1364040"/>
            <a:ext cx="3888360" cy="338040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15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13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13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1823040" y="39960"/>
            <a:ext cx="2569320" cy="1497960"/>
          </a:xfrm>
          <a:prstGeom prst="rect">
            <a:avLst/>
          </a:prstGeom>
          <a:ln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rcRect l="0" t="0" r="10151" b="0"/>
          <a:stretch>
            <a:fillRect/>
          </a:stretch>
        </p:blipFill>
        <p:spPr>
          <a:xfrm>
            <a:off x="-1440" y="33840"/>
            <a:ext cx="2342160" cy="1518120"/>
          </a:xfrm>
          <a:prstGeom prst="rect">
            <a:avLst/>
          </a:prstGeom>
          <a:ln>
            <a:noFill/>
          </a:ln>
        </p:spPr>
      </p:pic>
      <p:pic>
        <p:nvPicPr>
          <p:cNvPr id="41" name="Picture 4" descr=""/>
          <p:cNvPicPr/>
          <p:nvPr/>
        </p:nvPicPr>
        <p:blipFill>
          <a:blip r:embed="rId3"/>
          <a:srcRect l="3981" t="1675" r="7740" b="0"/>
          <a:stretch>
            <a:fillRect/>
          </a:stretch>
        </p:blipFill>
        <p:spPr>
          <a:xfrm>
            <a:off x="2011320" y="1196640"/>
            <a:ext cx="2141640" cy="4657320"/>
          </a:xfrm>
          <a:prstGeom prst="rect">
            <a:avLst/>
          </a:prstGeom>
          <a:ln>
            <a:noFill/>
          </a:ln>
        </p:spPr>
      </p:pic>
      <p:pic>
        <p:nvPicPr>
          <p:cNvPr id="42" name="Picture 7" descr=""/>
          <p:cNvPicPr/>
          <p:nvPr/>
        </p:nvPicPr>
        <p:blipFill>
          <a:blip r:embed="rId4"/>
          <a:srcRect l="0" t="1623" r="7661" b="0"/>
          <a:stretch>
            <a:fillRect/>
          </a:stretch>
        </p:blipFill>
        <p:spPr>
          <a:xfrm>
            <a:off x="106560" y="1191600"/>
            <a:ext cx="2260080" cy="4671360"/>
          </a:xfrm>
          <a:prstGeom prst="rect">
            <a:avLst/>
          </a:prstGeom>
          <a:ln>
            <a:noFill/>
          </a:ln>
        </p:spPr>
      </p:pic>
      <p:sp>
        <p:nvSpPr>
          <p:cNvPr id="43" name="CustomShape 1"/>
          <p:cNvSpPr/>
          <p:nvPr/>
        </p:nvSpPr>
        <p:spPr>
          <a:xfrm>
            <a:off x="2754000" y="2771640"/>
            <a:ext cx="500760" cy="39564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44" name="CustomShape 2"/>
          <p:cNvSpPr/>
          <p:nvPr/>
        </p:nvSpPr>
        <p:spPr>
          <a:xfrm>
            <a:off x="1670760" y="3527640"/>
            <a:ext cx="500760" cy="395640"/>
          </a:xfrm>
          <a:prstGeom prst="ellipse">
            <a:avLst/>
          </a:prstGeom>
          <a:noFill/>
          <a:ln w="19080">
            <a:solidFill>
              <a:srgbClr val="ff0000"/>
            </a:solidFill>
            <a:round/>
          </a:ln>
        </p:spPr>
      </p:sp>
      <p:sp>
        <p:nvSpPr>
          <p:cNvPr id="45" name="CustomShape 3"/>
          <p:cNvSpPr/>
          <p:nvPr/>
        </p:nvSpPr>
        <p:spPr>
          <a:xfrm>
            <a:off x="1672560" y="1187640"/>
            <a:ext cx="5392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400">
                <a:solidFill>
                  <a:srgbClr val="ff0000"/>
                </a:solidFill>
                <a:latin typeface="Times New Roman"/>
              </a:rPr>
              <a:t>QD4</a:t>
            </a:r>
            <a:endParaRPr/>
          </a:p>
        </p:txBody>
      </p:sp>
      <p:sp>
        <p:nvSpPr>
          <p:cNvPr id="46" name="CustomShape 4"/>
          <p:cNvSpPr/>
          <p:nvPr/>
        </p:nvSpPr>
        <p:spPr>
          <a:xfrm>
            <a:off x="3505320" y="1187640"/>
            <a:ext cx="5392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400">
                <a:solidFill>
                  <a:srgbClr val="ff0000"/>
                </a:solidFill>
                <a:latin typeface="Times New Roman"/>
              </a:rPr>
              <a:t>QD4</a:t>
            </a:r>
            <a:endParaRPr/>
          </a:p>
        </p:txBody>
      </p:sp>
      <p:sp>
        <p:nvSpPr>
          <p:cNvPr id="47" name="CustomShape 5"/>
          <p:cNvSpPr/>
          <p:nvPr/>
        </p:nvSpPr>
        <p:spPr>
          <a:xfrm>
            <a:off x="1703880" y="1455840"/>
            <a:ext cx="63072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400">
                <a:solidFill>
                  <a:srgbClr val="ff0000"/>
                </a:solidFill>
                <a:latin typeface="Times New Roman"/>
              </a:rPr>
              <a:t>X</a:t>
            </a:r>
            <a:r>
              <a:rPr b="1" lang="en-US" sz="1400" baseline="30000">
                <a:solidFill>
                  <a:srgbClr val="ff0000"/>
                </a:solidFill>
                <a:latin typeface="Times New Roman"/>
              </a:rPr>
              <a:t>2</a:t>
            </a:r>
            <a:r>
              <a:rPr b="1" lang="en-US" sz="1400">
                <a:solidFill>
                  <a:srgbClr val="ff0000"/>
                </a:solidFill>
                <a:latin typeface="Times New Roman"/>
              </a:rPr>
              <a:t>-Cr</a:t>
            </a:r>
            <a:endParaRPr/>
          </a:p>
        </p:txBody>
      </p:sp>
      <p:sp>
        <p:nvSpPr>
          <p:cNvPr id="48" name="CustomShape 6"/>
          <p:cNvSpPr/>
          <p:nvPr/>
        </p:nvSpPr>
        <p:spPr>
          <a:xfrm>
            <a:off x="3545280" y="1475640"/>
            <a:ext cx="578880" cy="30348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400">
                <a:solidFill>
                  <a:srgbClr val="ff0000"/>
                </a:solidFill>
                <a:latin typeface="Times New Roman"/>
              </a:rPr>
              <a:t>X-Cr</a:t>
            </a:r>
            <a:endParaRPr/>
          </a:p>
        </p:txBody>
      </p:sp>
      <p:sp>
        <p:nvSpPr>
          <p:cNvPr id="49" name="CustomShape 7"/>
          <p:cNvSpPr/>
          <p:nvPr/>
        </p:nvSpPr>
        <p:spPr>
          <a:xfrm>
            <a:off x="691200" y="4930560"/>
            <a:ext cx="382320" cy="257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1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1100">
                <a:solidFill>
                  <a:srgbClr val="ff0000"/>
                </a:solidFill>
                <a:latin typeface="Calibri"/>
              </a:rPr>
              <a:t>+</a:t>
            </a:r>
            <a:endParaRPr/>
          </a:p>
        </p:txBody>
      </p:sp>
      <p:sp>
        <p:nvSpPr>
          <p:cNvPr id="50" name="CustomShape 8"/>
          <p:cNvSpPr/>
          <p:nvPr/>
        </p:nvSpPr>
        <p:spPr>
          <a:xfrm>
            <a:off x="2484000" y="4932000"/>
            <a:ext cx="382320" cy="257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1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1100">
                <a:solidFill>
                  <a:srgbClr val="ff0000"/>
                </a:solidFill>
                <a:latin typeface="Calibri"/>
              </a:rPr>
              <a:t>+</a:t>
            </a:r>
            <a:endParaRPr/>
          </a:p>
        </p:txBody>
      </p:sp>
      <p:sp>
        <p:nvSpPr>
          <p:cNvPr id="51" name="CustomShape 9"/>
          <p:cNvSpPr/>
          <p:nvPr/>
        </p:nvSpPr>
        <p:spPr>
          <a:xfrm>
            <a:off x="1862280" y="1898640"/>
            <a:ext cx="315360" cy="257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1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11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52" name="CustomShape 10"/>
          <p:cNvSpPr/>
          <p:nvPr/>
        </p:nvSpPr>
        <p:spPr>
          <a:xfrm>
            <a:off x="3691800" y="1898280"/>
            <a:ext cx="315360" cy="257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1100">
                <a:solidFill>
                  <a:srgbClr val="ff0000"/>
                </a:solidFill>
                <a:latin typeface="Symbol"/>
              </a:rPr>
              <a:t>s</a:t>
            </a:r>
            <a:r>
              <a:rPr lang="en-US" sz="1100">
                <a:solidFill>
                  <a:srgbClr val="ff0000"/>
                </a:solidFill>
                <a:latin typeface="Calibri"/>
              </a:rPr>
              <a:t>-</a:t>
            </a:r>
            <a:endParaRPr/>
          </a:p>
        </p:txBody>
      </p:sp>
      <p:sp>
        <p:nvSpPr>
          <p:cNvPr id="53" name="CustomShape 11"/>
          <p:cNvSpPr/>
          <p:nvPr/>
        </p:nvSpPr>
        <p:spPr>
          <a:xfrm>
            <a:off x="608760" y="118800"/>
            <a:ext cx="417240" cy="3337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6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54" name="CustomShape 12"/>
          <p:cNvSpPr/>
          <p:nvPr/>
        </p:nvSpPr>
        <p:spPr>
          <a:xfrm>
            <a:off x="2377440" y="118800"/>
            <a:ext cx="428040" cy="3337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1" lang="en-US" sz="16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