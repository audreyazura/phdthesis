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ppt/_rels/presentation.xml.rels" ContentType="application/vnd.openxmlformats-package.relationships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slideLayouts/slideLayout1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.xml.rels" ContentType="application/vnd.openxmlformats-package.relationships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media/image6.png" ContentType="image/png"/>
  <Override PartName="/ppt/media/image5.png" ContentType="image/png"/>
  <Override PartName="/ppt/media/image4.png" ContentType="image/png"/>
  <Override PartName="/ppt/media/image3.png" ContentType="image/png"/>
  <Override PartName="/ppt/media/image2.png" ContentType="image/png"/>
  <Override PartName="/ppt/media/image1.png" ContentType="image/png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2"/>
  </p:sldMasterIdLst>
  <p:sldIdLst>
    <p:sldId id="256" r:id="rId3"/>
  </p:sldIdLst>
  <p:sldSz cx="4324350" cy="594360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24000" y="1843920"/>
            <a:ext cx="3675600" cy="12776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216000" y="1390320"/>
            <a:ext cx="3891960" cy="34470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24000" y="1843920"/>
            <a:ext cx="3675600" cy="12776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16000" y="1390320"/>
            <a:ext cx="3891960" cy="34466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324000" y="1843920"/>
            <a:ext cx="3675600" cy="12776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216000" y="1390320"/>
            <a:ext cx="1899000" cy="34466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2210400" y="1390320"/>
            <a:ext cx="1899000" cy="34466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24000" y="1843920"/>
            <a:ext cx="3675600" cy="12776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324000" y="1845720"/>
            <a:ext cx="3675600" cy="5905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324000" y="1843920"/>
            <a:ext cx="3675600" cy="12776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216000" y="1390320"/>
            <a:ext cx="1899000" cy="16437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216000" y="3190680"/>
            <a:ext cx="1899000" cy="16437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2210400" y="1390320"/>
            <a:ext cx="1899000" cy="34466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324000" y="1843920"/>
            <a:ext cx="3675600" cy="12776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216000" y="1390320"/>
            <a:ext cx="1899000" cy="34466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2210400" y="1390320"/>
            <a:ext cx="1899000" cy="16437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2210400" y="3190680"/>
            <a:ext cx="1899000" cy="16437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324000" y="1843920"/>
            <a:ext cx="3675600" cy="12776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216000" y="1390320"/>
            <a:ext cx="1899000" cy="16437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2210400" y="1390320"/>
            <a:ext cx="1899000" cy="16437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216000" y="3190680"/>
            <a:ext cx="3891960" cy="16437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324000" y="1843920"/>
            <a:ext cx="3675600" cy="12776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216000" y="1390320"/>
            <a:ext cx="3891960" cy="16437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216000" y="3190680"/>
            <a:ext cx="3891960" cy="16437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324000" y="1843920"/>
            <a:ext cx="3675600" cy="12776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216000" y="1390320"/>
            <a:ext cx="1899000" cy="16437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2210400" y="1390320"/>
            <a:ext cx="1899000" cy="16437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2210400" y="3190680"/>
            <a:ext cx="1899000" cy="16437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216000" y="3190680"/>
            <a:ext cx="1899000" cy="16437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324000" y="1843920"/>
            <a:ext cx="3675600" cy="12776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216000" y="1390320"/>
            <a:ext cx="3891960" cy="34466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216000" y="1390320"/>
            <a:ext cx="3891960" cy="34466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pic>
        <p:nvPicPr>
          <p:cNvPr id="34" name="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215640" y="1560960"/>
            <a:ext cx="3891960" cy="3105000"/>
          </a:xfrm>
          <a:prstGeom prst="rect">
            <a:avLst/>
          </a:prstGeom>
          <a:ln>
            <a:noFill/>
          </a:ln>
        </p:spPr>
      </p:pic>
      <p:pic>
        <p:nvPicPr>
          <p:cNvPr id="35" name="" descr=""/>
          <p:cNvPicPr/>
          <p:nvPr/>
        </p:nvPicPr>
        <p:blipFill>
          <a:blip r:embed="rId3"/>
          <a:stretch>
            <a:fillRect/>
          </a:stretch>
        </p:blipFill>
        <p:spPr>
          <a:xfrm>
            <a:off x="215640" y="1560960"/>
            <a:ext cx="3891960" cy="3105000"/>
          </a:xfrm>
          <a:prstGeom prst="rect">
            <a:avLst/>
          </a:prstGeom>
          <a:ln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24000" y="1845720"/>
            <a:ext cx="3675600" cy="1273680"/>
          </a:xfrm>
          <a:prstGeom prst="rect">
            <a:avLst/>
          </a:prstGeom>
        </p:spPr>
        <p:txBody>
          <a:bodyPr lIns="0" rIns="0" tIns="0" bIns="0" anchor="ctr"/>
          <a:p>
            <a:r>
              <a:rPr lang="en-US">
                <a:latin typeface="Arial"/>
              </a:rPr>
              <a:t>Click to edit the title text format</a:t>
            </a:r>
            <a:endParaRPr/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216000" y="1390320"/>
            <a:ext cx="3891960" cy="3446640"/>
          </a:xfrm>
          <a:prstGeom prst="rect">
            <a:avLst/>
          </a:prstGeom>
        </p:spPr>
        <p:txBody>
          <a:bodyPr lIns="0" rIns="0" tIns="0" bIns="0"/>
          <a:p>
            <a:pPr>
              <a:buSzPct val="45000"/>
              <a:buFont typeface="StarSymbol"/>
              <a:buChar char=""/>
            </a:pPr>
            <a:r>
              <a:rPr lang="en-US" sz="3259">
                <a:latin typeface="Arial"/>
              </a:rPr>
              <a:t>Click to edit the outline text format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en-US" sz="2850">
                <a:latin typeface="Arial"/>
              </a:rPr>
              <a:t>Second Outline Level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en-US" sz="2440">
                <a:latin typeface="Arial"/>
              </a:rPr>
              <a:t>Third Outline Level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en-US" sz="2040">
                <a:latin typeface="Arial"/>
              </a:rPr>
              <a:t>Fourth Outline Level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en-US" sz="2040">
                <a:latin typeface="Arial"/>
              </a:rPr>
              <a:t>Fifth Outline Level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en-US" sz="2040">
                <a:latin typeface="Arial"/>
              </a:rPr>
              <a:t>Sixth Outline Level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en-US" sz="2040">
                <a:latin typeface="Arial"/>
              </a:rPr>
              <a:t>Seventh Outline Level</a:t>
            </a:r>
            <a:endParaRPr/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4" descr=""/>
          <p:cNvPicPr/>
          <p:nvPr/>
        </p:nvPicPr>
        <p:blipFill>
          <a:blip r:embed="rId1"/>
          <a:stretch>
            <a:fillRect/>
          </a:stretch>
        </p:blipFill>
        <p:spPr>
          <a:xfrm>
            <a:off x="1823040" y="40680"/>
            <a:ext cx="2568960" cy="1497600"/>
          </a:xfrm>
          <a:prstGeom prst="rect">
            <a:avLst/>
          </a:prstGeom>
          <a:ln>
            <a:noFill/>
          </a:ln>
        </p:spPr>
      </p:pic>
      <p:pic>
        <p:nvPicPr>
          <p:cNvPr id="37" name="Picture 3" descr=""/>
          <p:cNvPicPr/>
          <p:nvPr/>
        </p:nvPicPr>
        <p:blipFill>
          <a:blip r:embed="rId2"/>
          <a:srcRect l="0" t="0" r="10137" b="0"/>
          <a:stretch>
            <a:fillRect/>
          </a:stretch>
        </p:blipFill>
        <p:spPr>
          <a:xfrm>
            <a:off x="-1440" y="34560"/>
            <a:ext cx="2341800" cy="1517760"/>
          </a:xfrm>
          <a:prstGeom prst="rect">
            <a:avLst/>
          </a:prstGeom>
          <a:ln>
            <a:noFill/>
          </a:ln>
        </p:spPr>
      </p:pic>
      <p:pic>
        <p:nvPicPr>
          <p:cNvPr id="38" name="Picture 4" descr=""/>
          <p:cNvPicPr/>
          <p:nvPr/>
        </p:nvPicPr>
        <p:blipFill>
          <a:blip r:embed="rId3"/>
          <a:srcRect l="3966" t="1668" r="7725" b="0"/>
          <a:stretch>
            <a:fillRect/>
          </a:stretch>
        </p:blipFill>
        <p:spPr>
          <a:xfrm>
            <a:off x="2011320" y="1197360"/>
            <a:ext cx="2141280" cy="4656960"/>
          </a:xfrm>
          <a:prstGeom prst="rect">
            <a:avLst/>
          </a:prstGeom>
          <a:ln>
            <a:noFill/>
          </a:ln>
        </p:spPr>
      </p:pic>
      <p:pic>
        <p:nvPicPr>
          <p:cNvPr id="39" name="Picture 7" descr=""/>
          <p:cNvPicPr/>
          <p:nvPr/>
        </p:nvPicPr>
        <p:blipFill>
          <a:blip r:embed="rId4"/>
          <a:srcRect l="0" t="1615" r="7647" b="0"/>
          <a:stretch>
            <a:fillRect/>
          </a:stretch>
        </p:blipFill>
        <p:spPr>
          <a:xfrm>
            <a:off x="106560" y="1192320"/>
            <a:ext cx="2259720" cy="4671000"/>
          </a:xfrm>
          <a:prstGeom prst="rect">
            <a:avLst/>
          </a:prstGeom>
          <a:ln>
            <a:noFill/>
          </a:ln>
        </p:spPr>
      </p:pic>
      <p:sp>
        <p:nvSpPr>
          <p:cNvPr id="40" name="CustomShape 1"/>
          <p:cNvSpPr/>
          <p:nvPr/>
        </p:nvSpPr>
        <p:spPr>
          <a:xfrm>
            <a:off x="2754000" y="2772360"/>
            <a:ext cx="500400" cy="395280"/>
          </a:xfrm>
          <a:prstGeom prst="ellipse">
            <a:avLst/>
          </a:prstGeom>
          <a:noFill/>
          <a:ln w="19080">
            <a:solidFill>
              <a:srgbClr val="ff0000"/>
            </a:solidFill>
            <a:round/>
          </a:ln>
        </p:spPr>
      </p:sp>
      <p:sp>
        <p:nvSpPr>
          <p:cNvPr id="41" name="CustomShape 2"/>
          <p:cNvSpPr/>
          <p:nvPr/>
        </p:nvSpPr>
        <p:spPr>
          <a:xfrm>
            <a:off x="1670760" y="3528360"/>
            <a:ext cx="500400" cy="395280"/>
          </a:xfrm>
          <a:prstGeom prst="ellipse">
            <a:avLst/>
          </a:prstGeom>
          <a:noFill/>
          <a:ln w="19080">
            <a:solidFill>
              <a:srgbClr val="ff0000"/>
            </a:solidFill>
            <a:round/>
          </a:ln>
        </p:spPr>
      </p:sp>
      <p:sp>
        <p:nvSpPr>
          <p:cNvPr id="42" name="CustomShape 3"/>
          <p:cNvSpPr/>
          <p:nvPr/>
        </p:nvSpPr>
        <p:spPr>
          <a:xfrm>
            <a:off x="1672560" y="1188360"/>
            <a:ext cx="538920" cy="303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1400">
                <a:solidFill>
                  <a:srgbClr val="ff0000"/>
                </a:solidFill>
                <a:latin typeface="Times New Roman"/>
              </a:rPr>
              <a:t>QD3</a:t>
            </a:r>
            <a:endParaRPr/>
          </a:p>
        </p:txBody>
      </p:sp>
      <p:sp>
        <p:nvSpPr>
          <p:cNvPr id="43" name="CustomShape 4"/>
          <p:cNvSpPr/>
          <p:nvPr/>
        </p:nvSpPr>
        <p:spPr>
          <a:xfrm>
            <a:off x="3505320" y="1188360"/>
            <a:ext cx="538920" cy="303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1400">
                <a:solidFill>
                  <a:srgbClr val="ff0000"/>
                </a:solidFill>
                <a:latin typeface="Times New Roman"/>
              </a:rPr>
              <a:t>QD3</a:t>
            </a:r>
            <a:endParaRPr/>
          </a:p>
        </p:txBody>
      </p:sp>
      <p:sp>
        <p:nvSpPr>
          <p:cNvPr id="44" name="CustomShape 5"/>
          <p:cNvSpPr/>
          <p:nvPr/>
        </p:nvSpPr>
        <p:spPr>
          <a:xfrm>
            <a:off x="1703880" y="1456560"/>
            <a:ext cx="630360" cy="303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1400">
                <a:solidFill>
                  <a:srgbClr val="ff0000"/>
                </a:solidFill>
                <a:latin typeface="Times New Roman"/>
              </a:rPr>
              <a:t>X</a:t>
            </a:r>
            <a:r>
              <a:rPr b="1" lang="en-US" sz="1400" baseline="30000">
                <a:solidFill>
                  <a:srgbClr val="ff0000"/>
                </a:solidFill>
                <a:latin typeface="Times New Roman"/>
              </a:rPr>
              <a:t>2</a:t>
            </a:r>
            <a:r>
              <a:rPr b="1" lang="en-US" sz="1400">
                <a:solidFill>
                  <a:srgbClr val="ff0000"/>
                </a:solidFill>
                <a:latin typeface="Times New Roman"/>
              </a:rPr>
              <a:t>-Cr</a:t>
            </a:r>
            <a:endParaRPr/>
          </a:p>
        </p:txBody>
      </p:sp>
      <p:sp>
        <p:nvSpPr>
          <p:cNvPr id="45" name="CustomShape 6"/>
          <p:cNvSpPr/>
          <p:nvPr/>
        </p:nvSpPr>
        <p:spPr>
          <a:xfrm>
            <a:off x="3545280" y="1476360"/>
            <a:ext cx="578520" cy="303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1400">
                <a:solidFill>
                  <a:srgbClr val="ff0000"/>
                </a:solidFill>
                <a:latin typeface="Times New Roman"/>
              </a:rPr>
              <a:t>X-Cr</a:t>
            </a:r>
            <a:endParaRPr/>
          </a:p>
        </p:txBody>
      </p:sp>
      <p:sp>
        <p:nvSpPr>
          <p:cNvPr id="46" name="CustomShape 7"/>
          <p:cNvSpPr/>
          <p:nvPr/>
        </p:nvSpPr>
        <p:spPr>
          <a:xfrm>
            <a:off x="691200" y="4931280"/>
            <a:ext cx="381960" cy="25740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1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1100">
                <a:solidFill>
                  <a:srgbClr val="ff0000"/>
                </a:solidFill>
                <a:latin typeface="Calibri"/>
              </a:rPr>
              <a:t>+</a:t>
            </a:r>
            <a:endParaRPr/>
          </a:p>
        </p:txBody>
      </p:sp>
      <p:sp>
        <p:nvSpPr>
          <p:cNvPr id="47" name="CustomShape 8"/>
          <p:cNvSpPr/>
          <p:nvPr/>
        </p:nvSpPr>
        <p:spPr>
          <a:xfrm>
            <a:off x="2484000" y="4932720"/>
            <a:ext cx="381960" cy="25740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1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1100">
                <a:solidFill>
                  <a:srgbClr val="ff0000"/>
                </a:solidFill>
                <a:latin typeface="Calibri"/>
              </a:rPr>
              <a:t>+</a:t>
            </a:r>
            <a:endParaRPr/>
          </a:p>
        </p:txBody>
      </p:sp>
      <p:sp>
        <p:nvSpPr>
          <p:cNvPr id="48" name="CustomShape 9"/>
          <p:cNvSpPr/>
          <p:nvPr/>
        </p:nvSpPr>
        <p:spPr>
          <a:xfrm>
            <a:off x="1862280" y="1899360"/>
            <a:ext cx="315000" cy="25740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1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1100">
                <a:solidFill>
                  <a:srgbClr val="ff0000"/>
                </a:solidFill>
                <a:latin typeface="Calibri"/>
              </a:rPr>
              <a:t>-</a:t>
            </a:r>
            <a:endParaRPr/>
          </a:p>
        </p:txBody>
      </p:sp>
      <p:sp>
        <p:nvSpPr>
          <p:cNvPr id="49" name="CustomShape 10"/>
          <p:cNvSpPr/>
          <p:nvPr/>
        </p:nvSpPr>
        <p:spPr>
          <a:xfrm>
            <a:off x="3691800" y="1899000"/>
            <a:ext cx="315000" cy="25740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1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1100">
                <a:solidFill>
                  <a:srgbClr val="ff0000"/>
                </a:solidFill>
                <a:latin typeface="Calibri"/>
              </a:rPr>
              <a:t>-</a:t>
            </a:r>
            <a:endParaRPr/>
          </a:p>
        </p:txBody>
      </p:sp>
      <p:sp>
        <p:nvSpPr>
          <p:cNvPr id="50" name="CustomShape 11"/>
          <p:cNvSpPr/>
          <p:nvPr/>
        </p:nvSpPr>
        <p:spPr>
          <a:xfrm>
            <a:off x="608760" y="119520"/>
            <a:ext cx="416880" cy="33336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1600">
                <a:solidFill>
                  <a:srgbClr val="ffffff"/>
                </a:solidFill>
                <a:latin typeface="Times New Roman"/>
              </a:rPr>
              <a:t>(a)</a:t>
            </a:r>
            <a:endParaRPr/>
          </a:p>
        </p:txBody>
      </p:sp>
      <p:sp>
        <p:nvSpPr>
          <p:cNvPr id="51" name="CustomShape 12"/>
          <p:cNvSpPr/>
          <p:nvPr/>
        </p:nvSpPr>
        <p:spPr>
          <a:xfrm>
            <a:off x="2377440" y="119520"/>
            <a:ext cx="427680" cy="33336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1600">
                <a:solidFill>
                  <a:srgbClr val="ffffff"/>
                </a:solidFill>
                <a:latin typeface="Times New Roman"/>
              </a:rPr>
              <a:t>(b)</a:t>
            </a:r>
            <a:endParaRPr/>
          </a:p>
        </p:txBody>
      </p:sp>
    </p:spTree>
  </p:cSld>
  <p:timing>
    <p:tnLst>
      <p:par>
        <p:cTn id="1" dur="indefinite" restart="never" nodeType="tmRoot">
          <p:childTnLst>
            <p:seq>
              <p:cTn id="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