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901238" cy="7200900"/>
  <p:notesSz cx="6858000" cy="9144000"/>
  <p:defaultTextStyle>
    <a:defPPr>
      <a:defRPr lang="fr-FR"/>
    </a:defPPr>
    <a:lvl1pPr marL="0" algn="l" defTabSz="113157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1pPr>
    <a:lvl2pPr marL="565785" algn="l" defTabSz="113157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2pPr>
    <a:lvl3pPr marL="1131570" algn="l" defTabSz="113157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3pPr>
    <a:lvl4pPr marL="1697355" algn="l" defTabSz="113157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4pPr>
    <a:lvl5pPr marL="2263140" algn="l" defTabSz="113157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5pPr>
    <a:lvl6pPr marL="2828925" algn="l" defTabSz="113157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6pPr>
    <a:lvl7pPr marL="3394710" algn="l" defTabSz="113157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7pPr>
    <a:lvl8pPr marL="3960495" algn="l" defTabSz="113157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8pPr>
    <a:lvl9pPr marL="4526280" algn="l" defTabSz="113157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0" d="100"/>
          <a:sy n="50" d="100"/>
        </p:scale>
        <p:origin x="-1884" y="-90"/>
      </p:cViewPr>
      <p:guideLst>
        <p:guide orient="horz" pos="2269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42594" y="2236951"/>
            <a:ext cx="8416052" cy="154352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485186" y="4080512"/>
            <a:ext cx="6930868" cy="184022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657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31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973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63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289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3947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604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26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7935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8868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82131" y="4627249"/>
            <a:ext cx="8416052" cy="1430178"/>
          </a:xfrm>
        </p:spPr>
        <p:txBody>
          <a:bodyPr anchor="t"/>
          <a:lstStyle>
            <a:lvl1pPr algn="l">
              <a:defRPr sz="5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82131" y="3052050"/>
            <a:ext cx="8416052" cy="1575198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65785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13157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697355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4pPr>
            <a:lvl5pPr marL="226314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5pPr>
            <a:lvl6pPr marL="2828925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6pPr>
            <a:lvl7pPr marL="339471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7pPr>
            <a:lvl8pPr marL="3960495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8pPr>
            <a:lvl9pPr marL="452628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5520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71303" y="2426976"/>
            <a:ext cx="3259158" cy="6864190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795483" y="2426976"/>
            <a:ext cx="3259158" cy="6864190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5971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95065" y="288371"/>
            <a:ext cx="8911114" cy="120015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95064" y="1611871"/>
            <a:ext cx="4374767" cy="671750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65785" indent="0">
              <a:buNone/>
              <a:defRPr sz="2500" b="1"/>
            </a:lvl2pPr>
            <a:lvl3pPr marL="1131570" indent="0">
              <a:buNone/>
              <a:defRPr sz="2200" b="1"/>
            </a:lvl3pPr>
            <a:lvl4pPr marL="1697355" indent="0">
              <a:buNone/>
              <a:defRPr sz="2000" b="1"/>
            </a:lvl4pPr>
            <a:lvl5pPr marL="2263140" indent="0">
              <a:buNone/>
              <a:defRPr sz="2000" b="1"/>
            </a:lvl5pPr>
            <a:lvl6pPr marL="2828925" indent="0">
              <a:buNone/>
              <a:defRPr sz="2000" b="1"/>
            </a:lvl6pPr>
            <a:lvl7pPr marL="3394710" indent="0">
              <a:buNone/>
              <a:defRPr sz="2000" b="1"/>
            </a:lvl7pPr>
            <a:lvl8pPr marL="3960495" indent="0">
              <a:buNone/>
              <a:defRPr sz="2000" b="1"/>
            </a:lvl8pPr>
            <a:lvl9pPr marL="4526280" indent="0">
              <a:buNone/>
              <a:defRPr sz="2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95064" y="2283622"/>
            <a:ext cx="4374767" cy="4148852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029695" y="1611871"/>
            <a:ext cx="4376485" cy="671750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65785" indent="0">
              <a:buNone/>
              <a:defRPr sz="2500" b="1"/>
            </a:lvl2pPr>
            <a:lvl3pPr marL="1131570" indent="0">
              <a:buNone/>
              <a:defRPr sz="2200" b="1"/>
            </a:lvl3pPr>
            <a:lvl4pPr marL="1697355" indent="0">
              <a:buNone/>
              <a:defRPr sz="2000" b="1"/>
            </a:lvl4pPr>
            <a:lvl5pPr marL="2263140" indent="0">
              <a:buNone/>
              <a:defRPr sz="2000" b="1"/>
            </a:lvl5pPr>
            <a:lvl6pPr marL="2828925" indent="0">
              <a:buNone/>
              <a:defRPr sz="2000" b="1"/>
            </a:lvl6pPr>
            <a:lvl7pPr marL="3394710" indent="0">
              <a:buNone/>
              <a:defRPr sz="2000" b="1"/>
            </a:lvl7pPr>
            <a:lvl8pPr marL="3960495" indent="0">
              <a:buNone/>
              <a:defRPr sz="2000" b="1"/>
            </a:lvl8pPr>
            <a:lvl9pPr marL="4526280" indent="0">
              <a:buNone/>
              <a:defRPr sz="2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029695" y="2283622"/>
            <a:ext cx="4376485" cy="4148852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1256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65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74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95064" y="286705"/>
            <a:ext cx="3257439" cy="1220152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71110" y="286707"/>
            <a:ext cx="5535069" cy="6145769"/>
          </a:xfrm>
        </p:spPr>
        <p:txBody>
          <a:bodyPr/>
          <a:lstStyle>
            <a:lvl1pPr>
              <a:defRPr sz="40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95064" y="1506856"/>
            <a:ext cx="3257439" cy="4925616"/>
          </a:xfrm>
        </p:spPr>
        <p:txBody>
          <a:bodyPr/>
          <a:lstStyle>
            <a:lvl1pPr marL="0" indent="0">
              <a:buNone/>
              <a:defRPr sz="1700"/>
            </a:lvl1pPr>
            <a:lvl2pPr marL="565785" indent="0">
              <a:buNone/>
              <a:defRPr sz="1500"/>
            </a:lvl2pPr>
            <a:lvl3pPr marL="1131570" indent="0">
              <a:buNone/>
              <a:defRPr sz="1200"/>
            </a:lvl3pPr>
            <a:lvl4pPr marL="1697355" indent="0">
              <a:buNone/>
              <a:defRPr sz="1100"/>
            </a:lvl4pPr>
            <a:lvl5pPr marL="2263140" indent="0">
              <a:buNone/>
              <a:defRPr sz="1100"/>
            </a:lvl5pPr>
            <a:lvl6pPr marL="2828925" indent="0">
              <a:buNone/>
              <a:defRPr sz="1100"/>
            </a:lvl6pPr>
            <a:lvl7pPr marL="3394710" indent="0">
              <a:buNone/>
              <a:defRPr sz="1100"/>
            </a:lvl7pPr>
            <a:lvl8pPr marL="3960495" indent="0">
              <a:buNone/>
              <a:defRPr sz="1100"/>
            </a:lvl8pPr>
            <a:lvl9pPr marL="4526280" indent="0">
              <a:buNone/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6672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40713" y="5040635"/>
            <a:ext cx="5940743" cy="595074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940713" y="643414"/>
            <a:ext cx="5940743" cy="4320540"/>
          </a:xfrm>
        </p:spPr>
        <p:txBody>
          <a:bodyPr/>
          <a:lstStyle>
            <a:lvl1pPr marL="0" indent="0">
              <a:buNone/>
              <a:defRPr sz="4000"/>
            </a:lvl1pPr>
            <a:lvl2pPr marL="565785" indent="0">
              <a:buNone/>
              <a:defRPr sz="3500"/>
            </a:lvl2pPr>
            <a:lvl3pPr marL="1131570" indent="0">
              <a:buNone/>
              <a:defRPr sz="3000"/>
            </a:lvl3pPr>
            <a:lvl4pPr marL="1697355" indent="0">
              <a:buNone/>
              <a:defRPr sz="2500"/>
            </a:lvl4pPr>
            <a:lvl5pPr marL="2263140" indent="0">
              <a:buNone/>
              <a:defRPr sz="2500"/>
            </a:lvl5pPr>
            <a:lvl6pPr marL="2828925" indent="0">
              <a:buNone/>
              <a:defRPr sz="2500"/>
            </a:lvl6pPr>
            <a:lvl7pPr marL="3394710" indent="0">
              <a:buNone/>
              <a:defRPr sz="2500"/>
            </a:lvl7pPr>
            <a:lvl8pPr marL="3960495" indent="0">
              <a:buNone/>
              <a:defRPr sz="2500"/>
            </a:lvl8pPr>
            <a:lvl9pPr marL="4526280" indent="0">
              <a:buNone/>
              <a:defRPr sz="2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40713" y="5635708"/>
            <a:ext cx="5940743" cy="845104"/>
          </a:xfrm>
        </p:spPr>
        <p:txBody>
          <a:bodyPr/>
          <a:lstStyle>
            <a:lvl1pPr marL="0" indent="0">
              <a:buNone/>
              <a:defRPr sz="1700"/>
            </a:lvl1pPr>
            <a:lvl2pPr marL="565785" indent="0">
              <a:buNone/>
              <a:defRPr sz="1500"/>
            </a:lvl2pPr>
            <a:lvl3pPr marL="1131570" indent="0">
              <a:buNone/>
              <a:defRPr sz="1200"/>
            </a:lvl3pPr>
            <a:lvl4pPr marL="1697355" indent="0">
              <a:buNone/>
              <a:defRPr sz="1100"/>
            </a:lvl4pPr>
            <a:lvl5pPr marL="2263140" indent="0">
              <a:buNone/>
              <a:defRPr sz="1100"/>
            </a:lvl5pPr>
            <a:lvl6pPr marL="2828925" indent="0">
              <a:buNone/>
              <a:defRPr sz="1100"/>
            </a:lvl6pPr>
            <a:lvl7pPr marL="3394710" indent="0">
              <a:buNone/>
              <a:defRPr sz="1100"/>
            </a:lvl7pPr>
            <a:lvl8pPr marL="3960495" indent="0">
              <a:buNone/>
              <a:defRPr sz="1100"/>
            </a:lvl8pPr>
            <a:lvl9pPr marL="4526280" indent="0">
              <a:buNone/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4361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785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5383798" y="416723"/>
            <a:ext cx="1670834" cy="8874443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71305" y="416723"/>
            <a:ext cx="4847482" cy="8874443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9858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95065" y="288371"/>
            <a:ext cx="8911114" cy="1200151"/>
          </a:xfrm>
          <a:prstGeom prst="rect">
            <a:avLst/>
          </a:prstGeom>
        </p:spPr>
        <p:txBody>
          <a:bodyPr vert="horz" lIns="113157" tIns="56579" rIns="113157" bIns="56579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95065" y="1680212"/>
            <a:ext cx="8911114" cy="4752261"/>
          </a:xfrm>
          <a:prstGeom prst="rect">
            <a:avLst/>
          </a:prstGeom>
        </p:spPr>
        <p:txBody>
          <a:bodyPr vert="horz" lIns="113157" tIns="56579" rIns="113157" bIns="56579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95068" y="6674172"/>
            <a:ext cx="2310288" cy="383382"/>
          </a:xfrm>
          <a:prstGeom prst="rect">
            <a:avLst/>
          </a:prstGeom>
        </p:spPr>
        <p:txBody>
          <a:bodyPr vert="horz" lIns="113157" tIns="56579" rIns="113157" bIns="56579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0EB551-423D-4362-9538-EAD90C18ABEF}" type="datetimeFigureOut">
              <a:rPr lang="fr-FR" smtClean="0"/>
              <a:t>24/03/2017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382924" y="6674172"/>
            <a:ext cx="3135392" cy="383382"/>
          </a:xfrm>
          <a:prstGeom prst="rect">
            <a:avLst/>
          </a:prstGeom>
        </p:spPr>
        <p:txBody>
          <a:bodyPr vert="horz" lIns="113157" tIns="56579" rIns="113157" bIns="56579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095889" y="6674172"/>
            <a:ext cx="2310288" cy="383382"/>
          </a:xfrm>
          <a:prstGeom prst="rect">
            <a:avLst/>
          </a:prstGeom>
        </p:spPr>
        <p:txBody>
          <a:bodyPr vert="horz" lIns="113157" tIns="56579" rIns="113157" bIns="56579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5004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131570" rtl="0" eaLnBrk="1" latinLnBrk="0" hangingPunct="1">
        <a:spcBef>
          <a:spcPct val="0"/>
        </a:spcBef>
        <a:buNone/>
        <a:defRPr sz="5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4339" indent="-424339" algn="l" defTabSz="1131570" rtl="0" eaLnBrk="1" latinLnBrk="0" hangingPunct="1">
        <a:spcBef>
          <a:spcPct val="20000"/>
        </a:spcBef>
        <a:buFont typeface="Arial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1pPr>
      <a:lvl2pPr marL="919401" indent="-353616" algn="l" defTabSz="1131570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14463" indent="-282893" algn="l" defTabSz="1131570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1980248" indent="-282893" algn="l" defTabSz="1131570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46033" indent="-282893" algn="l" defTabSz="1131570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11818" indent="-282893" algn="l" defTabSz="1131570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677603" indent="-282893" algn="l" defTabSz="1131570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243388" indent="-282893" algn="l" defTabSz="1131570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09173" indent="-282893" algn="l" defTabSz="1131570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13157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565785" algn="l" defTabSz="113157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131570" algn="l" defTabSz="113157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697355" algn="l" defTabSz="113157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algn="l" defTabSz="113157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algn="l" defTabSz="113157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394710" algn="l" defTabSz="113157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960495" algn="l" defTabSz="113157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526280" algn="l" defTabSz="113157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400" y="468482"/>
            <a:ext cx="3063881" cy="342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8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3" y="623"/>
            <a:ext cx="4207650" cy="72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9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0000" y="3852858"/>
            <a:ext cx="3068148" cy="342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0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0000" y="468482"/>
            <a:ext cx="3062404" cy="342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1" name="ZoneTexte 70"/>
          <p:cNvSpPr txBox="1"/>
          <p:nvPr/>
        </p:nvSpPr>
        <p:spPr>
          <a:xfrm>
            <a:off x="941132" y="216697"/>
            <a:ext cx="49885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2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2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2" name="ZoneTexte 71"/>
          <p:cNvSpPr txBox="1"/>
          <p:nvPr/>
        </p:nvSpPr>
        <p:spPr>
          <a:xfrm>
            <a:off x="4572893" y="685129"/>
            <a:ext cx="51488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2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3" name="ZoneTexte 72"/>
          <p:cNvSpPr txBox="1"/>
          <p:nvPr/>
        </p:nvSpPr>
        <p:spPr>
          <a:xfrm>
            <a:off x="4608339" y="4069929"/>
            <a:ext cx="49885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2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2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6" name="Connecteur droit avec flèche 5"/>
          <p:cNvCxnSpPr/>
          <p:nvPr/>
        </p:nvCxnSpPr>
        <p:spPr>
          <a:xfrm>
            <a:off x="4608339" y="504106"/>
            <a:ext cx="4374728" cy="0"/>
          </a:xfrm>
          <a:prstGeom prst="straightConnector1">
            <a:avLst/>
          </a:prstGeom>
          <a:ln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/>
          <p:cNvSpPr txBox="1"/>
          <p:nvPr/>
        </p:nvSpPr>
        <p:spPr>
          <a:xfrm>
            <a:off x="5454675" y="42441"/>
            <a:ext cx="2702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 smtClean="0">
                <a:latin typeface="Times New Roman" pitchFamily="18" charset="0"/>
                <a:cs typeface="Times New Roman" pitchFamily="18" charset="0"/>
              </a:rPr>
              <a:t>Symmetry</a:t>
            </a:r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fr-FR" sz="2400" dirty="0" err="1" smtClean="0">
                <a:latin typeface="Times New Roman" pitchFamily="18" charset="0"/>
                <a:cs typeface="Times New Roman" pitchFamily="18" charset="0"/>
              </a:rPr>
              <a:t>reduction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1" name="ZoneTexte 80"/>
          <p:cNvSpPr txBox="1"/>
          <p:nvPr/>
        </p:nvSpPr>
        <p:spPr>
          <a:xfrm>
            <a:off x="7460070" y="684000"/>
            <a:ext cx="51488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200" dirty="0" smtClean="0">
                <a:latin typeface="Times New Roman" pitchFamily="18" charset="0"/>
                <a:cs typeface="Times New Roman" pitchFamily="18" charset="0"/>
              </a:rPr>
              <a:t>(d)</a:t>
            </a:r>
            <a:endParaRPr lang="fr-FR" sz="22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798612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14</Words>
  <Application>Microsoft Office PowerPoint</Application>
  <PresentationFormat>Personnalisé</PresentationFormat>
  <Paragraphs>5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10</cp:revision>
  <dcterms:created xsi:type="dcterms:W3CDTF">2017-03-22T13:48:33Z</dcterms:created>
  <dcterms:modified xsi:type="dcterms:W3CDTF">2017-03-24T09:21:54Z</dcterms:modified>
</cp:coreProperties>
</file>