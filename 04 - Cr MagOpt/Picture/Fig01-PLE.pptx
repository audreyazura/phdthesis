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7056438" cy="72009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0" d="100"/>
          <a:sy n="50" d="100"/>
        </p:scale>
        <p:origin x="-2286" y="-90"/>
      </p:cViewPr>
      <p:guideLst>
        <p:guide orient="horz" pos="2268"/>
        <p:guide pos="222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29234" y="2236948"/>
            <a:ext cx="5997972" cy="1543526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058466" y="4080510"/>
            <a:ext cx="4939507" cy="184023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EB551-423D-4362-9538-EAD90C18ABEF}" type="datetimeFigureOut">
              <a:rPr lang="fr-FR" smtClean="0"/>
              <a:t>22/03/2017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49C926-4387-4380-844F-02E0CF5AF1E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79350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EB551-423D-4362-9538-EAD90C18ABEF}" type="datetimeFigureOut">
              <a:rPr lang="fr-FR" smtClean="0"/>
              <a:t>22/03/2017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49C926-4387-4380-844F-02E0CF5AF1E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88689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57411" y="4627247"/>
            <a:ext cx="5997972" cy="1430179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57411" y="3052050"/>
            <a:ext cx="5997972" cy="157519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EB551-423D-4362-9538-EAD90C18ABEF}" type="datetimeFigureOut">
              <a:rPr lang="fr-FR" smtClean="0"/>
              <a:t>22/03/2017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49C926-4387-4380-844F-02E0CF5AF1E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55202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264617" y="2426972"/>
            <a:ext cx="2322744" cy="686419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704969" y="2426972"/>
            <a:ext cx="2322744" cy="686419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EB551-423D-4362-9538-EAD90C18ABEF}" type="datetimeFigureOut">
              <a:rPr lang="fr-FR" smtClean="0"/>
              <a:t>22/03/2017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49C926-4387-4380-844F-02E0CF5AF1E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55971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52822" y="288370"/>
            <a:ext cx="6350794" cy="1200150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52823" y="1611869"/>
            <a:ext cx="3117819" cy="6717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52823" y="2283619"/>
            <a:ext cx="3117819" cy="414885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3584573" y="1611869"/>
            <a:ext cx="3119044" cy="6717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3584573" y="2283619"/>
            <a:ext cx="3119044" cy="414885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EB551-423D-4362-9538-EAD90C18ABEF}" type="datetimeFigureOut">
              <a:rPr lang="fr-FR" smtClean="0"/>
              <a:t>22/03/2017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49C926-4387-4380-844F-02E0CF5AF1E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212563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EB551-423D-4362-9538-EAD90C18ABEF}" type="datetimeFigureOut">
              <a:rPr lang="fr-FR" smtClean="0"/>
              <a:t>22/03/2017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49C926-4387-4380-844F-02E0CF5AF1E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065014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EB551-423D-4362-9538-EAD90C18ABEF}" type="datetimeFigureOut">
              <a:rPr lang="fr-FR" smtClean="0"/>
              <a:t>22/03/2017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49C926-4387-4380-844F-02E0CF5AF1E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7469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52822" y="286703"/>
            <a:ext cx="2321520" cy="1220153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758871" y="286704"/>
            <a:ext cx="3944746" cy="614576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352822" y="1506856"/>
            <a:ext cx="2321520" cy="492561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EB551-423D-4362-9538-EAD90C18ABEF}" type="datetimeFigureOut">
              <a:rPr lang="fr-FR" smtClean="0"/>
              <a:t>22/03/2017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49C926-4387-4380-844F-02E0CF5AF1E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666722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83111" y="5040631"/>
            <a:ext cx="4233863" cy="5950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383111" y="643413"/>
            <a:ext cx="4233863" cy="432054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383111" y="5635706"/>
            <a:ext cx="4233863" cy="84510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EB551-423D-4362-9538-EAD90C18ABEF}" type="datetimeFigureOut">
              <a:rPr lang="fr-FR" smtClean="0"/>
              <a:t>22/03/2017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49C926-4387-4380-844F-02E0CF5AF1E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4361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EB551-423D-4362-9538-EAD90C18ABEF}" type="datetimeFigureOut">
              <a:rPr lang="fr-FR" smtClean="0"/>
              <a:t>22/03/2017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49C926-4387-4380-844F-02E0CF5AF1E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7854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3836938" y="416720"/>
            <a:ext cx="1190774" cy="8874443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264617" y="416720"/>
            <a:ext cx="3454715" cy="8874443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EB551-423D-4362-9538-EAD90C18ABEF}" type="datetimeFigureOut">
              <a:rPr lang="fr-FR" smtClean="0"/>
              <a:t>22/03/2017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49C926-4387-4380-844F-02E0CF5AF1E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98582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52822" y="288370"/>
            <a:ext cx="6350794" cy="12001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52822" y="1680212"/>
            <a:ext cx="6350794" cy="47522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352822" y="6674169"/>
            <a:ext cx="1646502" cy="383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0EB551-423D-4362-9538-EAD90C18ABEF}" type="datetimeFigureOut">
              <a:rPr lang="fr-FR" smtClean="0"/>
              <a:t>22/03/2017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410950" y="6674169"/>
            <a:ext cx="2234539" cy="383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5057114" y="6674169"/>
            <a:ext cx="1646502" cy="383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49C926-4387-4380-844F-02E0CF5AF1E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35004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7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3" y="0"/>
            <a:ext cx="4207650" cy="720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6" name="Picture 8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0267" y="50"/>
            <a:ext cx="3062404" cy="342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7" name="Picture 9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0267" y="3816474"/>
            <a:ext cx="3068148" cy="342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ZoneTexte 3"/>
          <p:cNvSpPr txBox="1"/>
          <p:nvPr/>
        </p:nvSpPr>
        <p:spPr>
          <a:xfrm>
            <a:off x="941132" y="216074"/>
            <a:ext cx="49885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200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(a)</a:t>
            </a:r>
            <a:endParaRPr lang="fr-FR" sz="2200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9" name="ZoneTexte 18"/>
          <p:cNvSpPr txBox="1"/>
          <p:nvPr/>
        </p:nvSpPr>
        <p:spPr>
          <a:xfrm>
            <a:off x="4613540" y="216074"/>
            <a:ext cx="51488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200" dirty="0" smtClean="0">
                <a:latin typeface="Times New Roman" pitchFamily="18" charset="0"/>
                <a:cs typeface="Times New Roman" pitchFamily="18" charset="0"/>
              </a:rPr>
              <a:t>(b)</a:t>
            </a:r>
            <a:endParaRPr lang="fr-FR" sz="2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0" name="ZoneTexte 19"/>
          <p:cNvSpPr txBox="1"/>
          <p:nvPr/>
        </p:nvSpPr>
        <p:spPr>
          <a:xfrm>
            <a:off x="4608339" y="4032498"/>
            <a:ext cx="49885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200" dirty="0" smtClean="0">
                <a:latin typeface="Times New Roman" pitchFamily="18" charset="0"/>
                <a:cs typeface="Times New Roman" pitchFamily="18" charset="0"/>
              </a:rPr>
              <a:t>(c)</a:t>
            </a:r>
            <a:endParaRPr lang="fr-FR" sz="22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798612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9</Words>
  <Application>Microsoft Office PowerPoint</Application>
  <PresentationFormat>Personnalisé</PresentationFormat>
  <Paragraphs>3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user</cp:lastModifiedBy>
  <cp:revision>4</cp:revision>
  <dcterms:created xsi:type="dcterms:W3CDTF">2017-03-22T13:48:33Z</dcterms:created>
  <dcterms:modified xsi:type="dcterms:W3CDTF">2017-03-22T14:18:08Z</dcterms:modified>
</cp:coreProperties>
</file>