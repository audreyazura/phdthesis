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6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9901237" cy="72009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42680" y="2237040"/>
            <a:ext cx="8415360" cy="1543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95000" y="1684800"/>
            <a:ext cx="8910360" cy="4176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42680" y="2237040"/>
            <a:ext cx="8415360" cy="1543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95000" y="1684800"/>
            <a:ext cx="8910360" cy="417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42680" y="2237040"/>
            <a:ext cx="8415360" cy="1543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95000" y="1684800"/>
            <a:ext cx="4348080" cy="417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060880" y="1684800"/>
            <a:ext cx="4348080" cy="417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42680" y="2237040"/>
            <a:ext cx="8415360" cy="1543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742680" y="2237040"/>
            <a:ext cx="8415360" cy="71557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42680" y="2237040"/>
            <a:ext cx="8415360" cy="1543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95000" y="1684800"/>
            <a:ext cx="434808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95000" y="3866400"/>
            <a:ext cx="434808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60880" y="1684800"/>
            <a:ext cx="4348080" cy="417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42680" y="2237040"/>
            <a:ext cx="8415360" cy="1543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95000" y="1684800"/>
            <a:ext cx="4348080" cy="417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060880" y="1684800"/>
            <a:ext cx="434808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060880" y="3866400"/>
            <a:ext cx="434808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42680" y="2237040"/>
            <a:ext cx="8415360" cy="1543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95000" y="1684800"/>
            <a:ext cx="434808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060880" y="1684800"/>
            <a:ext cx="434808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95000" y="3866400"/>
            <a:ext cx="891036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42680" y="2237040"/>
            <a:ext cx="8415360" cy="1543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95000" y="1684800"/>
            <a:ext cx="891036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95000" y="3866400"/>
            <a:ext cx="891036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42680" y="2237040"/>
            <a:ext cx="8415360" cy="1543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95000" y="1684800"/>
            <a:ext cx="434808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60880" y="1684800"/>
            <a:ext cx="434808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60880" y="3866400"/>
            <a:ext cx="434808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95000" y="3866400"/>
            <a:ext cx="4348080" cy="1991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42680" y="2237040"/>
            <a:ext cx="8415360" cy="1543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95000" y="1684800"/>
            <a:ext cx="8910360" cy="417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95000" y="1684800"/>
            <a:ext cx="8910360" cy="417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4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2333160" y="1684800"/>
            <a:ext cx="5233680" cy="417600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2333160" y="1684800"/>
            <a:ext cx="5233680" cy="417600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42680" y="2237040"/>
            <a:ext cx="8415360" cy="1543320"/>
          </a:xfrm>
          <a:prstGeom prst="rect">
            <a:avLst/>
          </a:prstGeom>
        </p:spPr>
        <p:txBody>
          <a:bodyPr lIns="0" rIns="0" tIns="0" bIns="0" anchor="ctr"/>
          <a:p>
            <a:r>
              <a:rPr lang="en-US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95000" y="1684800"/>
            <a:ext cx="8910360" cy="417600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US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6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6836400" y="468360"/>
            <a:ext cx="3063240" cy="3419280"/>
          </a:xfrm>
          <a:prstGeom prst="rect">
            <a:avLst/>
          </a:prstGeom>
          <a:ln>
            <a:noFill/>
          </a:ln>
        </p:spPr>
      </p:pic>
      <p:pic>
        <p:nvPicPr>
          <p:cNvPr id="37" name="Picture 7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20"/>
            <a:ext cx="4206960" cy="7199280"/>
          </a:xfrm>
          <a:prstGeom prst="rect">
            <a:avLst/>
          </a:prstGeom>
          <a:ln>
            <a:noFill/>
          </a:ln>
        </p:spPr>
      </p:pic>
      <p:pic>
        <p:nvPicPr>
          <p:cNvPr id="38" name="Picture 4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3960000" y="3852720"/>
            <a:ext cx="3067560" cy="3419280"/>
          </a:xfrm>
          <a:prstGeom prst="rect">
            <a:avLst/>
          </a:prstGeom>
          <a:ln>
            <a:noFill/>
          </a:ln>
        </p:spPr>
      </p:pic>
      <p:pic>
        <p:nvPicPr>
          <p:cNvPr id="39" name="Picture 3" descr=""/>
          <p:cNvPicPr/>
          <p:nvPr/>
        </p:nvPicPr>
        <p:blipFill>
          <a:blip r:embed="rId4"/>
          <a:stretch>
            <a:fillRect/>
          </a:stretch>
        </p:blipFill>
        <p:spPr>
          <a:xfrm>
            <a:off x="3960000" y="468360"/>
            <a:ext cx="3061800" cy="3419280"/>
          </a:xfrm>
          <a:prstGeom prst="rect">
            <a:avLst/>
          </a:prstGeom>
          <a:ln>
            <a:noFill/>
          </a:ln>
        </p:spPr>
      </p:pic>
      <p:sp>
        <p:nvSpPr>
          <p:cNvPr id="40" name="CustomShape 1"/>
          <p:cNvSpPr/>
          <p:nvPr/>
        </p:nvSpPr>
        <p:spPr>
          <a:xfrm>
            <a:off x="4576320" y="685080"/>
            <a:ext cx="506880" cy="4251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200">
                <a:solidFill>
                  <a:srgbClr val="000000"/>
                </a:solidFill>
                <a:latin typeface="Times New Roman"/>
              </a:rPr>
              <a:t>(b)</a:t>
            </a:r>
            <a:endParaRPr/>
          </a:p>
        </p:txBody>
      </p:sp>
      <p:sp>
        <p:nvSpPr>
          <p:cNvPr id="41" name="CustomShape 2"/>
          <p:cNvSpPr/>
          <p:nvPr/>
        </p:nvSpPr>
        <p:spPr>
          <a:xfrm>
            <a:off x="4612320" y="4069800"/>
            <a:ext cx="489960" cy="4251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200">
                <a:solidFill>
                  <a:srgbClr val="000000"/>
                </a:solidFill>
                <a:latin typeface="Times New Roman"/>
              </a:rPr>
              <a:t>(c)</a:t>
            </a:r>
            <a:endParaRPr/>
          </a:p>
        </p:txBody>
      </p:sp>
      <p:sp>
        <p:nvSpPr>
          <p:cNvPr id="42" name="CustomShape 3"/>
          <p:cNvSpPr/>
          <p:nvPr/>
        </p:nvSpPr>
        <p:spPr>
          <a:xfrm rot="10800000">
            <a:off x="4788360" y="503280"/>
            <a:ext cx="4374000" cy="360"/>
          </a:xfrm>
          <a:prstGeom prst="straightConnector1">
            <a:avLst/>
          </a:prstGeom>
          <a:noFill/>
          <a:ln w="9360">
            <a:solidFill>
              <a:srgbClr val="4a7ebb"/>
            </a:solidFill>
            <a:round/>
            <a:tailEnd len="med" type="arrow" w="lg"/>
          </a:ln>
        </p:spPr>
      </p:sp>
      <p:sp>
        <p:nvSpPr>
          <p:cNvPr id="43" name="CustomShape 4"/>
          <p:cNvSpPr/>
          <p:nvPr/>
        </p:nvSpPr>
        <p:spPr>
          <a:xfrm>
            <a:off x="5608080" y="42480"/>
            <a:ext cx="268308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Symmetry reduction</a:t>
            </a:r>
            <a:endParaRPr/>
          </a:p>
        </p:txBody>
      </p:sp>
      <p:sp>
        <p:nvSpPr>
          <p:cNvPr id="44" name="CustomShape 5"/>
          <p:cNvSpPr/>
          <p:nvPr/>
        </p:nvSpPr>
        <p:spPr>
          <a:xfrm>
            <a:off x="7463520" y="684000"/>
            <a:ext cx="506880" cy="4251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200">
                <a:solidFill>
                  <a:srgbClr val="000000"/>
                </a:solidFill>
                <a:latin typeface="Times New Roman"/>
              </a:rPr>
              <a:t>(d)</a:t>
            </a:r>
            <a:endParaRPr/>
          </a:p>
        </p:txBody>
      </p:sp>
      <p:sp>
        <p:nvSpPr>
          <p:cNvPr id="45" name="CustomShape 6"/>
          <p:cNvSpPr/>
          <p:nvPr/>
        </p:nvSpPr>
        <p:spPr>
          <a:xfrm>
            <a:off x="945000" y="219600"/>
            <a:ext cx="489960" cy="4251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200">
                <a:solidFill>
                  <a:srgbClr val="ffffff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46" name="CustomShape 7"/>
          <p:cNvSpPr/>
          <p:nvPr/>
        </p:nvSpPr>
        <p:spPr>
          <a:xfrm>
            <a:off x="3167640" y="274320"/>
            <a:ext cx="489960" cy="4251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700">
                <a:solidFill>
                  <a:srgbClr val="ffffff"/>
                </a:solidFill>
                <a:latin typeface="Times New Roman"/>
              </a:rPr>
              <a:t>QD1</a:t>
            </a:r>
            <a:endParaRPr/>
          </a:p>
          <a:p>
            <a:pPr>
              <a:lnSpc>
                <a:spcPct val="100000"/>
              </a:lnSpc>
            </a:pPr>
            <a:r>
              <a:rPr lang="en-US" sz="1700">
                <a:solidFill>
                  <a:srgbClr val="ffffff"/>
                </a:solidFill>
                <a:latin typeface="Times New Roman"/>
              </a:rPr>
              <a:t>X-Cr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