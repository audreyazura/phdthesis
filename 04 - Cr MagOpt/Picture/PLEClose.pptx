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7021512" cy="64801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51000" y="1516320"/>
            <a:ext cx="6318720" cy="3758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631872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308340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588840" y="1516320"/>
            <a:ext cx="308340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26680" y="2013120"/>
            <a:ext cx="5968080" cy="6437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51000" y="347940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588840" y="1516320"/>
            <a:ext cx="308340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308340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588840" y="151632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3588840" y="347940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588840" y="151632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51000" y="3479400"/>
            <a:ext cx="631872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631872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51000" y="3479400"/>
            <a:ext cx="631872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88840" y="151632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588840" y="347940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351000" y="3479400"/>
            <a:ext cx="3083400" cy="179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51000" y="1516320"/>
            <a:ext cx="631872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1000" y="1516320"/>
            <a:ext cx="6318720" cy="3758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155240" y="1515960"/>
            <a:ext cx="4709880" cy="37580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155240" y="1515960"/>
            <a:ext cx="4709880" cy="37580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26680" y="2013120"/>
            <a:ext cx="5968080" cy="1388520"/>
          </a:xfrm>
          <a:prstGeom prst="rect">
            <a:avLst/>
          </a:prstGeom>
        </p:spPr>
        <p:txBody>
          <a:bodyPr lIns="75240" rIns="75240" tIns="37440" bIns="37440" anchor="ctr"/>
          <a:p>
            <a:pPr algn="ctr">
              <a:lnSpc>
                <a:spcPct val="100000"/>
              </a:lnSpc>
            </a:pPr>
            <a:r>
              <a:rPr lang="fr-FR" sz="36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351000" y="6006240"/>
            <a:ext cx="1638000" cy="344520"/>
          </a:xfrm>
          <a:prstGeom prst="rect">
            <a:avLst/>
          </a:prstGeom>
        </p:spPr>
        <p:txBody>
          <a:bodyPr lIns="75240" rIns="75240" tIns="37440" bIns="37440" anchor="ctr"/>
          <a:p>
            <a:pPr>
              <a:lnSpc>
                <a:spcPct val="100000"/>
              </a:lnSpc>
            </a:pPr>
            <a:r>
              <a:rPr lang="en-US" sz="1000">
                <a:solidFill>
                  <a:srgbClr val="8b8b8b"/>
                </a:solidFill>
                <a:latin typeface="Calibri"/>
              </a:rPr>
              <a:t>4/4/17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2399040" y="6006240"/>
            <a:ext cx="2223000" cy="344520"/>
          </a:xfrm>
          <a:prstGeom prst="rect">
            <a:avLst/>
          </a:prstGeom>
        </p:spPr>
        <p:txBody>
          <a:bodyPr lIns="75240" rIns="75240" tIns="37440" bIns="37440"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5032080" y="6006240"/>
            <a:ext cx="1638000" cy="344520"/>
          </a:xfrm>
          <a:prstGeom prst="rect">
            <a:avLst/>
          </a:prstGeom>
        </p:spPr>
        <p:txBody>
          <a:bodyPr lIns="75240" rIns="75240" tIns="37440" bIns="37440" anchor="ctr"/>
          <a:p>
            <a:pPr algn="r">
              <a:lnSpc>
                <a:spcPct val="100000"/>
              </a:lnSpc>
            </a:pPr>
            <a:fld id="{3635216F-8778-4630-AD5F-7C0739E9044E}" type="slidenum">
              <a:rPr lang="en-US" sz="10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51000" y="1516320"/>
            <a:ext cx="6318720" cy="375804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26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0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16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16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-360" y="-144360"/>
            <a:ext cx="3239640" cy="6548040"/>
          </a:xfrm>
          <a:prstGeom prst="rect">
            <a:avLst/>
          </a:prstGeom>
          <a:ln>
            <a:noFill/>
          </a:ln>
        </p:spPr>
      </p:pic>
      <p:pic>
        <p:nvPicPr>
          <p:cNvPr id="40" name="Picture 3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096360" y="1202040"/>
            <a:ext cx="4355640" cy="3855600"/>
          </a:xfrm>
          <a:prstGeom prst="rect">
            <a:avLst/>
          </a:prstGeom>
          <a:ln>
            <a:noFill/>
          </a:ln>
        </p:spPr>
      </p:pic>
      <p:sp>
        <p:nvSpPr>
          <p:cNvPr id="41" name="TextShape 1"/>
          <p:cNvSpPr txBox="1"/>
          <p:nvPr/>
        </p:nvSpPr>
        <p:spPr>
          <a:xfrm>
            <a:off x="130320" y="-144360"/>
            <a:ext cx="548640" cy="43020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400">
                <a:latin typeface="Times new roman"/>
              </a:rPr>
              <a:t>(a)</a:t>
            </a:r>
            <a:endParaRPr/>
          </a:p>
        </p:txBody>
      </p:sp>
      <p:sp>
        <p:nvSpPr>
          <p:cNvPr id="42" name="TextShape 2"/>
          <p:cNvSpPr txBox="1"/>
          <p:nvPr/>
        </p:nvSpPr>
        <p:spPr>
          <a:xfrm>
            <a:off x="3118320" y="1116000"/>
            <a:ext cx="548640" cy="43020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400">
                <a:latin typeface="Times new roman"/>
              </a:rPr>
              <a:t>(b)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