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ppt/_rels/presentation.xml.rels" ContentType="application/vnd.openxmlformats-package.relationships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slideLayouts/slideLayout1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.xml.rels" ContentType="application/vnd.openxmlformats-package.relationships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media/image4.png" ContentType="image/png"/>
  <Override PartName="/ppt/media/image3.png" ContentType="image/png"/>
  <Override PartName="/ppt/media/image2.png" ContentType="image/png"/>
  <Override PartName="/ppt/media/image1.png" ContentType="image/png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2"/>
  </p:sldMasterIdLst>
  <p:sldIdLst>
    <p:sldId id="256" r:id="rId3"/>
  </p:sldIdLst>
  <p:sldSz cx="7740650" cy="6480175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80680" y="2013120"/>
            <a:ext cx="6579360" cy="138888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387000" y="1516320"/>
            <a:ext cx="6966000" cy="375840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80680" y="2013120"/>
            <a:ext cx="6579360" cy="138888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387000" y="1516320"/>
            <a:ext cx="6966000" cy="3758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80680" y="2013120"/>
            <a:ext cx="6579360" cy="138888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87000" y="1516320"/>
            <a:ext cx="3399120" cy="3758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3956400" y="1516320"/>
            <a:ext cx="3399120" cy="3758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80680" y="2013120"/>
            <a:ext cx="6579360" cy="138888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80680" y="2013120"/>
            <a:ext cx="6579360" cy="643788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80680" y="2013120"/>
            <a:ext cx="6579360" cy="138888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387000" y="1516320"/>
            <a:ext cx="3399120" cy="179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387000" y="3479400"/>
            <a:ext cx="3399120" cy="179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3956400" y="1516320"/>
            <a:ext cx="3399120" cy="3758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80680" y="2013120"/>
            <a:ext cx="6579360" cy="138888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387000" y="1516320"/>
            <a:ext cx="3399120" cy="3758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3956400" y="1516320"/>
            <a:ext cx="3399120" cy="179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3956400" y="3479400"/>
            <a:ext cx="3399120" cy="179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80680" y="2013120"/>
            <a:ext cx="6579360" cy="138888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387000" y="1516320"/>
            <a:ext cx="3399120" cy="179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3956400" y="1516320"/>
            <a:ext cx="3399120" cy="179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387000" y="3479400"/>
            <a:ext cx="6966000" cy="179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80680" y="2013120"/>
            <a:ext cx="6579360" cy="138888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387000" y="1516320"/>
            <a:ext cx="6966000" cy="179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387000" y="3479400"/>
            <a:ext cx="6966000" cy="179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80680" y="2013120"/>
            <a:ext cx="6579360" cy="138888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387000" y="1516320"/>
            <a:ext cx="3399120" cy="179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3956400" y="1516320"/>
            <a:ext cx="3399120" cy="179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3956400" y="3479400"/>
            <a:ext cx="3399120" cy="179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387000" y="3479400"/>
            <a:ext cx="3399120" cy="17924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80680" y="2013120"/>
            <a:ext cx="6579360" cy="138888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387000" y="1516320"/>
            <a:ext cx="6966000" cy="3758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387000" y="1516320"/>
            <a:ext cx="6966000" cy="375804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pic>
        <p:nvPicPr>
          <p:cNvPr id="37" name="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1514880" y="1515960"/>
            <a:ext cx="4709880" cy="3758040"/>
          </a:xfrm>
          <a:prstGeom prst="rect">
            <a:avLst/>
          </a:prstGeom>
          <a:ln>
            <a:noFill/>
          </a:ln>
        </p:spPr>
      </p:pic>
      <p:pic>
        <p:nvPicPr>
          <p:cNvPr id="38" name="" descr=""/>
          <p:cNvPicPr/>
          <p:nvPr/>
        </p:nvPicPr>
        <p:blipFill>
          <a:blip r:embed="rId3"/>
          <a:stretch>
            <a:fillRect/>
          </a:stretch>
        </p:blipFill>
        <p:spPr>
          <a:xfrm>
            <a:off x="1514880" y="1515960"/>
            <a:ext cx="4709880" cy="3758040"/>
          </a:xfrm>
          <a:prstGeom prst="rect">
            <a:avLst/>
          </a:prstGeom>
          <a:ln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80680" y="2013120"/>
            <a:ext cx="6579360" cy="1388520"/>
          </a:xfrm>
          <a:prstGeom prst="rect">
            <a:avLst/>
          </a:prstGeom>
        </p:spPr>
        <p:txBody>
          <a:bodyPr lIns="75240" rIns="75240" tIns="37440" bIns="37440" anchor="ctr"/>
          <a:p>
            <a:pPr algn="ctr">
              <a:lnSpc>
                <a:spcPct val="100000"/>
              </a:lnSpc>
            </a:pPr>
            <a:r>
              <a:rPr lang="fr-FR" sz="3600">
                <a:solidFill>
                  <a:srgbClr val="000000"/>
                </a:solidFill>
                <a:latin typeface="Calibri"/>
              </a:rPr>
              <a:t>Click to edit the title text formatModifiez le style du titre</a:t>
            </a:r>
            <a:endParaRPr/>
          </a:p>
        </p:txBody>
      </p:sp>
      <p:sp>
        <p:nvSpPr>
          <p:cNvPr id="1" name="PlaceHolder 2"/>
          <p:cNvSpPr>
            <a:spLocks noGrp="1"/>
          </p:cNvSpPr>
          <p:nvPr>
            <p:ph type="dt"/>
          </p:nvPr>
        </p:nvSpPr>
        <p:spPr>
          <a:xfrm>
            <a:off x="387000" y="6006240"/>
            <a:ext cx="1805760" cy="344520"/>
          </a:xfrm>
          <a:prstGeom prst="rect">
            <a:avLst/>
          </a:prstGeom>
        </p:spPr>
        <p:txBody>
          <a:bodyPr lIns="75240" rIns="75240" tIns="37440" bIns="37440" anchor="ctr"/>
          <a:p>
            <a:pPr>
              <a:lnSpc>
                <a:spcPct val="100000"/>
              </a:lnSpc>
            </a:pPr>
            <a:r>
              <a:rPr lang="en-US" sz="1000">
                <a:solidFill>
                  <a:srgbClr val="8b8b8b"/>
                </a:solidFill>
                <a:latin typeface="Calibri"/>
              </a:rPr>
              <a:t>4/6/17</a:t>
            </a:r>
            <a:endParaRPr/>
          </a:p>
        </p:txBody>
      </p:sp>
      <p:sp>
        <p:nvSpPr>
          <p:cNvPr id="2" name="PlaceHolder 3"/>
          <p:cNvSpPr>
            <a:spLocks noGrp="1"/>
          </p:cNvSpPr>
          <p:nvPr>
            <p:ph type="ftr"/>
          </p:nvPr>
        </p:nvSpPr>
        <p:spPr>
          <a:xfrm>
            <a:off x="2644560" y="6006240"/>
            <a:ext cx="2450880" cy="344520"/>
          </a:xfrm>
          <a:prstGeom prst="rect">
            <a:avLst/>
          </a:prstGeom>
        </p:spPr>
        <p:txBody>
          <a:bodyPr lIns="75240" rIns="75240" tIns="37440" bIns="37440" anchor="ctr"/>
          <a:p>
            <a:endParaRPr/>
          </a:p>
        </p:txBody>
      </p:sp>
      <p:sp>
        <p:nvSpPr>
          <p:cNvPr id="3" name="PlaceHolder 4"/>
          <p:cNvSpPr>
            <a:spLocks noGrp="1"/>
          </p:cNvSpPr>
          <p:nvPr>
            <p:ph type="sldNum"/>
          </p:nvPr>
        </p:nvSpPr>
        <p:spPr>
          <a:xfrm>
            <a:off x="5547600" y="6006240"/>
            <a:ext cx="1805760" cy="344520"/>
          </a:xfrm>
          <a:prstGeom prst="rect">
            <a:avLst/>
          </a:prstGeom>
        </p:spPr>
        <p:txBody>
          <a:bodyPr lIns="75240" rIns="75240" tIns="37440" bIns="37440" anchor="ctr"/>
          <a:p>
            <a:pPr algn="r">
              <a:lnSpc>
                <a:spcPct val="100000"/>
              </a:lnSpc>
            </a:pPr>
            <a:fld id="{1121A803-F205-448E-ABE9-A27E2D9FBD93}" type="slidenum">
              <a:rPr lang="en-US" sz="1000">
                <a:solidFill>
                  <a:srgbClr val="8b8b8b"/>
                </a:solidFill>
                <a:latin typeface="Calibri"/>
              </a:rPr>
              <a:t>&lt;number&gt;</a:t>
            </a:fld>
            <a:endParaRPr/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387000" y="1516320"/>
            <a:ext cx="6966000" cy="3758040"/>
          </a:xfrm>
          <a:prstGeom prst="rect">
            <a:avLst/>
          </a:prstGeom>
        </p:spPr>
        <p:txBody>
          <a:bodyPr lIns="0" rIns="0" tIns="0" bIns="0"/>
          <a:p>
            <a:pPr>
              <a:buSzPct val="45000"/>
              <a:buFont typeface="StarSymbol"/>
              <a:buChar char=""/>
            </a:pPr>
            <a:r>
              <a:rPr lang="fr-FR" sz="2600">
                <a:latin typeface="Calibri"/>
              </a:rPr>
              <a:t>Click to edit the outline text format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fr-FR" sz="2000">
                <a:latin typeface="Calibri"/>
              </a:rPr>
              <a:t>Second Outline Level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fr-FR" sz="1600">
                <a:latin typeface="Calibri"/>
              </a:rPr>
              <a:t>Third Outline Level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fr-FR" sz="1600">
                <a:latin typeface="Calibri"/>
              </a:rPr>
              <a:t>Fourth Outline Level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Fifth Outline Level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Sixth Outline Level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Seventh Outline Level</a:t>
            </a:r>
            <a:endParaRPr/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4" descr=""/>
          <p:cNvPicPr/>
          <p:nvPr/>
        </p:nvPicPr>
        <p:blipFill>
          <a:blip r:embed="rId1"/>
          <a:stretch>
            <a:fillRect/>
          </a:stretch>
        </p:blipFill>
        <p:spPr>
          <a:xfrm>
            <a:off x="-90000" y="-144360"/>
            <a:ext cx="3239640" cy="6548040"/>
          </a:xfrm>
          <a:prstGeom prst="rect">
            <a:avLst/>
          </a:prstGeom>
          <a:ln>
            <a:noFill/>
          </a:ln>
        </p:spPr>
      </p:pic>
      <p:pic>
        <p:nvPicPr>
          <p:cNvPr id="40" name="Picture 3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2988720" y="790920"/>
            <a:ext cx="5178240" cy="4677840"/>
          </a:xfrm>
          <a:prstGeom prst="rect">
            <a:avLst/>
          </a:prstGeom>
          <a:ln>
            <a:noFill/>
          </a:ln>
        </p:spPr>
      </p:pic>
      <p:sp>
        <p:nvSpPr>
          <p:cNvPr id="41" name="CustomShape 1"/>
          <p:cNvSpPr/>
          <p:nvPr/>
        </p:nvSpPr>
        <p:spPr>
          <a:xfrm>
            <a:off x="3584880" y="1008000"/>
            <a:ext cx="53784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400">
                <a:solidFill>
                  <a:srgbClr val="000000"/>
                </a:solidFill>
                <a:latin typeface="Times New Roman"/>
              </a:rPr>
              <a:t>(b)</a:t>
            </a:r>
            <a:endParaRPr/>
          </a:p>
        </p:txBody>
      </p:sp>
      <p:sp>
        <p:nvSpPr>
          <p:cNvPr id="42" name="CustomShape 2"/>
          <p:cNvSpPr/>
          <p:nvPr/>
        </p:nvSpPr>
        <p:spPr>
          <a:xfrm>
            <a:off x="824760" y="119880"/>
            <a:ext cx="52092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400">
                <a:solidFill>
                  <a:srgbClr val="ffffff"/>
                </a:solidFill>
                <a:latin typeface="Times New Roman"/>
              </a:rPr>
              <a:t>(a)</a:t>
            </a:r>
            <a:endParaRPr/>
          </a:p>
        </p:txBody>
      </p:sp>
    </p:spTree>
  </p:cSld>
  <p:timing>
    <p:tnLst>
      <p:par>
        <p:cTn id="1" dur="indefinite" restart="never" nodeType="tmRoot">
          <p:childTnLst>
            <p:seq>
              <p:cTn id="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