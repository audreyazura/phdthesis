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7327900" cy="89154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49720" y="2769480"/>
            <a:ext cx="6228000" cy="1910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66120" y="2086200"/>
            <a:ext cx="6594480" cy="5170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49720" y="2769480"/>
            <a:ext cx="6228000" cy="1910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66120" y="2086200"/>
            <a:ext cx="6594480" cy="5170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49720" y="2769480"/>
            <a:ext cx="6228000" cy="1910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66120" y="2086200"/>
            <a:ext cx="3218040" cy="5170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3745440" y="2086200"/>
            <a:ext cx="3218040" cy="5170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9720" y="2769480"/>
            <a:ext cx="6228000" cy="1910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49720" y="2769480"/>
            <a:ext cx="6228000" cy="8857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49720" y="2769480"/>
            <a:ext cx="6228000" cy="1910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66120" y="2086200"/>
            <a:ext cx="321804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366120" y="4786920"/>
            <a:ext cx="321804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3745440" y="2086200"/>
            <a:ext cx="3218040" cy="5170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49720" y="2769480"/>
            <a:ext cx="6228000" cy="1910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66120" y="2086200"/>
            <a:ext cx="3218040" cy="5170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3745440" y="2086200"/>
            <a:ext cx="321804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3745440" y="4786920"/>
            <a:ext cx="321804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49720" y="2769480"/>
            <a:ext cx="6228000" cy="1910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66120" y="2086200"/>
            <a:ext cx="321804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3745440" y="2086200"/>
            <a:ext cx="321804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66120" y="4786920"/>
            <a:ext cx="659448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49720" y="2769480"/>
            <a:ext cx="6228000" cy="1910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66120" y="2086200"/>
            <a:ext cx="659448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366120" y="4786920"/>
            <a:ext cx="659448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9720" y="2769480"/>
            <a:ext cx="6228000" cy="1910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66120" y="2086200"/>
            <a:ext cx="321804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745440" y="2086200"/>
            <a:ext cx="321804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3745440" y="4786920"/>
            <a:ext cx="321804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366120" y="4786920"/>
            <a:ext cx="3218040" cy="24660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49720" y="2769480"/>
            <a:ext cx="6228000" cy="1910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66120" y="2086200"/>
            <a:ext cx="6594480" cy="5170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66120" y="2086200"/>
            <a:ext cx="6594480" cy="5170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4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423360" y="2086200"/>
            <a:ext cx="6480000" cy="517032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423360" y="2086200"/>
            <a:ext cx="6480000" cy="517032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49720" y="2769480"/>
            <a:ext cx="6228000" cy="1910520"/>
          </a:xfrm>
          <a:prstGeom prst="rect">
            <a:avLst/>
          </a:prstGeom>
        </p:spPr>
        <p:txBody>
          <a:bodyPr lIns="0" rIns="0" tIns="0" bIns="0" anchor="ctr"/>
          <a:p>
            <a:r>
              <a:rPr lang="en-US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66120" y="2086200"/>
            <a:ext cx="6594480" cy="517032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" descr=""/>
          <p:cNvPicPr/>
          <p:nvPr/>
        </p:nvPicPr>
        <p:blipFill>
          <a:blip r:embed="rId1"/>
          <a:srcRect l="3869" t="6487" r="0" b="0"/>
          <a:stretch>
            <a:fillRect/>
          </a:stretch>
        </p:blipFill>
        <p:spPr>
          <a:xfrm>
            <a:off x="135720" y="107640"/>
            <a:ext cx="3828240" cy="1904760"/>
          </a:xfrm>
          <a:prstGeom prst="rect">
            <a:avLst/>
          </a:prstGeom>
          <a:ln>
            <a:noFill/>
          </a:ln>
        </p:spPr>
      </p:pic>
      <p:pic>
        <p:nvPicPr>
          <p:cNvPr id="37" name="Picture 3" descr=""/>
          <p:cNvPicPr/>
          <p:nvPr/>
        </p:nvPicPr>
        <p:blipFill>
          <a:blip r:embed="rId2"/>
          <a:srcRect l="5137" t="2032" r="0" b="0"/>
          <a:stretch>
            <a:fillRect/>
          </a:stretch>
        </p:blipFill>
        <p:spPr>
          <a:xfrm>
            <a:off x="267840" y="1785600"/>
            <a:ext cx="3804480" cy="7106040"/>
          </a:xfrm>
          <a:prstGeom prst="rect">
            <a:avLst/>
          </a:prstGeom>
          <a:ln>
            <a:noFill/>
          </a:ln>
        </p:spPr>
      </p:pic>
      <p:sp>
        <p:nvSpPr>
          <p:cNvPr id="38" name="CustomShape 1"/>
          <p:cNvSpPr/>
          <p:nvPr/>
        </p:nvSpPr>
        <p:spPr>
          <a:xfrm>
            <a:off x="4653360" y="5049360"/>
            <a:ext cx="546840" cy="3949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000">
                <a:solidFill>
                  <a:srgbClr val="0070c0"/>
                </a:solidFill>
                <a:latin typeface="Symbol"/>
              </a:rPr>
              <a:t>s</a:t>
            </a:r>
            <a:r>
              <a:rPr lang="en-US" sz="2000">
                <a:solidFill>
                  <a:srgbClr val="0070c0"/>
                </a:solidFill>
                <a:latin typeface="Calibri"/>
              </a:rPr>
              <a:t>+</a:t>
            </a:r>
            <a:endParaRPr/>
          </a:p>
        </p:txBody>
      </p:sp>
      <p:sp>
        <p:nvSpPr>
          <p:cNvPr id="39" name="CustomShape 2"/>
          <p:cNvSpPr/>
          <p:nvPr/>
        </p:nvSpPr>
        <p:spPr>
          <a:xfrm>
            <a:off x="6737040" y="8172360"/>
            <a:ext cx="368280" cy="36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600" baseline="-25000">
                <a:solidFill>
                  <a:srgbClr val="000000"/>
                </a:solidFill>
                <a:latin typeface="Times New Roman"/>
              </a:rPr>
              <a:t>z</a:t>
            </a:r>
            <a:endParaRPr/>
          </a:p>
        </p:txBody>
      </p:sp>
      <p:sp>
        <p:nvSpPr>
          <p:cNvPr id="40" name="Line 3"/>
          <p:cNvSpPr/>
          <p:nvPr/>
        </p:nvSpPr>
        <p:spPr>
          <a:xfrm flipV="1">
            <a:off x="4229280" y="865800"/>
            <a:ext cx="2252880" cy="537480"/>
          </a:xfrm>
          <a:prstGeom prst="line">
            <a:avLst/>
          </a:prstGeom>
          <a:ln w="28440">
            <a:solidFill>
              <a:srgbClr val="ff0000"/>
            </a:solidFill>
            <a:round/>
          </a:ln>
        </p:spPr>
      </p:sp>
      <p:sp>
        <p:nvSpPr>
          <p:cNvPr id="41" name="Line 4"/>
          <p:cNvSpPr/>
          <p:nvPr/>
        </p:nvSpPr>
        <p:spPr>
          <a:xfrm flipV="1">
            <a:off x="4229280" y="252360"/>
            <a:ext cx="2278080" cy="1728000"/>
          </a:xfrm>
          <a:prstGeom prst="line">
            <a:avLst/>
          </a:prstGeom>
          <a:ln w="28440">
            <a:solidFill>
              <a:srgbClr val="0070c0"/>
            </a:solidFill>
            <a:round/>
          </a:ln>
        </p:spPr>
      </p:sp>
      <p:sp>
        <p:nvSpPr>
          <p:cNvPr id="42" name="CustomShape 5"/>
          <p:cNvSpPr/>
          <p:nvPr/>
        </p:nvSpPr>
        <p:spPr>
          <a:xfrm>
            <a:off x="6420960" y="5413680"/>
            <a:ext cx="75816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1400" baseline="-25000">
                <a:solidFill>
                  <a:srgbClr val="000000"/>
                </a:solidFill>
                <a:latin typeface="Calibri"/>
              </a:rPr>
              <a:t>z</a:t>
            </a:r>
            <a:r>
              <a:rPr lang="en-US" sz="1400">
                <a:solidFill>
                  <a:srgbClr val="000000"/>
                </a:solidFill>
                <a:latin typeface="Calibri"/>
              </a:rPr>
              <a:t>=+1</a:t>
            </a:r>
            <a:endParaRPr/>
          </a:p>
        </p:txBody>
      </p:sp>
      <p:sp>
        <p:nvSpPr>
          <p:cNvPr id="43" name="Line 6"/>
          <p:cNvSpPr/>
          <p:nvPr/>
        </p:nvSpPr>
        <p:spPr>
          <a:xfrm>
            <a:off x="4232160" y="4232520"/>
            <a:ext cx="2275200" cy="297720"/>
          </a:xfrm>
          <a:prstGeom prst="line">
            <a:avLst/>
          </a:prstGeom>
          <a:ln cap="rnd" w="19080">
            <a:solidFill>
              <a:srgbClr val="00b050"/>
            </a:solidFill>
            <a:custDash>
              <a:ds d="2809000000" sp="2809000000"/>
            </a:custDash>
            <a:round/>
          </a:ln>
        </p:spPr>
      </p:sp>
      <p:sp>
        <p:nvSpPr>
          <p:cNvPr id="44" name="Line 7"/>
          <p:cNvSpPr/>
          <p:nvPr/>
        </p:nvSpPr>
        <p:spPr>
          <a:xfrm flipV="1">
            <a:off x="4255200" y="3970080"/>
            <a:ext cx="2225160" cy="262440"/>
          </a:xfrm>
          <a:prstGeom prst="line">
            <a:avLst/>
          </a:prstGeom>
          <a:ln cap="rnd" w="19080">
            <a:solidFill>
              <a:srgbClr val="00b050"/>
            </a:solidFill>
            <a:custDash>
              <a:ds d="2809000000" sp="2809000000"/>
            </a:custDash>
            <a:round/>
          </a:ln>
        </p:spPr>
      </p:sp>
      <p:sp>
        <p:nvSpPr>
          <p:cNvPr id="45" name="Line 8"/>
          <p:cNvSpPr/>
          <p:nvPr/>
        </p:nvSpPr>
        <p:spPr>
          <a:xfrm>
            <a:off x="3999960" y="2216160"/>
            <a:ext cx="221400" cy="0"/>
          </a:xfrm>
          <a:prstGeom prst="line">
            <a:avLst/>
          </a:prstGeom>
          <a:ln cap="rnd" w="19080">
            <a:solidFill>
              <a:srgbClr val="00b050"/>
            </a:solidFill>
            <a:custDash>
              <a:ds d="2809000000" sp="2809000000"/>
            </a:custDash>
            <a:round/>
          </a:ln>
        </p:spPr>
      </p:sp>
      <p:sp>
        <p:nvSpPr>
          <p:cNvPr id="46" name="Line 9"/>
          <p:cNvSpPr/>
          <p:nvPr/>
        </p:nvSpPr>
        <p:spPr>
          <a:xfrm>
            <a:off x="4201560" y="7872480"/>
            <a:ext cx="2278800" cy="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47" name="Line 10"/>
          <p:cNvSpPr/>
          <p:nvPr/>
        </p:nvSpPr>
        <p:spPr>
          <a:xfrm flipV="1">
            <a:off x="4210560" y="5292000"/>
            <a:ext cx="2256480" cy="88020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48" name="Line 11"/>
          <p:cNvSpPr/>
          <p:nvPr/>
        </p:nvSpPr>
        <p:spPr>
          <a:xfrm>
            <a:off x="4210560" y="6172200"/>
            <a:ext cx="2269800" cy="96048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49" name="CustomShape 12"/>
          <p:cNvSpPr/>
          <p:nvPr/>
        </p:nvSpPr>
        <p:spPr>
          <a:xfrm>
            <a:off x="6458760" y="6961680"/>
            <a:ext cx="67284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1400" baseline="-25000">
                <a:solidFill>
                  <a:srgbClr val="000000"/>
                </a:solidFill>
                <a:latin typeface="Calibri"/>
              </a:rPr>
              <a:t>z</a:t>
            </a:r>
            <a:r>
              <a:rPr lang="en-US" sz="1400">
                <a:solidFill>
                  <a:srgbClr val="000000"/>
                </a:solidFill>
                <a:latin typeface="Calibri"/>
              </a:rPr>
              <a:t>=-1</a:t>
            </a:r>
            <a:endParaRPr/>
          </a:p>
        </p:txBody>
      </p:sp>
      <p:sp>
        <p:nvSpPr>
          <p:cNvPr id="50" name="CustomShape 13"/>
          <p:cNvSpPr/>
          <p:nvPr/>
        </p:nvSpPr>
        <p:spPr>
          <a:xfrm>
            <a:off x="6489360" y="7697160"/>
            <a:ext cx="60876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Calibri"/>
              </a:rPr>
              <a:t>S</a:t>
            </a:r>
            <a:r>
              <a:rPr lang="en-US" sz="1400" baseline="-25000">
                <a:solidFill>
                  <a:srgbClr val="000000"/>
                </a:solidFill>
                <a:latin typeface="Calibri"/>
              </a:rPr>
              <a:t>z</a:t>
            </a:r>
            <a:r>
              <a:rPr lang="en-US" sz="1400">
                <a:solidFill>
                  <a:srgbClr val="000000"/>
                </a:solidFill>
                <a:latin typeface="Calibri"/>
              </a:rPr>
              <a:t>=0</a:t>
            </a:r>
            <a:endParaRPr/>
          </a:p>
        </p:txBody>
      </p:sp>
      <p:sp>
        <p:nvSpPr>
          <p:cNvPr id="51" name="Line 14"/>
          <p:cNvSpPr/>
          <p:nvPr/>
        </p:nvSpPr>
        <p:spPr>
          <a:xfrm>
            <a:off x="3999960" y="2936520"/>
            <a:ext cx="221400" cy="0"/>
          </a:xfrm>
          <a:prstGeom prst="line">
            <a:avLst/>
          </a:prstGeom>
          <a:ln cap="rnd" w="19080">
            <a:solidFill>
              <a:srgbClr val="00b050"/>
            </a:solidFill>
            <a:custDash>
              <a:ds d="2809000000" sp="2809000000"/>
            </a:custDash>
            <a:round/>
          </a:ln>
        </p:spPr>
      </p:sp>
      <p:sp>
        <p:nvSpPr>
          <p:cNvPr id="52" name="Line 15"/>
          <p:cNvSpPr/>
          <p:nvPr/>
        </p:nvSpPr>
        <p:spPr>
          <a:xfrm>
            <a:off x="4210560" y="1987560"/>
            <a:ext cx="2271600" cy="1728000"/>
          </a:xfrm>
          <a:prstGeom prst="line">
            <a:avLst/>
          </a:prstGeom>
          <a:ln w="28440">
            <a:solidFill>
              <a:srgbClr val="ff0000"/>
            </a:solidFill>
            <a:round/>
          </a:ln>
        </p:spPr>
      </p:sp>
      <p:sp>
        <p:nvSpPr>
          <p:cNvPr id="53" name="Line 16"/>
          <p:cNvSpPr/>
          <p:nvPr/>
        </p:nvSpPr>
        <p:spPr>
          <a:xfrm>
            <a:off x="4237920" y="1415880"/>
            <a:ext cx="2242080" cy="520920"/>
          </a:xfrm>
          <a:prstGeom prst="line">
            <a:avLst/>
          </a:prstGeom>
          <a:ln w="28440">
            <a:solidFill>
              <a:srgbClr val="0070c0"/>
            </a:solidFill>
            <a:round/>
          </a:ln>
        </p:spPr>
      </p:sp>
      <p:sp>
        <p:nvSpPr>
          <p:cNvPr id="54" name="Line 17"/>
          <p:cNvSpPr/>
          <p:nvPr/>
        </p:nvSpPr>
        <p:spPr>
          <a:xfrm flipV="1">
            <a:off x="4210560" y="1403280"/>
            <a:ext cx="2296800" cy="812880"/>
          </a:xfrm>
          <a:prstGeom prst="line">
            <a:avLst/>
          </a:prstGeom>
          <a:ln cap="rnd" w="19080">
            <a:solidFill>
              <a:srgbClr val="00b050"/>
            </a:solidFill>
            <a:custDash>
              <a:ds d="2809000000" sp="2809000000"/>
            </a:custDash>
            <a:round/>
          </a:ln>
        </p:spPr>
      </p:sp>
      <p:sp>
        <p:nvSpPr>
          <p:cNvPr id="55" name="Line 18"/>
          <p:cNvSpPr/>
          <p:nvPr/>
        </p:nvSpPr>
        <p:spPr>
          <a:xfrm>
            <a:off x="4255200" y="2221560"/>
            <a:ext cx="2232360" cy="794880"/>
          </a:xfrm>
          <a:prstGeom prst="line">
            <a:avLst/>
          </a:prstGeom>
          <a:ln cap="rnd" w="19080">
            <a:solidFill>
              <a:srgbClr val="00b050"/>
            </a:solidFill>
            <a:custDash>
              <a:ds d="2809000000" sp="2809000000"/>
            </a:custDash>
            <a:round/>
          </a:ln>
        </p:spPr>
      </p:sp>
      <p:sp>
        <p:nvSpPr>
          <p:cNvPr id="56" name="Line 19"/>
          <p:cNvSpPr/>
          <p:nvPr/>
        </p:nvSpPr>
        <p:spPr>
          <a:xfrm>
            <a:off x="4010400" y="3354120"/>
            <a:ext cx="210600" cy="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57" name="Line 20"/>
          <p:cNvSpPr/>
          <p:nvPr/>
        </p:nvSpPr>
        <p:spPr>
          <a:xfrm>
            <a:off x="4005360" y="1987560"/>
            <a:ext cx="210600" cy="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58" name="Line 21"/>
          <p:cNvSpPr/>
          <p:nvPr/>
        </p:nvSpPr>
        <p:spPr>
          <a:xfrm>
            <a:off x="4015440" y="1403280"/>
            <a:ext cx="210600" cy="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59" name="Line 22"/>
          <p:cNvSpPr/>
          <p:nvPr/>
        </p:nvSpPr>
        <p:spPr>
          <a:xfrm>
            <a:off x="4010400" y="4234320"/>
            <a:ext cx="221760" cy="0"/>
          </a:xfrm>
          <a:prstGeom prst="line">
            <a:avLst/>
          </a:prstGeom>
          <a:ln cap="rnd" w="19080">
            <a:solidFill>
              <a:srgbClr val="00b050"/>
            </a:solidFill>
            <a:custDash>
              <a:ds d="2809000000" sp="2809000000"/>
            </a:custDash>
            <a:round/>
          </a:ln>
        </p:spPr>
      </p:sp>
      <p:sp>
        <p:nvSpPr>
          <p:cNvPr id="60" name="Line 23"/>
          <p:cNvSpPr/>
          <p:nvPr/>
        </p:nvSpPr>
        <p:spPr>
          <a:xfrm>
            <a:off x="4001400" y="6171480"/>
            <a:ext cx="210600" cy="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61" name="Line 24"/>
          <p:cNvSpPr/>
          <p:nvPr/>
        </p:nvSpPr>
        <p:spPr>
          <a:xfrm>
            <a:off x="3996720" y="7872840"/>
            <a:ext cx="210240" cy="0"/>
          </a:xfrm>
          <a:prstGeom prst="line">
            <a:avLst/>
          </a:prstGeom>
          <a:ln w="28440">
            <a:solidFill>
              <a:srgbClr val="000000"/>
            </a:solidFill>
            <a:round/>
          </a:ln>
        </p:spPr>
      </p:sp>
      <p:sp>
        <p:nvSpPr>
          <p:cNvPr id="62" name="Line 25"/>
          <p:cNvSpPr/>
          <p:nvPr/>
        </p:nvSpPr>
        <p:spPr>
          <a:xfrm flipV="1">
            <a:off x="4237920" y="1680120"/>
            <a:ext cx="2269440" cy="1256400"/>
          </a:xfrm>
          <a:prstGeom prst="line">
            <a:avLst/>
          </a:prstGeom>
          <a:ln cap="rnd" w="19080">
            <a:solidFill>
              <a:srgbClr val="00b050"/>
            </a:solidFill>
            <a:custDash>
              <a:ds d="2809000000" sp="2809000000"/>
            </a:custDash>
            <a:round/>
          </a:ln>
        </p:spPr>
      </p:sp>
      <p:sp>
        <p:nvSpPr>
          <p:cNvPr id="63" name="Line 26"/>
          <p:cNvSpPr/>
          <p:nvPr/>
        </p:nvSpPr>
        <p:spPr>
          <a:xfrm>
            <a:off x="4237920" y="2936520"/>
            <a:ext cx="2242080" cy="1164600"/>
          </a:xfrm>
          <a:prstGeom prst="line">
            <a:avLst/>
          </a:prstGeom>
          <a:ln cap="rnd" w="19080">
            <a:solidFill>
              <a:srgbClr val="00b050"/>
            </a:solidFill>
            <a:custDash>
              <a:ds d="2809000000" sp="2809000000"/>
            </a:custDash>
            <a:round/>
          </a:ln>
        </p:spPr>
      </p:sp>
      <p:sp>
        <p:nvSpPr>
          <p:cNvPr id="64" name="CustomShape 27"/>
          <p:cNvSpPr/>
          <p:nvPr/>
        </p:nvSpPr>
        <p:spPr>
          <a:xfrm>
            <a:off x="6281280" y="63720"/>
            <a:ext cx="127944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0070c0"/>
                </a:solidFill>
                <a:latin typeface="Calibri"/>
              </a:rPr>
              <a:t>IS</a:t>
            </a:r>
            <a:r>
              <a:rPr lang="en-US" sz="1400" baseline="-25000">
                <a:solidFill>
                  <a:srgbClr val="0070c0"/>
                </a:solidFill>
                <a:latin typeface="Calibri"/>
              </a:rPr>
              <a:t>z</a:t>
            </a:r>
            <a:r>
              <a:rPr lang="en-US" sz="1400">
                <a:solidFill>
                  <a:srgbClr val="0070c0"/>
                </a:solidFill>
                <a:latin typeface="Calibri"/>
              </a:rPr>
              <a:t>=+1,+1&gt;</a:t>
            </a:r>
            <a:endParaRPr/>
          </a:p>
        </p:txBody>
      </p:sp>
      <p:sp>
        <p:nvSpPr>
          <p:cNvPr id="65" name="CustomShape 28"/>
          <p:cNvSpPr/>
          <p:nvPr/>
        </p:nvSpPr>
        <p:spPr>
          <a:xfrm>
            <a:off x="6306480" y="1753560"/>
            <a:ext cx="119412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0070c0"/>
                </a:solidFill>
                <a:latin typeface="Calibri"/>
              </a:rPr>
              <a:t>IS</a:t>
            </a:r>
            <a:r>
              <a:rPr lang="en-US" sz="1400" baseline="-25000">
                <a:solidFill>
                  <a:srgbClr val="0070c0"/>
                </a:solidFill>
                <a:latin typeface="Calibri"/>
              </a:rPr>
              <a:t>z</a:t>
            </a:r>
            <a:r>
              <a:rPr lang="en-US" sz="1400">
                <a:solidFill>
                  <a:srgbClr val="0070c0"/>
                </a:solidFill>
                <a:latin typeface="Calibri"/>
              </a:rPr>
              <a:t>=-1,+1&gt;</a:t>
            </a:r>
            <a:endParaRPr/>
          </a:p>
        </p:txBody>
      </p:sp>
      <p:sp>
        <p:nvSpPr>
          <p:cNvPr id="66" name="CustomShape 29"/>
          <p:cNvSpPr/>
          <p:nvPr/>
        </p:nvSpPr>
        <p:spPr>
          <a:xfrm>
            <a:off x="6311160" y="2634120"/>
            <a:ext cx="113004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0070c0"/>
                </a:solidFill>
                <a:latin typeface="Calibri"/>
              </a:rPr>
              <a:t>IS</a:t>
            </a:r>
            <a:r>
              <a:rPr lang="en-US" sz="1400" baseline="-25000">
                <a:solidFill>
                  <a:srgbClr val="0070c0"/>
                </a:solidFill>
                <a:latin typeface="Calibri"/>
              </a:rPr>
              <a:t>z</a:t>
            </a:r>
            <a:r>
              <a:rPr lang="en-US" sz="1400">
                <a:solidFill>
                  <a:srgbClr val="0070c0"/>
                </a:solidFill>
                <a:latin typeface="Calibri"/>
              </a:rPr>
              <a:t>=0,+1&gt;</a:t>
            </a:r>
            <a:endParaRPr/>
          </a:p>
        </p:txBody>
      </p:sp>
      <p:sp>
        <p:nvSpPr>
          <p:cNvPr id="67" name="CustomShape 30"/>
          <p:cNvSpPr/>
          <p:nvPr/>
        </p:nvSpPr>
        <p:spPr>
          <a:xfrm>
            <a:off x="6331320" y="3514320"/>
            <a:ext cx="110880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ff0000"/>
                </a:solidFill>
                <a:latin typeface="Calibri"/>
              </a:rPr>
              <a:t>IS</a:t>
            </a:r>
            <a:r>
              <a:rPr lang="en-US" sz="1400" baseline="-25000">
                <a:solidFill>
                  <a:srgbClr val="ff0000"/>
                </a:solidFill>
                <a:latin typeface="Calibri"/>
              </a:rPr>
              <a:t>z</a:t>
            </a:r>
            <a:r>
              <a:rPr lang="en-US" sz="1400">
                <a:solidFill>
                  <a:srgbClr val="ff0000"/>
                </a:solidFill>
                <a:latin typeface="Calibri"/>
              </a:rPr>
              <a:t>=-1,-1&gt;</a:t>
            </a:r>
            <a:endParaRPr/>
          </a:p>
        </p:txBody>
      </p:sp>
      <p:sp>
        <p:nvSpPr>
          <p:cNvPr id="68" name="CustomShape 31"/>
          <p:cNvSpPr/>
          <p:nvPr/>
        </p:nvSpPr>
        <p:spPr>
          <a:xfrm>
            <a:off x="6306480" y="666000"/>
            <a:ext cx="119412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ff0000"/>
                </a:solidFill>
                <a:latin typeface="Calibri"/>
              </a:rPr>
              <a:t>IS</a:t>
            </a:r>
            <a:r>
              <a:rPr lang="en-US" sz="1400" baseline="-25000">
                <a:solidFill>
                  <a:srgbClr val="ff0000"/>
                </a:solidFill>
                <a:latin typeface="Calibri"/>
              </a:rPr>
              <a:t>z</a:t>
            </a:r>
            <a:r>
              <a:rPr lang="en-US" sz="1400">
                <a:solidFill>
                  <a:srgbClr val="ff0000"/>
                </a:solidFill>
                <a:latin typeface="Calibri"/>
              </a:rPr>
              <a:t>=+1,-1&gt;</a:t>
            </a:r>
            <a:endParaRPr/>
          </a:p>
        </p:txBody>
      </p:sp>
      <p:sp>
        <p:nvSpPr>
          <p:cNvPr id="69" name="CustomShape 32"/>
          <p:cNvSpPr/>
          <p:nvPr/>
        </p:nvSpPr>
        <p:spPr>
          <a:xfrm>
            <a:off x="6336360" y="3754440"/>
            <a:ext cx="104472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ff0000"/>
                </a:solidFill>
                <a:latin typeface="Calibri"/>
              </a:rPr>
              <a:t>IS</a:t>
            </a:r>
            <a:r>
              <a:rPr lang="en-US" sz="1400" baseline="-25000">
                <a:solidFill>
                  <a:srgbClr val="ff0000"/>
                </a:solidFill>
                <a:latin typeface="Calibri"/>
              </a:rPr>
              <a:t>z</a:t>
            </a:r>
            <a:r>
              <a:rPr lang="en-US" sz="1400">
                <a:solidFill>
                  <a:srgbClr val="ff0000"/>
                </a:solidFill>
                <a:latin typeface="Calibri"/>
              </a:rPr>
              <a:t>=0,-1&gt;</a:t>
            </a:r>
            <a:endParaRPr/>
          </a:p>
        </p:txBody>
      </p:sp>
      <p:sp>
        <p:nvSpPr>
          <p:cNvPr id="70" name="Line 33"/>
          <p:cNvSpPr/>
          <p:nvPr/>
        </p:nvSpPr>
        <p:spPr>
          <a:xfrm>
            <a:off x="4238640" y="3354120"/>
            <a:ext cx="2281680" cy="536040"/>
          </a:xfrm>
          <a:prstGeom prst="line">
            <a:avLst/>
          </a:prstGeom>
          <a:ln w="28440">
            <a:solidFill>
              <a:srgbClr val="ff0000"/>
            </a:solidFill>
            <a:round/>
          </a:ln>
        </p:spPr>
      </p:sp>
      <p:sp>
        <p:nvSpPr>
          <p:cNvPr id="71" name="Line 34"/>
          <p:cNvSpPr/>
          <p:nvPr/>
        </p:nvSpPr>
        <p:spPr>
          <a:xfrm flipV="1">
            <a:off x="4219920" y="2856240"/>
            <a:ext cx="2262240" cy="497880"/>
          </a:xfrm>
          <a:prstGeom prst="line">
            <a:avLst/>
          </a:prstGeom>
          <a:ln w="28440">
            <a:solidFill>
              <a:srgbClr val="0070c0"/>
            </a:solidFill>
            <a:round/>
          </a:ln>
        </p:spPr>
      </p:sp>
      <p:sp>
        <p:nvSpPr>
          <p:cNvPr id="72" name="CustomShape 35"/>
          <p:cNvSpPr/>
          <p:nvPr/>
        </p:nvSpPr>
        <p:spPr>
          <a:xfrm>
            <a:off x="6306480" y="2874240"/>
            <a:ext cx="119412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00b050"/>
                </a:solidFill>
                <a:latin typeface="Calibri"/>
              </a:rPr>
              <a:t>IS</a:t>
            </a:r>
            <a:r>
              <a:rPr lang="en-US" sz="1400" baseline="-25000">
                <a:solidFill>
                  <a:srgbClr val="00b050"/>
                </a:solidFill>
                <a:latin typeface="Calibri"/>
              </a:rPr>
              <a:t>z</a:t>
            </a:r>
            <a:r>
              <a:rPr lang="en-US" sz="1400">
                <a:solidFill>
                  <a:srgbClr val="00b050"/>
                </a:solidFill>
                <a:latin typeface="Calibri"/>
              </a:rPr>
              <a:t>=-1,+2&gt;</a:t>
            </a:r>
            <a:endParaRPr/>
          </a:p>
        </p:txBody>
      </p:sp>
      <p:sp>
        <p:nvSpPr>
          <p:cNvPr id="73" name="CustomShape 36"/>
          <p:cNvSpPr/>
          <p:nvPr/>
        </p:nvSpPr>
        <p:spPr>
          <a:xfrm>
            <a:off x="5161680" y="962280"/>
            <a:ext cx="353880" cy="344520"/>
          </a:xfrm>
          <a:prstGeom prst="ellipse">
            <a:avLst/>
          </a:prstGeom>
          <a:noFill/>
          <a:ln cap="rnd" w="19080">
            <a:solidFill>
              <a:srgbClr val="ff0000"/>
            </a:solidFill>
            <a:custDash>
              <a:ds d="8427000000" sp="2809000000"/>
            </a:custDash>
            <a:round/>
          </a:ln>
        </p:spPr>
      </p:sp>
      <p:sp>
        <p:nvSpPr>
          <p:cNvPr id="74" name="CustomShape 37"/>
          <p:cNvSpPr/>
          <p:nvPr/>
        </p:nvSpPr>
        <p:spPr>
          <a:xfrm>
            <a:off x="4547520" y="2234520"/>
            <a:ext cx="353880" cy="344520"/>
          </a:xfrm>
          <a:prstGeom prst="ellipse">
            <a:avLst/>
          </a:prstGeom>
          <a:noFill/>
          <a:ln cap="rnd" w="19080">
            <a:solidFill>
              <a:srgbClr val="ff0000"/>
            </a:solidFill>
            <a:custDash>
              <a:ds d="8427000000" sp="2809000000"/>
            </a:custDash>
            <a:round/>
          </a:ln>
        </p:spPr>
      </p:sp>
      <p:sp>
        <p:nvSpPr>
          <p:cNvPr id="75" name="CustomShape 38"/>
          <p:cNvSpPr/>
          <p:nvPr/>
        </p:nvSpPr>
        <p:spPr>
          <a:xfrm>
            <a:off x="4092480" y="3181680"/>
            <a:ext cx="353880" cy="344520"/>
          </a:xfrm>
          <a:prstGeom prst="ellipse">
            <a:avLst/>
          </a:prstGeom>
          <a:noFill/>
          <a:ln cap="rnd" w="19080">
            <a:solidFill>
              <a:srgbClr val="ff0000"/>
            </a:solidFill>
            <a:custDash>
              <a:ds d="8427000000" sp="2809000000"/>
            </a:custDash>
            <a:round/>
          </a:ln>
        </p:spPr>
      </p:sp>
      <p:sp>
        <p:nvSpPr>
          <p:cNvPr id="76" name="CustomShape 39"/>
          <p:cNvSpPr/>
          <p:nvPr/>
        </p:nvSpPr>
        <p:spPr>
          <a:xfrm>
            <a:off x="6055200" y="2755080"/>
            <a:ext cx="353880" cy="344520"/>
          </a:xfrm>
          <a:prstGeom prst="ellipse">
            <a:avLst/>
          </a:prstGeom>
          <a:noFill/>
          <a:ln cap="rnd" w="19080">
            <a:solidFill>
              <a:srgbClr val="ff0000"/>
            </a:solidFill>
            <a:custDash>
              <a:ds d="8427000000" sp="2809000000"/>
            </a:custDash>
            <a:round/>
          </a:ln>
        </p:spPr>
      </p:sp>
      <p:sp>
        <p:nvSpPr>
          <p:cNvPr id="77" name="CustomShape 40"/>
          <p:cNvSpPr/>
          <p:nvPr/>
        </p:nvSpPr>
        <p:spPr>
          <a:xfrm>
            <a:off x="6306480" y="1204200"/>
            <a:ext cx="119412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00b050"/>
                </a:solidFill>
                <a:latin typeface="Calibri"/>
              </a:rPr>
              <a:t>IS</a:t>
            </a:r>
            <a:r>
              <a:rPr lang="en-US" sz="1400" baseline="-25000">
                <a:solidFill>
                  <a:srgbClr val="00b050"/>
                </a:solidFill>
                <a:latin typeface="Calibri"/>
              </a:rPr>
              <a:t>z</a:t>
            </a:r>
            <a:r>
              <a:rPr lang="en-US" sz="1400">
                <a:solidFill>
                  <a:srgbClr val="00b050"/>
                </a:solidFill>
                <a:latin typeface="Calibri"/>
              </a:rPr>
              <a:t>=+1,-2&gt;</a:t>
            </a:r>
            <a:endParaRPr/>
          </a:p>
        </p:txBody>
      </p:sp>
      <p:sp>
        <p:nvSpPr>
          <p:cNvPr id="78" name="CustomShape 41"/>
          <p:cNvSpPr/>
          <p:nvPr/>
        </p:nvSpPr>
        <p:spPr>
          <a:xfrm>
            <a:off x="6281280" y="1491480"/>
            <a:ext cx="127944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00b050"/>
                </a:solidFill>
                <a:latin typeface="Calibri"/>
              </a:rPr>
              <a:t>IS</a:t>
            </a:r>
            <a:r>
              <a:rPr lang="en-US" sz="1400" baseline="-25000">
                <a:solidFill>
                  <a:srgbClr val="00b050"/>
                </a:solidFill>
                <a:latin typeface="Calibri"/>
              </a:rPr>
              <a:t>z</a:t>
            </a:r>
            <a:r>
              <a:rPr lang="en-US" sz="1400">
                <a:solidFill>
                  <a:srgbClr val="00b050"/>
                </a:solidFill>
                <a:latin typeface="Calibri"/>
              </a:rPr>
              <a:t>=+1,+2&gt;</a:t>
            </a:r>
            <a:endParaRPr/>
          </a:p>
        </p:txBody>
      </p:sp>
      <p:sp>
        <p:nvSpPr>
          <p:cNvPr id="79" name="CustomShape 42"/>
          <p:cNvSpPr/>
          <p:nvPr/>
        </p:nvSpPr>
        <p:spPr>
          <a:xfrm>
            <a:off x="6331320" y="3972600"/>
            <a:ext cx="1108800" cy="3322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400">
                <a:solidFill>
                  <a:srgbClr val="00b050"/>
                </a:solidFill>
                <a:latin typeface="Calibri"/>
              </a:rPr>
              <a:t>IS</a:t>
            </a:r>
            <a:r>
              <a:rPr lang="en-US" sz="1400" baseline="-25000">
                <a:solidFill>
                  <a:srgbClr val="00b050"/>
                </a:solidFill>
                <a:latin typeface="Calibri"/>
              </a:rPr>
              <a:t>z</a:t>
            </a:r>
            <a:r>
              <a:rPr lang="en-US" sz="1400">
                <a:solidFill>
                  <a:srgbClr val="00b050"/>
                </a:solidFill>
                <a:latin typeface="Calibri"/>
              </a:rPr>
              <a:t>=-1,-2&gt;</a:t>
            </a:r>
            <a:endParaRPr/>
          </a:p>
        </p:txBody>
      </p:sp>
      <p:sp>
        <p:nvSpPr>
          <p:cNvPr id="80" name="CustomShape 43"/>
          <p:cNvSpPr/>
          <p:nvPr/>
        </p:nvSpPr>
        <p:spPr>
          <a:xfrm flipH="1">
            <a:off x="5151960" y="3164760"/>
            <a:ext cx="8280" cy="4679640"/>
          </a:xfrm>
          <a:prstGeom prst="straightConnector1">
            <a:avLst/>
          </a:prstGeom>
          <a:noFill/>
          <a:ln w="9360">
            <a:solidFill>
              <a:srgbClr val="4a7ebb"/>
            </a:solidFill>
            <a:round/>
            <a:tailEnd len="med" type="arrow" w="med"/>
          </a:ln>
        </p:spPr>
      </p:sp>
      <p:sp>
        <p:nvSpPr>
          <p:cNvPr id="81" name="CustomShape 44"/>
          <p:cNvSpPr/>
          <p:nvPr/>
        </p:nvSpPr>
        <p:spPr>
          <a:xfrm flipH="1">
            <a:off x="5304600" y="3683520"/>
            <a:ext cx="360" cy="4160880"/>
          </a:xfrm>
          <a:prstGeom prst="straightConnector1">
            <a:avLst/>
          </a:prstGeom>
          <a:noFill/>
          <a:ln w="9360">
            <a:solidFill>
              <a:srgbClr val="ff0000"/>
            </a:solidFill>
            <a:round/>
            <a:tailEnd len="med" type="arrow" w="med"/>
          </a:ln>
        </p:spPr>
      </p:sp>
      <p:sp>
        <p:nvSpPr>
          <p:cNvPr id="82" name="CustomShape 45"/>
          <p:cNvSpPr/>
          <p:nvPr/>
        </p:nvSpPr>
        <p:spPr>
          <a:xfrm>
            <a:off x="5302080" y="5046480"/>
            <a:ext cx="424800" cy="3949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000">
                <a:solidFill>
                  <a:srgbClr val="ff0000"/>
                </a:solidFill>
                <a:latin typeface="Symbol"/>
              </a:rPr>
              <a:t>s</a:t>
            </a:r>
            <a:r>
              <a:rPr lang="en-US" sz="2000">
                <a:solidFill>
                  <a:srgbClr val="ff0000"/>
                </a:solidFill>
                <a:latin typeface="Calibri"/>
              </a:rPr>
              <a:t>-</a:t>
            </a:r>
            <a:endParaRPr/>
          </a:p>
        </p:txBody>
      </p:sp>
      <p:sp>
        <p:nvSpPr>
          <p:cNvPr id="83" name="CustomShape 46"/>
          <p:cNvSpPr/>
          <p:nvPr/>
        </p:nvSpPr>
        <p:spPr>
          <a:xfrm>
            <a:off x="1966320" y="4730760"/>
            <a:ext cx="353880" cy="344520"/>
          </a:xfrm>
          <a:prstGeom prst="ellipse">
            <a:avLst/>
          </a:prstGeom>
          <a:noFill/>
          <a:ln w="19080">
            <a:solidFill>
              <a:srgbClr val="ff0000"/>
            </a:solidFill>
            <a:round/>
          </a:ln>
        </p:spPr>
      </p:sp>
      <p:sp>
        <p:nvSpPr>
          <p:cNvPr id="84" name="CustomShape 47"/>
          <p:cNvSpPr/>
          <p:nvPr/>
        </p:nvSpPr>
        <p:spPr>
          <a:xfrm>
            <a:off x="2038320" y="2843640"/>
            <a:ext cx="353880" cy="344520"/>
          </a:xfrm>
          <a:prstGeom prst="ellipse">
            <a:avLst/>
          </a:prstGeom>
          <a:noFill/>
          <a:ln w="19080">
            <a:solidFill>
              <a:srgbClr val="ff0000"/>
            </a:solidFill>
            <a:round/>
          </a:ln>
        </p:spPr>
      </p:sp>
      <p:sp>
        <p:nvSpPr>
          <p:cNvPr id="85" name="CustomShape 48"/>
          <p:cNvSpPr/>
          <p:nvPr/>
        </p:nvSpPr>
        <p:spPr>
          <a:xfrm>
            <a:off x="2038320" y="6660360"/>
            <a:ext cx="353880" cy="344520"/>
          </a:xfrm>
          <a:prstGeom prst="ellipse">
            <a:avLst/>
          </a:prstGeom>
          <a:noFill/>
          <a:ln w="19080">
            <a:solidFill>
              <a:srgbClr val="ff0000"/>
            </a:solidFill>
            <a:round/>
          </a:ln>
        </p:spPr>
      </p:sp>
      <p:sp>
        <p:nvSpPr>
          <p:cNvPr id="86" name="CustomShape 49"/>
          <p:cNvSpPr/>
          <p:nvPr/>
        </p:nvSpPr>
        <p:spPr>
          <a:xfrm>
            <a:off x="1469880" y="4140000"/>
            <a:ext cx="353880" cy="344520"/>
          </a:xfrm>
          <a:prstGeom prst="ellipse">
            <a:avLst/>
          </a:prstGeom>
          <a:noFill/>
          <a:ln w="19080">
            <a:solidFill>
              <a:srgbClr val="ff0000"/>
            </a:solidFill>
            <a:round/>
          </a:ln>
        </p:spPr>
      </p:sp>
      <p:sp>
        <p:nvSpPr>
          <p:cNvPr id="87" name="CustomShape 50"/>
          <p:cNvSpPr/>
          <p:nvPr/>
        </p:nvSpPr>
        <p:spPr>
          <a:xfrm>
            <a:off x="4378320" y="2843640"/>
            <a:ext cx="495000" cy="33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ff0000"/>
                </a:solidFill>
                <a:latin typeface="Times New Roman"/>
              </a:rPr>
              <a:t>(1)</a:t>
            </a:r>
            <a:endParaRPr/>
          </a:p>
        </p:txBody>
      </p:sp>
      <p:sp>
        <p:nvSpPr>
          <p:cNvPr id="88" name="CustomShape 51"/>
          <p:cNvSpPr/>
          <p:nvPr/>
        </p:nvSpPr>
        <p:spPr>
          <a:xfrm>
            <a:off x="5157000" y="611640"/>
            <a:ext cx="569520" cy="3333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ff0000"/>
                </a:solidFill>
                <a:latin typeface="Times New Roman"/>
              </a:rPr>
              <a:t>(2,3)</a:t>
            </a:r>
            <a:endParaRPr/>
          </a:p>
        </p:txBody>
      </p:sp>
      <p:sp>
        <p:nvSpPr>
          <p:cNvPr id="89" name="CustomShape 52"/>
          <p:cNvSpPr/>
          <p:nvPr/>
        </p:nvSpPr>
        <p:spPr>
          <a:xfrm>
            <a:off x="4740840" y="1944720"/>
            <a:ext cx="416880" cy="3333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ff0000"/>
                </a:solidFill>
                <a:latin typeface="Times New Roman"/>
              </a:rPr>
              <a:t>(4)</a:t>
            </a:r>
            <a:endParaRPr/>
          </a:p>
        </p:txBody>
      </p:sp>
      <p:sp>
        <p:nvSpPr>
          <p:cNvPr id="90" name="CustomShape 53"/>
          <p:cNvSpPr/>
          <p:nvPr/>
        </p:nvSpPr>
        <p:spPr>
          <a:xfrm>
            <a:off x="6032160" y="2339640"/>
            <a:ext cx="416880" cy="3333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ff0000"/>
                </a:solidFill>
                <a:latin typeface="Times New Roman"/>
              </a:rPr>
              <a:t>(5)</a:t>
            </a:r>
            <a:endParaRPr/>
          </a:p>
        </p:txBody>
      </p:sp>
      <p:sp>
        <p:nvSpPr>
          <p:cNvPr id="91" name="CustomShape 54"/>
          <p:cNvSpPr/>
          <p:nvPr/>
        </p:nvSpPr>
        <p:spPr>
          <a:xfrm>
            <a:off x="3125880" y="1713960"/>
            <a:ext cx="50220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en-US" sz="2400">
                <a:solidFill>
                  <a:srgbClr val="ff0000"/>
                </a:solidFill>
                <a:latin typeface="Symbol"/>
              </a:rPr>
              <a:t>s</a:t>
            </a:r>
            <a:r>
              <a:rPr b="1" lang="en-US" sz="2400">
                <a:solidFill>
                  <a:srgbClr val="ff0000"/>
                </a:solidFill>
                <a:latin typeface="Calibri"/>
              </a:rPr>
              <a:t>-</a:t>
            </a:r>
            <a:endParaRPr/>
          </a:p>
        </p:txBody>
      </p:sp>
      <p:sp>
        <p:nvSpPr>
          <p:cNvPr id="92" name="CustomShape 55"/>
          <p:cNvSpPr/>
          <p:nvPr/>
        </p:nvSpPr>
        <p:spPr>
          <a:xfrm>
            <a:off x="4059720" y="8193960"/>
            <a:ext cx="282960" cy="3333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000000"/>
                </a:solidFill>
                <a:latin typeface="Times New Roman"/>
              </a:rPr>
              <a:t>0</a:t>
            </a:r>
            <a:endParaRPr/>
          </a:p>
        </p:txBody>
      </p:sp>
      <p:sp>
        <p:nvSpPr>
          <p:cNvPr id="93" name="CustomShape 56"/>
          <p:cNvSpPr/>
          <p:nvPr/>
        </p:nvSpPr>
        <p:spPr>
          <a:xfrm>
            <a:off x="2416320" y="4428000"/>
            <a:ext cx="416880" cy="3333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ff0000"/>
                </a:solidFill>
                <a:latin typeface="Times New Roman"/>
              </a:rPr>
              <a:t>(1)</a:t>
            </a:r>
            <a:endParaRPr/>
          </a:p>
        </p:txBody>
      </p:sp>
      <p:sp>
        <p:nvSpPr>
          <p:cNvPr id="94" name="CustomShape 57"/>
          <p:cNvSpPr/>
          <p:nvPr/>
        </p:nvSpPr>
        <p:spPr>
          <a:xfrm>
            <a:off x="2331360" y="2619720"/>
            <a:ext cx="416880" cy="3333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ff0000"/>
                </a:solidFill>
                <a:latin typeface="Times New Roman"/>
              </a:rPr>
              <a:t>(2)</a:t>
            </a:r>
            <a:endParaRPr/>
          </a:p>
        </p:txBody>
      </p:sp>
      <p:sp>
        <p:nvSpPr>
          <p:cNvPr id="95" name="CustomShape 58"/>
          <p:cNvSpPr/>
          <p:nvPr/>
        </p:nvSpPr>
        <p:spPr>
          <a:xfrm>
            <a:off x="1611360" y="6681600"/>
            <a:ext cx="416880" cy="3333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ff0000"/>
                </a:solidFill>
                <a:latin typeface="Times New Roman"/>
              </a:rPr>
              <a:t>(3)</a:t>
            </a:r>
            <a:endParaRPr/>
          </a:p>
        </p:txBody>
      </p:sp>
      <p:sp>
        <p:nvSpPr>
          <p:cNvPr id="96" name="CustomShape 59"/>
          <p:cNvSpPr/>
          <p:nvPr/>
        </p:nvSpPr>
        <p:spPr>
          <a:xfrm>
            <a:off x="1041480" y="4140000"/>
            <a:ext cx="416880" cy="3333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ff0000"/>
                </a:solidFill>
                <a:latin typeface="Times New Roman"/>
              </a:rPr>
              <a:t>(4)</a:t>
            </a:r>
            <a:endParaRPr/>
          </a:p>
        </p:txBody>
      </p:sp>
      <p:sp>
        <p:nvSpPr>
          <p:cNvPr id="97" name="CustomShape 60"/>
          <p:cNvSpPr/>
          <p:nvPr/>
        </p:nvSpPr>
        <p:spPr>
          <a:xfrm>
            <a:off x="437400" y="6346800"/>
            <a:ext cx="103680" cy="16848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sp>
        <p:nvSpPr>
          <p:cNvPr id="98" name="CustomShape 61"/>
          <p:cNvSpPr/>
          <p:nvPr/>
        </p:nvSpPr>
        <p:spPr>
          <a:xfrm>
            <a:off x="355680" y="7760160"/>
            <a:ext cx="103680" cy="16848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sp>
        <p:nvSpPr>
          <p:cNvPr id="99" name="Line 62"/>
          <p:cNvSpPr/>
          <p:nvPr/>
        </p:nvSpPr>
        <p:spPr>
          <a:xfrm flipV="1">
            <a:off x="4185720" y="5316480"/>
            <a:ext cx="15840" cy="29278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</p:sp>
      <p:sp>
        <p:nvSpPr>
          <p:cNvPr id="100" name="CustomShape 63"/>
          <p:cNvSpPr/>
          <p:nvPr/>
        </p:nvSpPr>
        <p:spPr>
          <a:xfrm>
            <a:off x="4082040" y="5283360"/>
            <a:ext cx="226080" cy="1609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</p:sp>
      <p:sp>
        <p:nvSpPr>
          <p:cNvPr id="101" name="CustomShape 64"/>
          <p:cNvSpPr/>
          <p:nvPr/>
        </p:nvSpPr>
        <p:spPr>
          <a:xfrm>
            <a:off x="4082040" y="5148000"/>
            <a:ext cx="226080" cy="1609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</p:sp>
      <p:sp>
        <p:nvSpPr>
          <p:cNvPr id="102" name="CustomShape 65"/>
          <p:cNvSpPr/>
          <p:nvPr/>
        </p:nvSpPr>
        <p:spPr>
          <a:xfrm>
            <a:off x="1001160" y="7644960"/>
            <a:ext cx="63180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en-US" sz="2400">
                <a:solidFill>
                  <a:srgbClr val="ff0000"/>
                </a:solidFill>
                <a:latin typeface="Symbol"/>
              </a:rPr>
              <a:t>s</a:t>
            </a:r>
            <a:r>
              <a:rPr b="1" lang="en-US" sz="2400">
                <a:solidFill>
                  <a:srgbClr val="ff0000"/>
                </a:solidFill>
                <a:latin typeface="Calibri"/>
              </a:rPr>
              <a:t>+</a:t>
            </a:r>
            <a:endParaRPr/>
          </a:p>
        </p:txBody>
      </p:sp>
      <p:sp>
        <p:nvSpPr>
          <p:cNvPr id="103" name="CustomShape 66"/>
          <p:cNvSpPr/>
          <p:nvPr/>
        </p:nvSpPr>
        <p:spPr>
          <a:xfrm>
            <a:off x="4278600" y="200880"/>
            <a:ext cx="304200" cy="3333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000000"/>
                </a:solidFill>
                <a:latin typeface="Times New Roman"/>
              </a:rPr>
              <a:t>E</a:t>
            </a:r>
            <a:endParaRPr/>
          </a:p>
        </p:txBody>
      </p:sp>
      <p:sp>
        <p:nvSpPr>
          <p:cNvPr id="104" name="CustomShape 67"/>
          <p:cNvSpPr/>
          <p:nvPr/>
        </p:nvSpPr>
        <p:spPr>
          <a:xfrm flipH="1">
            <a:off x="4081320" y="6172560"/>
            <a:ext cx="9360" cy="1695240"/>
          </a:xfrm>
          <a:prstGeom prst="straightConnector1">
            <a:avLst/>
          </a:prstGeom>
          <a:noFill/>
          <a:ln w="19080">
            <a:solidFill>
              <a:srgbClr val="000000"/>
            </a:solidFill>
            <a:round/>
            <a:headEnd len="med" type="arrow" w="med"/>
            <a:tailEnd len="med" type="arrow" w="med"/>
          </a:ln>
        </p:spPr>
      </p:sp>
      <p:sp>
        <p:nvSpPr>
          <p:cNvPr id="105" name="CustomShape 68"/>
          <p:cNvSpPr/>
          <p:nvPr/>
        </p:nvSpPr>
        <p:spPr>
          <a:xfrm>
            <a:off x="4119840" y="6859080"/>
            <a:ext cx="386280" cy="36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600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sz="1600" baseline="-25000">
                <a:solidFill>
                  <a:srgbClr val="000000"/>
                </a:solidFill>
                <a:latin typeface="Times New Roman"/>
              </a:rPr>
              <a:t>0</a:t>
            </a:r>
            <a:endParaRPr/>
          </a:p>
        </p:txBody>
      </p:sp>
      <p:sp>
        <p:nvSpPr>
          <p:cNvPr id="106" name="Line 69"/>
          <p:cNvSpPr/>
          <p:nvPr/>
        </p:nvSpPr>
        <p:spPr>
          <a:xfrm>
            <a:off x="4081680" y="8183520"/>
            <a:ext cx="2839680" cy="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arrow" w="med"/>
          </a:ln>
        </p:spPr>
      </p:sp>
      <p:sp>
        <p:nvSpPr>
          <p:cNvPr id="107" name="CustomShape 70"/>
          <p:cNvSpPr/>
          <p:nvPr/>
        </p:nvSpPr>
        <p:spPr>
          <a:xfrm>
            <a:off x="3775320" y="720"/>
            <a:ext cx="505440" cy="42444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200">
                <a:solidFill>
                  <a:srgbClr val="000000"/>
                </a:solidFill>
                <a:latin typeface="Times New Roman"/>
              </a:rPr>
              <a:t>(b)</a:t>
            </a:r>
            <a:endParaRPr/>
          </a:p>
        </p:txBody>
      </p:sp>
      <p:sp>
        <p:nvSpPr>
          <p:cNvPr id="108" name="Line 71"/>
          <p:cNvSpPr/>
          <p:nvPr/>
        </p:nvSpPr>
        <p:spPr>
          <a:xfrm flipV="1">
            <a:off x="4200480" y="323280"/>
            <a:ext cx="31680" cy="4883760"/>
          </a:xfrm>
          <a:prstGeom prst="line">
            <a:avLst/>
          </a:prstGeom>
          <a:ln w="12600">
            <a:solidFill>
              <a:srgbClr val="000000"/>
            </a:solidFill>
            <a:round/>
            <a:tailEnd len="med" type="arrow" w="med"/>
          </a:ln>
        </p:spPr>
      </p:sp>
      <p:sp>
        <p:nvSpPr>
          <p:cNvPr id="109" name="CustomShape 72"/>
          <p:cNvSpPr/>
          <p:nvPr/>
        </p:nvSpPr>
        <p:spPr>
          <a:xfrm>
            <a:off x="38520" y="-57600"/>
            <a:ext cx="489960" cy="4251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200">
                <a:solidFill>
                  <a:srgbClr val="000000"/>
                </a:solidFill>
                <a:latin typeface="Times New Roman"/>
              </a:rPr>
              <a:t>(a)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