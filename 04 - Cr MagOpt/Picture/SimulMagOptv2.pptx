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7480300" cy="9144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72960" y="2138400"/>
            <a:ext cx="6730560" cy="5302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673056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328428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3821760" y="2138400"/>
            <a:ext cx="328428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60520" y="2838960"/>
            <a:ext cx="6356880" cy="90864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372960" y="490788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3821760" y="2138400"/>
            <a:ext cx="328428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328428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38217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3821760" y="490788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8217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372960" y="4907880"/>
            <a:ext cx="673056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673056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372960" y="4907880"/>
            <a:ext cx="673056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3821760" y="213840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821760" y="490788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372960" y="4907880"/>
            <a:ext cx="3284280" cy="25290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60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673056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72960" y="2138400"/>
            <a:ext cx="6730560" cy="530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4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415440" y="2138040"/>
            <a:ext cx="6645600" cy="5302440"/>
          </a:xfrm>
          <a:prstGeom prst="rect">
            <a:avLst/>
          </a:prstGeom>
          <a:ln>
            <a:noFill/>
          </a:ln>
        </p:spPr>
      </p:pic>
      <p:pic>
        <p:nvPicPr>
          <p:cNvPr id="35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415440" y="2138040"/>
            <a:ext cx="6645600" cy="530244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60520" y="2838960"/>
            <a:ext cx="6356880" cy="1959840"/>
          </a:xfrm>
          <a:prstGeom prst="rect">
            <a:avLst/>
          </a:prstGeom>
        </p:spPr>
        <p:txBody>
          <a:bodyPr lIns="0" rIns="0" tIns="0" bIns="0" anchor="ctr"/>
          <a:p>
            <a:r>
              <a:rPr lang="en-US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2960" y="2138400"/>
            <a:ext cx="6730560" cy="53024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>
                <a:latin typeface="Arial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2" descr=""/>
          <p:cNvPicPr/>
          <p:nvPr/>
        </p:nvPicPr>
        <p:blipFill>
          <a:blip r:embed="rId1"/>
          <a:srcRect l="3860" t="6469" r="0" b="0"/>
          <a:stretch>
            <a:fillRect/>
          </a:stretch>
        </p:blipFill>
        <p:spPr>
          <a:xfrm>
            <a:off x="72360" y="248400"/>
            <a:ext cx="3827880" cy="1904400"/>
          </a:xfrm>
          <a:prstGeom prst="rect">
            <a:avLst/>
          </a:prstGeom>
          <a:ln>
            <a:noFill/>
          </a:ln>
        </p:spPr>
      </p:pic>
      <p:pic>
        <p:nvPicPr>
          <p:cNvPr id="37" name="Picture 3" descr=""/>
          <p:cNvPicPr/>
          <p:nvPr/>
        </p:nvPicPr>
        <p:blipFill>
          <a:blip r:embed="rId2"/>
          <a:srcRect l="5128" t="2027" r="0" b="0"/>
          <a:stretch>
            <a:fillRect/>
          </a:stretch>
        </p:blipFill>
        <p:spPr>
          <a:xfrm>
            <a:off x="204480" y="1926360"/>
            <a:ext cx="3804120" cy="7105680"/>
          </a:xfrm>
          <a:prstGeom prst="rect">
            <a:avLst/>
          </a:prstGeom>
          <a:ln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4590000" y="5190120"/>
            <a:ext cx="546480" cy="3945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000">
                <a:solidFill>
                  <a:srgbClr val="0070c0"/>
                </a:solidFill>
                <a:latin typeface="Symbol"/>
              </a:rPr>
              <a:t>s</a:t>
            </a:r>
            <a:r>
              <a:rPr lang="en-US" sz="2000">
                <a:solidFill>
                  <a:srgbClr val="0070c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39" name="CustomShape 2"/>
          <p:cNvSpPr/>
          <p:nvPr/>
        </p:nvSpPr>
        <p:spPr>
          <a:xfrm>
            <a:off x="6673680" y="8313120"/>
            <a:ext cx="367920" cy="365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000000"/>
                </a:solidFill>
                <a:latin typeface="Times New Roman"/>
              </a:rPr>
              <a:t>B</a:t>
            </a:r>
            <a:r>
              <a:rPr lang="en-US" sz="1600" baseline="-25000">
                <a:solidFill>
                  <a:srgbClr val="000000"/>
                </a:solidFill>
                <a:latin typeface="Times New Roman"/>
              </a:rPr>
              <a:t>z</a:t>
            </a:r>
            <a:endParaRPr/>
          </a:p>
        </p:txBody>
      </p:sp>
      <p:sp>
        <p:nvSpPr>
          <p:cNvPr id="40" name="Line 3"/>
          <p:cNvSpPr/>
          <p:nvPr/>
        </p:nvSpPr>
        <p:spPr>
          <a:xfrm flipV="1">
            <a:off x="4165920" y="1006560"/>
            <a:ext cx="2252880" cy="537480"/>
          </a:xfrm>
          <a:prstGeom prst="line">
            <a:avLst/>
          </a:prstGeom>
          <a:ln w="28440">
            <a:solidFill>
              <a:srgbClr val="ff0000"/>
            </a:solidFill>
            <a:round/>
          </a:ln>
        </p:spPr>
      </p:sp>
      <p:sp>
        <p:nvSpPr>
          <p:cNvPr id="41" name="Line 4"/>
          <p:cNvSpPr/>
          <p:nvPr/>
        </p:nvSpPr>
        <p:spPr>
          <a:xfrm flipV="1">
            <a:off x="4165920" y="393120"/>
            <a:ext cx="2278080" cy="1728000"/>
          </a:xfrm>
          <a:prstGeom prst="line">
            <a:avLst/>
          </a:prstGeom>
          <a:ln w="28440">
            <a:solidFill>
              <a:srgbClr val="0070c0"/>
            </a:solidFill>
            <a:round/>
          </a:ln>
        </p:spPr>
      </p:sp>
      <p:sp>
        <p:nvSpPr>
          <p:cNvPr id="42" name="CustomShape 5"/>
          <p:cNvSpPr/>
          <p:nvPr/>
        </p:nvSpPr>
        <p:spPr>
          <a:xfrm>
            <a:off x="6357600" y="5554440"/>
            <a:ext cx="75780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0000"/>
                </a:solidFill>
                <a:latin typeface="Calibri"/>
              </a:rPr>
              <a:t>S</a:t>
            </a:r>
            <a:r>
              <a:rPr lang="en-US" sz="1400" baseline="-25000">
                <a:solidFill>
                  <a:srgbClr val="00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0000"/>
                </a:solidFill>
                <a:latin typeface="Calibri"/>
              </a:rPr>
              <a:t>=+1</a:t>
            </a:r>
            <a:endParaRPr/>
          </a:p>
        </p:txBody>
      </p:sp>
      <p:sp>
        <p:nvSpPr>
          <p:cNvPr id="43" name="Line 6"/>
          <p:cNvSpPr/>
          <p:nvPr/>
        </p:nvSpPr>
        <p:spPr>
          <a:xfrm>
            <a:off x="4168800" y="4373280"/>
            <a:ext cx="2275200" cy="29772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44" name="Line 7"/>
          <p:cNvSpPr/>
          <p:nvPr/>
        </p:nvSpPr>
        <p:spPr>
          <a:xfrm flipV="1">
            <a:off x="4191840" y="4110840"/>
            <a:ext cx="2225160" cy="26244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45" name="Line 8"/>
          <p:cNvSpPr/>
          <p:nvPr/>
        </p:nvSpPr>
        <p:spPr>
          <a:xfrm>
            <a:off x="3936600" y="2356920"/>
            <a:ext cx="221400" cy="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46" name="Line 9"/>
          <p:cNvSpPr/>
          <p:nvPr/>
        </p:nvSpPr>
        <p:spPr>
          <a:xfrm>
            <a:off x="4138200" y="8013240"/>
            <a:ext cx="227880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47" name="Line 10"/>
          <p:cNvSpPr/>
          <p:nvPr/>
        </p:nvSpPr>
        <p:spPr>
          <a:xfrm flipV="1">
            <a:off x="4147200" y="5432760"/>
            <a:ext cx="2256480" cy="88020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48" name="Line 11"/>
          <p:cNvSpPr/>
          <p:nvPr/>
        </p:nvSpPr>
        <p:spPr>
          <a:xfrm>
            <a:off x="4147200" y="6312960"/>
            <a:ext cx="2269800" cy="96048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49" name="CustomShape 12"/>
          <p:cNvSpPr/>
          <p:nvPr/>
        </p:nvSpPr>
        <p:spPr>
          <a:xfrm>
            <a:off x="6395400" y="7102440"/>
            <a:ext cx="67248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0000"/>
                </a:solidFill>
                <a:latin typeface="Calibri"/>
              </a:rPr>
              <a:t>S</a:t>
            </a:r>
            <a:r>
              <a:rPr lang="en-US" sz="1400" baseline="-25000">
                <a:solidFill>
                  <a:srgbClr val="00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0000"/>
                </a:solidFill>
                <a:latin typeface="Calibri"/>
              </a:rPr>
              <a:t>=-1</a:t>
            </a:r>
            <a:endParaRPr/>
          </a:p>
        </p:txBody>
      </p:sp>
      <p:sp>
        <p:nvSpPr>
          <p:cNvPr id="50" name="CustomShape 13"/>
          <p:cNvSpPr/>
          <p:nvPr/>
        </p:nvSpPr>
        <p:spPr>
          <a:xfrm>
            <a:off x="6426000" y="7837920"/>
            <a:ext cx="60840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0000"/>
                </a:solidFill>
                <a:latin typeface="Calibri"/>
              </a:rPr>
              <a:t>S</a:t>
            </a:r>
            <a:r>
              <a:rPr lang="en-US" sz="1400" baseline="-25000">
                <a:solidFill>
                  <a:srgbClr val="00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0000"/>
                </a:solidFill>
                <a:latin typeface="Calibri"/>
              </a:rPr>
              <a:t>=0</a:t>
            </a:r>
            <a:endParaRPr/>
          </a:p>
        </p:txBody>
      </p:sp>
      <p:sp>
        <p:nvSpPr>
          <p:cNvPr id="51" name="Line 14"/>
          <p:cNvSpPr/>
          <p:nvPr/>
        </p:nvSpPr>
        <p:spPr>
          <a:xfrm>
            <a:off x="3936600" y="3077280"/>
            <a:ext cx="221400" cy="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52" name="Line 15"/>
          <p:cNvSpPr/>
          <p:nvPr/>
        </p:nvSpPr>
        <p:spPr>
          <a:xfrm>
            <a:off x="4147200" y="2128320"/>
            <a:ext cx="2271600" cy="1728000"/>
          </a:xfrm>
          <a:prstGeom prst="line">
            <a:avLst/>
          </a:prstGeom>
          <a:ln w="28440">
            <a:solidFill>
              <a:srgbClr val="ff0000"/>
            </a:solidFill>
            <a:round/>
          </a:ln>
        </p:spPr>
      </p:sp>
      <p:sp>
        <p:nvSpPr>
          <p:cNvPr id="53" name="Line 16"/>
          <p:cNvSpPr/>
          <p:nvPr/>
        </p:nvSpPr>
        <p:spPr>
          <a:xfrm>
            <a:off x="4174560" y="1556640"/>
            <a:ext cx="2242080" cy="520920"/>
          </a:xfrm>
          <a:prstGeom prst="line">
            <a:avLst/>
          </a:prstGeom>
          <a:ln w="28440">
            <a:solidFill>
              <a:srgbClr val="0070c0"/>
            </a:solidFill>
            <a:round/>
          </a:ln>
        </p:spPr>
      </p:sp>
      <p:sp>
        <p:nvSpPr>
          <p:cNvPr id="54" name="Line 17"/>
          <p:cNvSpPr/>
          <p:nvPr/>
        </p:nvSpPr>
        <p:spPr>
          <a:xfrm flipV="1">
            <a:off x="4147200" y="1544040"/>
            <a:ext cx="2296800" cy="81288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55" name="Line 18"/>
          <p:cNvSpPr/>
          <p:nvPr/>
        </p:nvSpPr>
        <p:spPr>
          <a:xfrm>
            <a:off x="4191840" y="2362320"/>
            <a:ext cx="2232360" cy="79488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56" name="Line 19"/>
          <p:cNvSpPr/>
          <p:nvPr/>
        </p:nvSpPr>
        <p:spPr>
          <a:xfrm>
            <a:off x="3947040" y="3494880"/>
            <a:ext cx="21060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57" name="Line 20"/>
          <p:cNvSpPr/>
          <p:nvPr/>
        </p:nvSpPr>
        <p:spPr>
          <a:xfrm>
            <a:off x="3942000" y="2128320"/>
            <a:ext cx="21060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58" name="Line 21"/>
          <p:cNvSpPr/>
          <p:nvPr/>
        </p:nvSpPr>
        <p:spPr>
          <a:xfrm>
            <a:off x="3952080" y="1544040"/>
            <a:ext cx="21060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59" name="Line 22"/>
          <p:cNvSpPr/>
          <p:nvPr/>
        </p:nvSpPr>
        <p:spPr>
          <a:xfrm>
            <a:off x="3947040" y="4375080"/>
            <a:ext cx="221760" cy="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60" name="Line 23"/>
          <p:cNvSpPr/>
          <p:nvPr/>
        </p:nvSpPr>
        <p:spPr>
          <a:xfrm>
            <a:off x="3938040" y="6312240"/>
            <a:ext cx="21060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61" name="Line 24"/>
          <p:cNvSpPr/>
          <p:nvPr/>
        </p:nvSpPr>
        <p:spPr>
          <a:xfrm>
            <a:off x="3933360" y="8013600"/>
            <a:ext cx="21024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62" name="Line 25"/>
          <p:cNvSpPr/>
          <p:nvPr/>
        </p:nvSpPr>
        <p:spPr>
          <a:xfrm flipV="1">
            <a:off x="4174560" y="1820880"/>
            <a:ext cx="2269440" cy="125640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63" name="Line 26"/>
          <p:cNvSpPr/>
          <p:nvPr/>
        </p:nvSpPr>
        <p:spPr>
          <a:xfrm>
            <a:off x="4174560" y="3077280"/>
            <a:ext cx="2242080" cy="1164600"/>
          </a:xfrm>
          <a:prstGeom prst="line">
            <a:avLst/>
          </a:prstGeom>
          <a:ln cap="rnd" w="19080">
            <a:solidFill>
              <a:srgbClr val="00b050"/>
            </a:solidFill>
            <a:custDash>
              <a:ds d="53000" sp="53000"/>
            </a:custDash>
            <a:round/>
          </a:ln>
        </p:spPr>
      </p:sp>
      <p:sp>
        <p:nvSpPr>
          <p:cNvPr id="64" name="CustomShape 27"/>
          <p:cNvSpPr/>
          <p:nvPr/>
        </p:nvSpPr>
        <p:spPr>
          <a:xfrm>
            <a:off x="6217920" y="204480"/>
            <a:ext cx="127908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70c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70c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70c0"/>
                </a:solidFill>
                <a:latin typeface="Calibri"/>
              </a:rPr>
              <a:t>=+1,+1&gt;</a:t>
            </a:r>
            <a:endParaRPr/>
          </a:p>
        </p:txBody>
      </p:sp>
      <p:sp>
        <p:nvSpPr>
          <p:cNvPr id="65" name="CustomShape 28"/>
          <p:cNvSpPr/>
          <p:nvPr/>
        </p:nvSpPr>
        <p:spPr>
          <a:xfrm>
            <a:off x="6243120" y="1894320"/>
            <a:ext cx="119376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70c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70c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70c0"/>
                </a:solidFill>
                <a:latin typeface="Calibri"/>
              </a:rPr>
              <a:t>=-1,+1&gt;</a:t>
            </a:r>
            <a:endParaRPr/>
          </a:p>
        </p:txBody>
      </p:sp>
      <p:sp>
        <p:nvSpPr>
          <p:cNvPr id="66" name="CustomShape 29"/>
          <p:cNvSpPr/>
          <p:nvPr/>
        </p:nvSpPr>
        <p:spPr>
          <a:xfrm>
            <a:off x="6247800" y="2774880"/>
            <a:ext cx="112968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70c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70c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70c0"/>
                </a:solidFill>
                <a:latin typeface="Calibri"/>
              </a:rPr>
              <a:t>=0,+1&gt;</a:t>
            </a:r>
            <a:endParaRPr/>
          </a:p>
        </p:txBody>
      </p:sp>
      <p:sp>
        <p:nvSpPr>
          <p:cNvPr id="67" name="CustomShape 30"/>
          <p:cNvSpPr/>
          <p:nvPr/>
        </p:nvSpPr>
        <p:spPr>
          <a:xfrm>
            <a:off x="6267960" y="3655080"/>
            <a:ext cx="110844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ff000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ff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ff0000"/>
                </a:solidFill>
                <a:latin typeface="Calibri"/>
              </a:rPr>
              <a:t>=-1,-1&gt;</a:t>
            </a:r>
            <a:endParaRPr/>
          </a:p>
        </p:txBody>
      </p:sp>
      <p:sp>
        <p:nvSpPr>
          <p:cNvPr id="68" name="CustomShape 31"/>
          <p:cNvSpPr/>
          <p:nvPr/>
        </p:nvSpPr>
        <p:spPr>
          <a:xfrm>
            <a:off x="6243120" y="806760"/>
            <a:ext cx="119376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ff000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ff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ff0000"/>
                </a:solidFill>
                <a:latin typeface="Calibri"/>
              </a:rPr>
              <a:t>=+1,-1&gt;</a:t>
            </a:r>
            <a:endParaRPr/>
          </a:p>
        </p:txBody>
      </p:sp>
      <p:sp>
        <p:nvSpPr>
          <p:cNvPr id="69" name="CustomShape 32"/>
          <p:cNvSpPr/>
          <p:nvPr/>
        </p:nvSpPr>
        <p:spPr>
          <a:xfrm>
            <a:off x="6273000" y="3895200"/>
            <a:ext cx="104436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ff000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ff0000"/>
                </a:solidFill>
                <a:latin typeface="Calibri"/>
              </a:rPr>
              <a:t>z</a:t>
            </a:r>
            <a:r>
              <a:rPr lang="en-US" sz="1400">
                <a:solidFill>
                  <a:srgbClr val="ff0000"/>
                </a:solidFill>
                <a:latin typeface="Calibri"/>
              </a:rPr>
              <a:t>=0,-1&gt;</a:t>
            </a:r>
            <a:endParaRPr/>
          </a:p>
        </p:txBody>
      </p:sp>
      <p:sp>
        <p:nvSpPr>
          <p:cNvPr id="70" name="Line 33"/>
          <p:cNvSpPr/>
          <p:nvPr/>
        </p:nvSpPr>
        <p:spPr>
          <a:xfrm>
            <a:off x="4175280" y="3494880"/>
            <a:ext cx="2281680" cy="536040"/>
          </a:xfrm>
          <a:prstGeom prst="line">
            <a:avLst/>
          </a:prstGeom>
          <a:ln w="28440">
            <a:solidFill>
              <a:srgbClr val="ff0000"/>
            </a:solidFill>
            <a:round/>
          </a:ln>
        </p:spPr>
      </p:sp>
      <p:sp>
        <p:nvSpPr>
          <p:cNvPr id="71" name="Line 34"/>
          <p:cNvSpPr/>
          <p:nvPr/>
        </p:nvSpPr>
        <p:spPr>
          <a:xfrm flipV="1">
            <a:off x="4156560" y="2997000"/>
            <a:ext cx="2262240" cy="497880"/>
          </a:xfrm>
          <a:prstGeom prst="line">
            <a:avLst/>
          </a:prstGeom>
          <a:ln w="28440">
            <a:solidFill>
              <a:srgbClr val="0070c0"/>
            </a:solidFill>
            <a:round/>
          </a:ln>
        </p:spPr>
      </p:sp>
      <p:sp>
        <p:nvSpPr>
          <p:cNvPr id="72" name="CustomShape 35"/>
          <p:cNvSpPr/>
          <p:nvPr/>
        </p:nvSpPr>
        <p:spPr>
          <a:xfrm>
            <a:off x="6243120" y="3015000"/>
            <a:ext cx="119376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b05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b05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b050"/>
                </a:solidFill>
                <a:latin typeface="Calibri"/>
              </a:rPr>
              <a:t>=-1,+2&gt;</a:t>
            </a:r>
            <a:endParaRPr/>
          </a:p>
        </p:txBody>
      </p:sp>
      <p:sp>
        <p:nvSpPr>
          <p:cNvPr id="73" name="CustomShape 36"/>
          <p:cNvSpPr/>
          <p:nvPr/>
        </p:nvSpPr>
        <p:spPr>
          <a:xfrm>
            <a:off x="5098320" y="1103040"/>
            <a:ext cx="353520" cy="344160"/>
          </a:xfrm>
          <a:prstGeom prst="ellipse">
            <a:avLst/>
          </a:prstGeom>
          <a:noFill/>
          <a:ln cap="rnd" w="19080">
            <a:solidFill>
              <a:srgbClr val="ff0000"/>
            </a:solidFill>
            <a:custDash>
              <a:ds d="53000" sp="53000"/>
            </a:custDash>
            <a:round/>
          </a:ln>
        </p:spPr>
      </p:sp>
      <p:sp>
        <p:nvSpPr>
          <p:cNvPr id="74" name="CustomShape 37"/>
          <p:cNvSpPr/>
          <p:nvPr/>
        </p:nvSpPr>
        <p:spPr>
          <a:xfrm>
            <a:off x="4484160" y="2375280"/>
            <a:ext cx="353520" cy="344160"/>
          </a:xfrm>
          <a:prstGeom prst="ellipse">
            <a:avLst/>
          </a:prstGeom>
          <a:noFill/>
          <a:ln cap="rnd" w="19080">
            <a:solidFill>
              <a:srgbClr val="ff0000"/>
            </a:solidFill>
            <a:custDash>
              <a:ds d="53000" sp="53000"/>
            </a:custDash>
            <a:round/>
          </a:ln>
        </p:spPr>
      </p:sp>
      <p:sp>
        <p:nvSpPr>
          <p:cNvPr id="75" name="CustomShape 38"/>
          <p:cNvSpPr/>
          <p:nvPr/>
        </p:nvSpPr>
        <p:spPr>
          <a:xfrm>
            <a:off x="4029120" y="3322440"/>
            <a:ext cx="353520" cy="344160"/>
          </a:xfrm>
          <a:prstGeom prst="ellipse">
            <a:avLst/>
          </a:prstGeom>
          <a:noFill/>
          <a:ln cap="rnd" w="19080">
            <a:solidFill>
              <a:srgbClr val="ff0000"/>
            </a:solidFill>
            <a:custDash>
              <a:ds d="53000" sp="53000"/>
            </a:custDash>
            <a:round/>
          </a:ln>
        </p:spPr>
      </p:sp>
      <p:sp>
        <p:nvSpPr>
          <p:cNvPr id="76" name="CustomShape 39"/>
          <p:cNvSpPr/>
          <p:nvPr/>
        </p:nvSpPr>
        <p:spPr>
          <a:xfrm>
            <a:off x="5991840" y="2895840"/>
            <a:ext cx="353520" cy="344160"/>
          </a:xfrm>
          <a:prstGeom prst="ellipse">
            <a:avLst/>
          </a:prstGeom>
          <a:noFill/>
          <a:ln cap="rnd" w="19080">
            <a:solidFill>
              <a:srgbClr val="ff0000"/>
            </a:solidFill>
            <a:custDash>
              <a:ds d="53000" sp="53000"/>
            </a:custDash>
            <a:round/>
          </a:ln>
        </p:spPr>
      </p:sp>
      <p:sp>
        <p:nvSpPr>
          <p:cNvPr id="77" name="CustomShape 40"/>
          <p:cNvSpPr/>
          <p:nvPr/>
        </p:nvSpPr>
        <p:spPr>
          <a:xfrm>
            <a:off x="6243120" y="1344960"/>
            <a:ext cx="119376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b05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b05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b050"/>
                </a:solidFill>
                <a:latin typeface="Calibri"/>
              </a:rPr>
              <a:t>=+1,-2&gt;</a:t>
            </a:r>
            <a:endParaRPr/>
          </a:p>
        </p:txBody>
      </p:sp>
      <p:sp>
        <p:nvSpPr>
          <p:cNvPr id="78" name="CustomShape 41"/>
          <p:cNvSpPr/>
          <p:nvPr/>
        </p:nvSpPr>
        <p:spPr>
          <a:xfrm>
            <a:off x="6217920" y="1632240"/>
            <a:ext cx="127908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b05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b05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b050"/>
                </a:solidFill>
                <a:latin typeface="Calibri"/>
              </a:rPr>
              <a:t>=+1,+2&gt;</a:t>
            </a:r>
            <a:endParaRPr/>
          </a:p>
        </p:txBody>
      </p:sp>
      <p:sp>
        <p:nvSpPr>
          <p:cNvPr id="79" name="CustomShape 42"/>
          <p:cNvSpPr/>
          <p:nvPr/>
        </p:nvSpPr>
        <p:spPr>
          <a:xfrm>
            <a:off x="6267960" y="4113360"/>
            <a:ext cx="1108440" cy="3319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400">
                <a:solidFill>
                  <a:srgbClr val="00b050"/>
                </a:solidFill>
                <a:latin typeface="Calibri"/>
              </a:rPr>
              <a:t>IS</a:t>
            </a:r>
            <a:r>
              <a:rPr lang="en-US" sz="1400" baseline="-25000">
                <a:solidFill>
                  <a:srgbClr val="00b050"/>
                </a:solidFill>
                <a:latin typeface="Calibri"/>
              </a:rPr>
              <a:t>z</a:t>
            </a:r>
            <a:r>
              <a:rPr lang="en-US" sz="1400">
                <a:solidFill>
                  <a:srgbClr val="00b050"/>
                </a:solidFill>
                <a:latin typeface="Calibri"/>
              </a:rPr>
              <a:t>=-1,-2&gt;</a:t>
            </a:r>
            <a:endParaRPr/>
          </a:p>
        </p:txBody>
      </p:sp>
      <p:sp>
        <p:nvSpPr>
          <p:cNvPr id="80" name="CustomShape 43"/>
          <p:cNvSpPr/>
          <p:nvPr/>
        </p:nvSpPr>
        <p:spPr>
          <a:xfrm flipH="1">
            <a:off x="5088600" y="3305520"/>
            <a:ext cx="7920" cy="4679280"/>
          </a:xfrm>
          <a:prstGeom prst="straightConnector1">
            <a:avLst/>
          </a:prstGeom>
          <a:noFill/>
          <a:ln w="9360">
            <a:solidFill>
              <a:srgbClr val="4a7ebb"/>
            </a:solidFill>
            <a:round/>
            <a:tailEnd len="med" type="arrow" w="med"/>
          </a:ln>
        </p:spPr>
      </p:sp>
      <p:sp>
        <p:nvSpPr>
          <p:cNvPr id="81" name="CustomShape 44"/>
          <p:cNvSpPr/>
          <p:nvPr/>
        </p:nvSpPr>
        <p:spPr>
          <a:xfrm flipH="1">
            <a:off x="5240520" y="3824280"/>
            <a:ext cx="360" cy="4160520"/>
          </a:xfrm>
          <a:prstGeom prst="straightConnector1">
            <a:avLst/>
          </a:prstGeom>
          <a:noFill/>
          <a:ln w="9360">
            <a:solidFill>
              <a:srgbClr val="ff0000"/>
            </a:solidFill>
            <a:round/>
            <a:tailEnd len="med" type="arrow" w="med"/>
          </a:ln>
        </p:spPr>
      </p:sp>
      <p:sp>
        <p:nvSpPr>
          <p:cNvPr id="82" name="CustomShape 45"/>
          <p:cNvSpPr/>
          <p:nvPr/>
        </p:nvSpPr>
        <p:spPr>
          <a:xfrm>
            <a:off x="5238720" y="5187240"/>
            <a:ext cx="424440" cy="3945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0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20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83" name="CustomShape 46"/>
          <p:cNvSpPr/>
          <p:nvPr/>
        </p:nvSpPr>
        <p:spPr>
          <a:xfrm>
            <a:off x="1902960" y="4871520"/>
            <a:ext cx="353520" cy="34416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84" name="CustomShape 47"/>
          <p:cNvSpPr/>
          <p:nvPr/>
        </p:nvSpPr>
        <p:spPr>
          <a:xfrm>
            <a:off x="1974960" y="2984400"/>
            <a:ext cx="353520" cy="34416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85" name="CustomShape 48"/>
          <p:cNvSpPr/>
          <p:nvPr/>
        </p:nvSpPr>
        <p:spPr>
          <a:xfrm>
            <a:off x="1974960" y="6801120"/>
            <a:ext cx="353520" cy="34416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86" name="CustomShape 49"/>
          <p:cNvSpPr/>
          <p:nvPr/>
        </p:nvSpPr>
        <p:spPr>
          <a:xfrm>
            <a:off x="1406520" y="4280760"/>
            <a:ext cx="353520" cy="34416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87" name="CustomShape 50"/>
          <p:cNvSpPr/>
          <p:nvPr/>
        </p:nvSpPr>
        <p:spPr>
          <a:xfrm>
            <a:off x="4314960" y="2984400"/>
            <a:ext cx="494640" cy="33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(1)</a:t>
            </a:r>
            <a:endParaRPr/>
          </a:p>
        </p:txBody>
      </p:sp>
      <p:sp>
        <p:nvSpPr>
          <p:cNvPr id="88" name="CustomShape 51"/>
          <p:cNvSpPr/>
          <p:nvPr/>
        </p:nvSpPr>
        <p:spPr>
          <a:xfrm>
            <a:off x="5093640" y="752400"/>
            <a:ext cx="56916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(2,3)</a:t>
            </a:r>
            <a:endParaRPr/>
          </a:p>
        </p:txBody>
      </p:sp>
      <p:sp>
        <p:nvSpPr>
          <p:cNvPr id="89" name="CustomShape 52"/>
          <p:cNvSpPr/>
          <p:nvPr/>
        </p:nvSpPr>
        <p:spPr>
          <a:xfrm>
            <a:off x="4677480" y="208548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(4)</a:t>
            </a:r>
            <a:endParaRPr/>
          </a:p>
        </p:txBody>
      </p:sp>
      <p:sp>
        <p:nvSpPr>
          <p:cNvPr id="90" name="CustomShape 53"/>
          <p:cNvSpPr/>
          <p:nvPr/>
        </p:nvSpPr>
        <p:spPr>
          <a:xfrm>
            <a:off x="5968800" y="248040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(5)</a:t>
            </a:r>
            <a:endParaRPr/>
          </a:p>
        </p:txBody>
      </p:sp>
      <p:sp>
        <p:nvSpPr>
          <p:cNvPr id="91" name="CustomShape 54"/>
          <p:cNvSpPr/>
          <p:nvPr/>
        </p:nvSpPr>
        <p:spPr>
          <a:xfrm>
            <a:off x="3062520" y="1854720"/>
            <a:ext cx="501840" cy="455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2400">
                <a:solidFill>
                  <a:srgbClr val="ff0000"/>
                </a:solidFill>
                <a:latin typeface="Symbol"/>
              </a:rPr>
              <a:t>s</a:t>
            </a:r>
            <a:r>
              <a:rPr b="1" lang="en-US" sz="24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92" name="CustomShape 55"/>
          <p:cNvSpPr/>
          <p:nvPr/>
        </p:nvSpPr>
        <p:spPr>
          <a:xfrm>
            <a:off x="3996360" y="8334720"/>
            <a:ext cx="28260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000000"/>
                </a:solidFill>
                <a:latin typeface="Times New Roman"/>
              </a:rPr>
              <a:t>0</a:t>
            </a:r>
            <a:endParaRPr/>
          </a:p>
        </p:txBody>
      </p:sp>
      <p:sp>
        <p:nvSpPr>
          <p:cNvPr id="93" name="CustomShape 56"/>
          <p:cNvSpPr/>
          <p:nvPr/>
        </p:nvSpPr>
        <p:spPr>
          <a:xfrm>
            <a:off x="2352960" y="456876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(1)</a:t>
            </a:r>
            <a:endParaRPr/>
          </a:p>
        </p:txBody>
      </p:sp>
      <p:sp>
        <p:nvSpPr>
          <p:cNvPr id="94" name="CustomShape 57"/>
          <p:cNvSpPr/>
          <p:nvPr/>
        </p:nvSpPr>
        <p:spPr>
          <a:xfrm>
            <a:off x="2268000" y="276048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(2)</a:t>
            </a:r>
            <a:endParaRPr/>
          </a:p>
        </p:txBody>
      </p:sp>
      <p:sp>
        <p:nvSpPr>
          <p:cNvPr id="95" name="CustomShape 58"/>
          <p:cNvSpPr/>
          <p:nvPr/>
        </p:nvSpPr>
        <p:spPr>
          <a:xfrm>
            <a:off x="1548000" y="682236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(3)</a:t>
            </a:r>
            <a:endParaRPr/>
          </a:p>
        </p:txBody>
      </p:sp>
      <p:sp>
        <p:nvSpPr>
          <p:cNvPr id="96" name="CustomShape 59"/>
          <p:cNvSpPr/>
          <p:nvPr/>
        </p:nvSpPr>
        <p:spPr>
          <a:xfrm>
            <a:off x="978120" y="4280760"/>
            <a:ext cx="41652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ff0000"/>
                </a:solidFill>
                <a:latin typeface="Times New Roman"/>
              </a:rPr>
              <a:t>(4)</a:t>
            </a:r>
            <a:endParaRPr/>
          </a:p>
        </p:txBody>
      </p:sp>
      <p:sp>
        <p:nvSpPr>
          <p:cNvPr id="97" name="CustomShape 60"/>
          <p:cNvSpPr/>
          <p:nvPr/>
        </p:nvSpPr>
        <p:spPr>
          <a:xfrm>
            <a:off x="374040" y="6487560"/>
            <a:ext cx="103320" cy="16812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98" name="CustomShape 61"/>
          <p:cNvSpPr/>
          <p:nvPr/>
        </p:nvSpPr>
        <p:spPr>
          <a:xfrm>
            <a:off x="292320" y="7900920"/>
            <a:ext cx="103320" cy="16812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99" name="Line 62"/>
          <p:cNvSpPr/>
          <p:nvPr/>
        </p:nvSpPr>
        <p:spPr>
          <a:xfrm flipV="1">
            <a:off x="4122360" y="5457240"/>
            <a:ext cx="15840" cy="29278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</p:sp>
      <p:sp>
        <p:nvSpPr>
          <p:cNvPr id="100" name="CustomShape 63"/>
          <p:cNvSpPr/>
          <p:nvPr/>
        </p:nvSpPr>
        <p:spPr>
          <a:xfrm>
            <a:off x="4018680" y="5424120"/>
            <a:ext cx="225720" cy="16056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</p:sp>
      <p:sp>
        <p:nvSpPr>
          <p:cNvPr id="101" name="CustomShape 64"/>
          <p:cNvSpPr/>
          <p:nvPr/>
        </p:nvSpPr>
        <p:spPr>
          <a:xfrm>
            <a:off x="4018680" y="5288760"/>
            <a:ext cx="225720" cy="16056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</p:sp>
      <p:sp>
        <p:nvSpPr>
          <p:cNvPr id="102" name="CustomShape 65"/>
          <p:cNvSpPr/>
          <p:nvPr/>
        </p:nvSpPr>
        <p:spPr>
          <a:xfrm>
            <a:off x="937800" y="7785720"/>
            <a:ext cx="631440" cy="4554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2400">
                <a:solidFill>
                  <a:srgbClr val="ff0000"/>
                </a:solidFill>
                <a:latin typeface="Symbol"/>
              </a:rPr>
              <a:t>s</a:t>
            </a:r>
            <a:r>
              <a:rPr b="1" lang="en-US" sz="24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103" name="CustomShape 66"/>
          <p:cNvSpPr/>
          <p:nvPr/>
        </p:nvSpPr>
        <p:spPr>
          <a:xfrm>
            <a:off x="4215240" y="341640"/>
            <a:ext cx="303840" cy="3330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000000"/>
                </a:solidFill>
                <a:latin typeface="Times New Roman"/>
              </a:rPr>
              <a:t>E</a:t>
            </a:r>
            <a:endParaRPr/>
          </a:p>
        </p:txBody>
      </p:sp>
      <p:sp>
        <p:nvSpPr>
          <p:cNvPr id="104" name="CustomShape 67"/>
          <p:cNvSpPr/>
          <p:nvPr/>
        </p:nvSpPr>
        <p:spPr>
          <a:xfrm flipH="1">
            <a:off x="4017240" y="6313320"/>
            <a:ext cx="9000" cy="1694880"/>
          </a:xfrm>
          <a:prstGeom prst="straightConnector1">
            <a:avLst/>
          </a:prstGeom>
          <a:noFill/>
          <a:ln w="19080">
            <a:solidFill>
              <a:srgbClr val="000000"/>
            </a:solidFill>
            <a:round/>
            <a:headEnd len="med" type="arrow" w="med"/>
            <a:tailEnd len="med" type="arrow" w="med"/>
          </a:ln>
        </p:spPr>
      </p:sp>
      <p:sp>
        <p:nvSpPr>
          <p:cNvPr id="105" name="CustomShape 68"/>
          <p:cNvSpPr/>
          <p:nvPr/>
        </p:nvSpPr>
        <p:spPr>
          <a:xfrm>
            <a:off x="4056480" y="6999840"/>
            <a:ext cx="3859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600">
                <a:solidFill>
                  <a:srgbClr val="000000"/>
                </a:solidFill>
                <a:latin typeface="Times New Roman"/>
              </a:rPr>
              <a:t>D</a:t>
            </a:r>
            <a:r>
              <a:rPr lang="en-US" sz="1600" baseline="-25000">
                <a:solidFill>
                  <a:srgbClr val="000000"/>
                </a:solidFill>
                <a:latin typeface="Times New Roman"/>
              </a:rPr>
              <a:t>0</a:t>
            </a:r>
            <a:endParaRPr/>
          </a:p>
        </p:txBody>
      </p:sp>
      <p:sp>
        <p:nvSpPr>
          <p:cNvPr id="106" name="Line 69"/>
          <p:cNvSpPr/>
          <p:nvPr/>
        </p:nvSpPr>
        <p:spPr>
          <a:xfrm>
            <a:off x="4018320" y="8324280"/>
            <a:ext cx="283968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arrow" w="med"/>
          </a:ln>
        </p:spPr>
      </p:sp>
      <p:sp>
        <p:nvSpPr>
          <p:cNvPr id="107" name="CustomShape 70"/>
          <p:cNvSpPr/>
          <p:nvPr/>
        </p:nvSpPr>
        <p:spPr>
          <a:xfrm>
            <a:off x="3711960" y="141480"/>
            <a:ext cx="505080" cy="4240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2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108" name="Line 71"/>
          <p:cNvSpPr/>
          <p:nvPr/>
        </p:nvSpPr>
        <p:spPr>
          <a:xfrm flipV="1">
            <a:off x="4137120" y="464040"/>
            <a:ext cx="31680" cy="4883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arrow" w="med"/>
          </a:ln>
        </p:spPr>
      </p:sp>
      <p:sp>
        <p:nvSpPr>
          <p:cNvPr id="109" name="CustomShape 72"/>
          <p:cNvSpPr/>
          <p:nvPr/>
        </p:nvSpPr>
        <p:spPr>
          <a:xfrm>
            <a:off x="-24840" y="83160"/>
            <a:ext cx="489600" cy="42480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2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