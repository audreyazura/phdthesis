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3"/>
  </p:sldIdLst>
  <p:sldSz cx="17462500" cy="5761037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309680" y="1789560"/>
            <a:ext cx="14842800" cy="123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73000" y="1347840"/>
            <a:ext cx="15715800" cy="3341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309680" y="1789560"/>
            <a:ext cx="14842800" cy="123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73000" y="1347840"/>
            <a:ext cx="15715800" cy="33408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309680" y="1789560"/>
            <a:ext cx="14842800" cy="123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73000" y="1347840"/>
            <a:ext cx="7669080" cy="33408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8925840" y="1347840"/>
            <a:ext cx="7669080" cy="33408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309680" y="1789560"/>
            <a:ext cx="14842800" cy="123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309680" y="1789560"/>
            <a:ext cx="14842800" cy="57236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309680" y="1789560"/>
            <a:ext cx="14842800" cy="123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73000" y="1347840"/>
            <a:ext cx="7669080" cy="1593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873000" y="3093120"/>
            <a:ext cx="7669080" cy="1593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925840" y="1347840"/>
            <a:ext cx="7669080" cy="33408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309680" y="1789560"/>
            <a:ext cx="14842800" cy="123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73000" y="1347840"/>
            <a:ext cx="7669080" cy="33408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8925840" y="1347840"/>
            <a:ext cx="7669080" cy="1593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8925840" y="3093120"/>
            <a:ext cx="7669080" cy="1593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309680" y="1789560"/>
            <a:ext cx="14842800" cy="123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73000" y="1347840"/>
            <a:ext cx="7669080" cy="1593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8925840" y="1347840"/>
            <a:ext cx="7669080" cy="1593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73000" y="3093120"/>
            <a:ext cx="15715800" cy="1593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309680" y="1789560"/>
            <a:ext cx="14842800" cy="123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73000" y="1347840"/>
            <a:ext cx="15715800" cy="1593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73000" y="3093120"/>
            <a:ext cx="15715800" cy="1593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309680" y="1789560"/>
            <a:ext cx="14842800" cy="123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73000" y="1347840"/>
            <a:ext cx="7669080" cy="1593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8925840" y="1347840"/>
            <a:ext cx="7669080" cy="1593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925840" y="3093120"/>
            <a:ext cx="7669080" cy="1593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873000" y="3093120"/>
            <a:ext cx="7669080" cy="1593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309680" y="1789560"/>
            <a:ext cx="14842800" cy="123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73000" y="1347840"/>
            <a:ext cx="15715800" cy="33408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873000" y="1347840"/>
            <a:ext cx="15715800" cy="33408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37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6636960" y="1347840"/>
            <a:ext cx="4187160" cy="334080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6636960" y="1347840"/>
            <a:ext cx="4187160" cy="334080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309680" y="1789560"/>
            <a:ext cx="14842800" cy="1234440"/>
          </a:xfrm>
          <a:prstGeom prst="rect">
            <a:avLst/>
          </a:prstGeom>
        </p:spPr>
        <p:txBody>
          <a:bodyPr anchor="ctr"/>
          <a:p>
            <a:pPr algn="ctr">
              <a:lnSpc>
                <a:spcPct val="100000"/>
              </a:lnSpc>
            </a:pPr>
            <a:r>
              <a:rPr lang="fr-FR" sz="4400">
                <a:solidFill>
                  <a:srgbClr val="000000"/>
                </a:solidFill>
                <a:latin typeface="Calibri"/>
              </a:rPr>
              <a:t>Click to edit the title text formatModifiez le style du titre</a:t>
            </a:r>
            <a:endParaRPr/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73000" y="5339520"/>
            <a:ext cx="4074120" cy="30636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8b8b"/>
                </a:solidFill>
                <a:latin typeface="Calibri"/>
              </a:rPr>
              <a:t>3/27/17</a:t>
            </a:r>
            <a:endParaRPr/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5966280" y="5339520"/>
            <a:ext cx="5529600" cy="306360"/>
          </a:xfrm>
          <a:prstGeom prst="rect">
            <a:avLst/>
          </a:prstGeom>
        </p:spPr>
        <p:txBody>
          <a:bodyPr anchor="ctr"/>
          <a:p>
            <a:endParaRPr/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12514680" y="5339520"/>
            <a:ext cx="4074120" cy="30636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E52DC678-D29D-4282-8C99-474EB6AD2C2D}" type="slidenum">
              <a:rPr lang="en-US" sz="1200">
                <a:solidFill>
                  <a:srgbClr val="8b8b8b"/>
                </a:solidFill>
                <a:latin typeface="Calibri"/>
              </a:rPr>
              <a:t>&lt;number&gt;</a:t>
            </a:fld>
            <a:endParaRPr/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873000" y="1347840"/>
            <a:ext cx="15715800" cy="3340800"/>
          </a:xfrm>
          <a:prstGeom prst="rect">
            <a:avLst/>
          </a:prstGeom>
        </p:spPr>
        <p:txBody>
          <a:bodyPr lIns="0" rIns="0" tIns="0" bIns="0"/>
          <a:p>
            <a:pPr>
              <a:buSzPct val="45000"/>
              <a:buFont typeface="StarSymbol"/>
              <a:buChar char=""/>
            </a:pPr>
            <a:r>
              <a:rPr lang="fr-FR" sz="3200">
                <a:latin typeface="Calibri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fr-FR" sz="2400">
                <a:latin typeface="Calibri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fr-FR" sz="2000">
                <a:latin typeface="Calibri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2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3600" y="-28800"/>
            <a:ext cx="5032440" cy="5759640"/>
          </a:xfrm>
          <a:prstGeom prst="rect">
            <a:avLst/>
          </a:prstGeom>
          <a:ln>
            <a:noFill/>
          </a:ln>
        </p:spPr>
      </p:pic>
      <p:pic>
        <p:nvPicPr>
          <p:cNvPr id="40" name="Picture 3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4644000" y="7200"/>
            <a:ext cx="13084920" cy="5724000"/>
          </a:xfrm>
          <a:prstGeom prst="rect">
            <a:avLst/>
          </a:prstGeom>
          <a:ln>
            <a:noFill/>
          </a:ln>
        </p:spPr>
      </p:pic>
      <p:sp>
        <p:nvSpPr>
          <p:cNvPr id="41" name="TextShape 1"/>
          <p:cNvSpPr txBox="1"/>
          <p:nvPr/>
        </p:nvSpPr>
        <p:spPr>
          <a:xfrm>
            <a:off x="842400" y="280080"/>
            <a:ext cx="520560" cy="430200"/>
          </a:xfrm>
          <a:prstGeom prst="rect">
            <a:avLst/>
          </a:prstGeom>
        </p:spPr>
        <p:txBody>
          <a:bodyPr lIns="90000" rIns="90000" tIns="45000" bIns="45000"/>
          <a:p>
            <a:r>
              <a:rPr lang="en-US" sz="2400">
                <a:latin typeface="Times new roman"/>
              </a:rPr>
              <a:t>(a)</a:t>
            </a:r>
            <a:endParaRPr/>
          </a:p>
        </p:txBody>
      </p:sp>
      <p:sp>
        <p:nvSpPr>
          <p:cNvPr id="42" name="TextShape 2"/>
          <p:cNvSpPr txBox="1"/>
          <p:nvPr/>
        </p:nvSpPr>
        <p:spPr>
          <a:xfrm>
            <a:off x="5954400" y="316440"/>
            <a:ext cx="537480" cy="430200"/>
          </a:xfrm>
          <a:prstGeom prst="rect">
            <a:avLst/>
          </a:prstGeom>
        </p:spPr>
        <p:txBody>
          <a:bodyPr lIns="90000" rIns="90000" tIns="45000" bIns="45000"/>
          <a:p>
            <a:r>
              <a:rPr lang="en-US" sz="2400">
                <a:solidFill>
                  <a:srgbClr val="ffffff"/>
                </a:solidFill>
                <a:latin typeface="Times new roman"/>
              </a:rPr>
              <a:t>(b)</a:t>
            </a:r>
            <a:endParaRPr/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