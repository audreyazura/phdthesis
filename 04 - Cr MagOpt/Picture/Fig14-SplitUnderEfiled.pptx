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401800" cy="10080625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420" y="1566"/>
      </p:cViewPr>
      <p:guideLst>
        <p:guide orient="horz" pos="3175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080135" y="3131533"/>
            <a:ext cx="12241531" cy="216080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60273" y="5712354"/>
            <a:ext cx="10081261" cy="25761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511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09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37643" y="6477737"/>
            <a:ext cx="12241531" cy="200212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37643" y="4272600"/>
            <a:ext cx="12241531" cy="22051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574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20091" y="2352151"/>
            <a:ext cx="6360795" cy="6652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320915" y="2352151"/>
            <a:ext cx="6360795" cy="6652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88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0092" y="2256477"/>
            <a:ext cx="6363296" cy="940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20092" y="3196865"/>
            <a:ext cx="6363296" cy="58080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315917" y="2256477"/>
            <a:ext cx="6365796" cy="940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7315917" y="3196865"/>
            <a:ext cx="6365796" cy="58080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889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25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50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0091" y="401358"/>
            <a:ext cx="4738093" cy="170810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30707" y="401361"/>
            <a:ext cx="8051006" cy="86035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20091" y="2109466"/>
            <a:ext cx="4738093" cy="6895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872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22854" y="7056438"/>
            <a:ext cx="8641080" cy="8330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822854" y="900726"/>
            <a:ext cx="8641080" cy="60483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822854" y="7889493"/>
            <a:ext cx="8641080" cy="11830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581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747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0441306" y="403695"/>
            <a:ext cx="3240406" cy="86012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20091" y="403695"/>
            <a:ext cx="9481185" cy="86012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36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20093" y="403693"/>
            <a:ext cx="12961620" cy="168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0093" y="2352151"/>
            <a:ext cx="12961620" cy="6652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20091" y="9343248"/>
            <a:ext cx="336042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82FF6-1536-485D-A929-C36DEA5AD14B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920615" y="9343248"/>
            <a:ext cx="456057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21293" y="9343248"/>
            <a:ext cx="336042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34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213" y="-248"/>
            <a:ext cx="14500226" cy="471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"/>
          <a:stretch/>
        </p:blipFill>
        <p:spPr bwMode="auto">
          <a:xfrm>
            <a:off x="10657284" y="4758555"/>
            <a:ext cx="3743753" cy="539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213" y="4758555"/>
            <a:ext cx="6143625" cy="539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1"/>
          <a:stretch/>
        </p:blipFill>
        <p:spPr bwMode="auto">
          <a:xfrm>
            <a:off x="5688732" y="7704608"/>
            <a:ext cx="4996229" cy="239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860" y="4762079"/>
            <a:ext cx="3240000" cy="3092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576164" y="215776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100" y="493868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7416924" y="4974263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(d)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10394231" y="4957007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(c)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6026722" y="753097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(e)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4564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15</Words>
  <Application>Microsoft Office PowerPoint</Application>
  <PresentationFormat>Personnalisé</PresentationFormat>
  <Paragraphs>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7</cp:revision>
  <dcterms:created xsi:type="dcterms:W3CDTF">2017-03-24T09:51:59Z</dcterms:created>
  <dcterms:modified xsi:type="dcterms:W3CDTF">2017-03-24T12:01:42Z</dcterms:modified>
</cp:coreProperties>
</file>