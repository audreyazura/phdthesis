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4941550" cy="6300788"/>
  <p:notesSz cx="6858000" cy="9144000"/>
  <p:defaultTextStyle>
    <a:defPPr>
      <a:defRPr lang="fr-FR"/>
    </a:defPPr>
    <a:lvl1pPr marL="0" algn="l" defTabSz="107581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37910" algn="l" defTabSz="107581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75819" algn="l" defTabSz="107581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613729" algn="l" defTabSz="107581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51638" algn="l" defTabSz="107581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89548" algn="l" defTabSz="107581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227458" algn="l" defTabSz="107581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765367" algn="l" defTabSz="107581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303277" algn="l" defTabSz="107581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-1092" y="-234"/>
      </p:cViewPr>
      <p:guideLst>
        <p:guide orient="horz" pos="1985"/>
        <p:guide pos="471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ADB72D-4157-40BD-BB8F-EC580E2842DA}" type="datetimeFigureOut">
              <a:rPr lang="fr-FR" smtClean="0"/>
              <a:t>05/04/2017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-636588" y="685800"/>
            <a:ext cx="8131176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E57144-67B5-4B55-BA48-3E1BA971348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8367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310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65521" algn="l" defTabSz="9310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31042" algn="l" defTabSz="9310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96563" algn="l" defTabSz="9310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62084" algn="l" defTabSz="9310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327605" algn="l" defTabSz="9310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93126" algn="l" defTabSz="9310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58647" algn="l" defTabSz="9310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724168" algn="l" defTabSz="9310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636588" y="685800"/>
            <a:ext cx="8131176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E57144-67B5-4B55-BA48-3E1BA971348D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8312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120618" y="1957329"/>
            <a:ext cx="12700315" cy="1350586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241240" y="3570447"/>
            <a:ext cx="10459089" cy="161020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379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758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137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516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895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274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7653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032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67E3B-D062-4AFC-ACCE-50FD5F000C57}" type="datetimeFigureOut">
              <a:rPr lang="fr-FR" smtClean="0"/>
              <a:t>05/04/2017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CE86-5999-4187-BFCE-33212862B0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6742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67E3B-D062-4AFC-ACCE-50FD5F000C57}" type="datetimeFigureOut">
              <a:rPr lang="fr-FR" smtClean="0"/>
              <a:t>05/04/2017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CE86-5999-4187-BFCE-33212862B0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7772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0279" y="4048841"/>
            <a:ext cx="12700315" cy="1251406"/>
          </a:xfrm>
        </p:spPr>
        <p:txBody>
          <a:bodyPr anchor="t"/>
          <a:lstStyle>
            <a:lvl1pPr algn="l">
              <a:defRPr sz="47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180279" y="2670544"/>
            <a:ext cx="12700315" cy="1378297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3791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107581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6137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15163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68954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22745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76536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3032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67E3B-D062-4AFC-ACCE-50FD5F000C57}" type="datetimeFigureOut">
              <a:rPr lang="fr-FR" smtClean="0"/>
              <a:t>05/04/2017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CE86-5999-4187-BFCE-33212862B0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9834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81971" y="1158062"/>
            <a:ext cx="7818374" cy="3274368"/>
          </a:xfrm>
        </p:spPr>
        <p:txBody>
          <a:bodyPr/>
          <a:lstStyle>
            <a:lvl1pPr>
              <a:defRPr sz="3300"/>
            </a:lvl1pPr>
            <a:lvl2pPr>
              <a:defRPr sz="29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949372" y="1158062"/>
            <a:ext cx="7818374" cy="3274368"/>
          </a:xfrm>
        </p:spPr>
        <p:txBody>
          <a:bodyPr/>
          <a:lstStyle>
            <a:lvl1pPr>
              <a:defRPr sz="3300"/>
            </a:lvl1pPr>
            <a:lvl2pPr>
              <a:defRPr sz="29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67E3B-D062-4AFC-ACCE-50FD5F000C57}" type="datetimeFigureOut">
              <a:rPr lang="fr-FR" smtClean="0"/>
              <a:t>05/04/2017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CE86-5999-4187-BFCE-33212862B0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3949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47079" y="252324"/>
            <a:ext cx="13447393" cy="1050132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47092" y="1410389"/>
            <a:ext cx="6601774" cy="587782"/>
          </a:xfrm>
        </p:spPr>
        <p:txBody>
          <a:bodyPr anchor="b"/>
          <a:lstStyle>
            <a:lvl1pPr marL="0" indent="0">
              <a:buNone/>
              <a:defRPr sz="2900" b="1"/>
            </a:lvl1pPr>
            <a:lvl2pPr marL="537910" indent="0">
              <a:buNone/>
              <a:defRPr sz="2300" b="1"/>
            </a:lvl2pPr>
            <a:lvl3pPr marL="1075819" indent="0">
              <a:buNone/>
              <a:defRPr sz="2100" b="1"/>
            </a:lvl3pPr>
            <a:lvl4pPr marL="1613729" indent="0">
              <a:buNone/>
              <a:defRPr sz="1800" b="1"/>
            </a:lvl4pPr>
            <a:lvl5pPr marL="2151638" indent="0">
              <a:buNone/>
              <a:defRPr sz="1800" b="1"/>
            </a:lvl5pPr>
            <a:lvl6pPr marL="2689548" indent="0">
              <a:buNone/>
              <a:defRPr sz="1800" b="1"/>
            </a:lvl6pPr>
            <a:lvl7pPr marL="3227458" indent="0">
              <a:buNone/>
              <a:defRPr sz="1800" b="1"/>
            </a:lvl7pPr>
            <a:lvl8pPr marL="3765367" indent="0">
              <a:buNone/>
              <a:defRPr sz="1800" b="1"/>
            </a:lvl8pPr>
            <a:lvl9pPr marL="4303277" indent="0">
              <a:buNone/>
              <a:defRPr sz="18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747092" y="1998167"/>
            <a:ext cx="6601774" cy="3630246"/>
          </a:xfrm>
        </p:spPr>
        <p:txBody>
          <a:bodyPr/>
          <a:lstStyle>
            <a:lvl1pPr>
              <a:defRPr sz="29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7590103" y="1410389"/>
            <a:ext cx="6604374" cy="587782"/>
          </a:xfrm>
        </p:spPr>
        <p:txBody>
          <a:bodyPr anchor="b"/>
          <a:lstStyle>
            <a:lvl1pPr marL="0" indent="0">
              <a:buNone/>
              <a:defRPr sz="2900" b="1"/>
            </a:lvl1pPr>
            <a:lvl2pPr marL="537910" indent="0">
              <a:buNone/>
              <a:defRPr sz="2300" b="1"/>
            </a:lvl2pPr>
            <a:lvl3pPr marL="1075819" indent="0">
              <a:buNone/>
              <a:defRPr sz="2100" b="1"/>
            </a:lvl3pPr>
            <a:lvl4pPr marL="1613729" indent="0">
              <a:buNone/>
              <a:defRPr sz="1800" b="1"/>
            </a:lvl4pPr>
            <a:lvl5pPr marL="2151638" indent="0">
              <a:buNone/>
              <a:defRPr sz="1800" b="1"/>
            </a:lvl5pPr>
            <a:lvl6pPr marL="2689548" indent="0">
              <a:buNone/>
              <a:defRPr sz="1800" b="1"/>
            </a:lvl6pPr>
            <a:lvl7pPr marL="3227458" indent="0">
              <a:buNone/>
              <a:defRPr sz="1800" b="1"/>
            </a:lvl7pPr>
            <a:lvl8pPr marL="3765367" indent="0">
              <a:buNone/>
              <a:defRPr sz="1800" b="1"/>
            </a:lvl8pPr>
            <a:lvl9pPr marL="4303277" indent="0">
              <a:buNone/>
              <a:defRPr sz="18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7590103" y="1998167"/>
            <a:ext cx="6604374" cy="3630246"/>
          </a:xfrm>
        </p:spPr>
        <p:txBody>
          <a:bodyPr/>
          <a:lstStyle>
            <a:lvl1pPr>
              <a:defRPr sz="29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67E3B-D062-4AFC-ACCE-50FD5F000C57}" type="datetimeFigureOut">
              <a:rPr lang="fr-FR" smtClean="0"/>
              <a:t>05/04/2017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CE86-5999-4187-BFCE-33212862B0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2473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67E3B-D062-4AFC-ACCE-50FD5F000C57}" type="datetimeFigureOut">
              <a:rPr lang="fr-FR" smtClean="0"/>
              <a:t>05/04/2017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CE86-5999-4187-BFCE-33212862B0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9657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67E3B-D062-4AFC-ACCE-50FD5F000C57}" type="datetimeFigureOut">
              <a:rPr lang="fr-FR" smtClean="0"/>
              <a:t>05/04/2017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CE86-5999-4187-BFCE-33212862B0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2036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47083" y="250873"/>
            <a:ext cx="4915671" cy="1067633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841740" y="250870"/>
            <a:ext cx="8352737" cy="5377548"/>
          </a:xfrm>
        </p:spPr>
        <p:txBody>
          <a:bodyPr/>
          <a:lstStyle>
            <a:lvl1pPr>
              <a:defRPr sz="3800"/>
            </a:lvl1pPr>
            <a:lvl2pPr>
              <a:defRPr sz="3300"/>
            </a:lvl2pPr>
            <a:lvl3pPr>
              <a:defRPr sz="29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747083" y="1318499"/>
            <a:ext cx="4915671" cy="4309914"/>
          </a:xfrm>
        </p:spPr>
        <p:txBody>
          <a:bodyPr/>
          <a:lstStyle>
            <a:lvl1pPr marL="0" indent="0">
              <a:buNone/>
              <a:defRPr sz="1600"/>
            </a:lvl1pPr>
            <a:lvl2pPr marL="537910" indent="0">
              <a:buNone/>
              <a:defRPr sz="1400"/>
            </a:lvl2pPr>
            <a:lvl3pPr marL="1075819" indent="0">
              <a:buNone/>
              <a:defRPr sz="1200"/>
            </a:lvl3pPr>
            <a:lvl4pPr marL="1613729" indent="0">
              <a:buNone/>
              <a:defRPr sz="1000"/>
            </a:lvl4pPr>
            <a:lvl5pPr marL="2151638" indent="0">
              <a:buNone/>
              <a:defRPr sz="1000"/>
            </a:lvl5pPr>
            <a:lvl6pPr marL="2689548" indent="0">
              <a:buNone/>
              <a:defRPr sz="1000"/>
            </a:lvl6pPr>
            <a:lvl7pPr marL="3227458" indent="0">
              <a:buNone/>
              <a:defRPr sz="1000"/>
            </a:lvl7pPr>
            <a:lvl8pPr marL="3765367" indent="0">
              <a:buNone/>
              <a:defRPr sz="1000"/>
            </a:lvl8pPr>
            <a:lvl9pPr marL="4303277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67E3B-D062-4AFC-ACCE-50FD5F000C57}" type="datetimeFigureOut">
              <a:rPr lang="fr-FR" smtClean="0"/>
              <a:t>05/04/2017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CE86-5999-4187-BFCE-33212862B0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9710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928656" y="4410553"/>
            <a:ext cx="8964932" cy="520690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928656" y="562993"/>
            <a:ext cx="8964932" cy="3780473"/>
          </a:xfrm>
        </p:spPr>
        <p:txBody>
          <a:bodyPr/>
          <a:lstStyle>
            <a:lvl1pPr marL="0" indent="0">
              <a:buNone/>
              <a:defRPr sz="3800"/>
            </a:lvl1pPr>
            <a:lvl2pPr marL="537910" indent="0">
              <a:buNone/>
              <a:defRPr sz="3300"/>
            </a:lvl2pPr>
            <a:lvl3pPr marL="1075819" indent="0">
              <a:buNone/>
              <a:defRPr sz="2900"/>
            </a:lvl3pPr>
            <a:lvl4pPr marL="1613729" indent="0">
              <a:buNone/>
              <a:defRPr sz="2300"/>
            </a:lvl4pPr>
            <a:lvl5pPr marL="2151638" indent="0">
              <a:buNone/>
              <a:defRPr sz="2300"/>
            </a:lvl5pPr>
            <a:lvl6pPr marL="2689548" indent="0">
              <a:buNone/>
              <a:defRPr sz="2300"/>
            </a:lvl6pPr>
            <a:lvl7pPr marL="3227458" indent="0">
              <a:buNone/>
              <a:defRPr sz="2300"/>
            </a:lvl7pPr>
            <a:lvl8pPr marL="3765367" indent="0">
              <a:buNone/>
              <a:defRPr sz="2300"/>
            </a:lvl8pPr>
            <a:lvl9pPr marL="4303277" indent="0">
              <a:buNone/>
              <a:defRPr sz="23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928656" y="4931248"/>
            <a:ext cx="8964932" cy="739467"/>
          </a:xfrm>
        </p:spPr>
        <p:txBody>
          <a:bodyPr/>
          <a:lstStyle>
            <a:lvl1pPr marL="0" indent="0">
              <a:buNone/>
              <a:defRPr sz="1600"/>
            </a:lvl1pPr>
            <a:lvl2pPr marL="537910" indent="0">
              <a:buNone/>
              <a:defRPr sz="1400"/>
            </a:lvl2pPr>
            <a:lvl3pPr marL="1075819" indent="0">
              <a:buNone/>
              <a:defRPr sz="1200"/>
            </a:lvl3pPr>
            <a:lvl4pPr marL="1613729" indent="0">
              <a:buNone/>
              <a:defRPr sz="1000"/>
            </a:lvl4pPr>
            <a:lvl5pPr marL="2151638" indent="0">
              <a:buNone/>
              <a:defRPr sz="1000"/>
            </a:lvl5pPr>
            <a:lvl6pPr marL="2689548" indent="0">
              <a:buNone/>
              <a:defRPr sz="1000"/>
            </a:lvl6pPr>
            <a:lvl7pPr marL="3227458" indent="0">
              <a:buNone/>
              <a:defRPr sz="1000"/>
            </a:lvl7pPr>
            <a:lvl8pPr marL="3765367" indent="0">
              <a:buNone/>
              <a:defRPr sz="1000"/>
            </a:lvl8pPr>
            <a:lvl9pPr marL="4303277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67E3B-D062-4AFC-ACCE-50FD5F000C57}" type="datetimeFigureOut">
              <a:rPr lang="fr-FR" smtClean="0"/>
              <a:t>05/04/2017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CE86-5999-4187-BFCE-33212862B0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2259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67E3B-D062-4AFC-ACCE-50FD5F000C57}" type="datetimeFigureOut">
              <a:rPr lang="fr-FR" smtClean="0"/>
              <a:t>05/04/2017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CE86-5999-4187-BFCE-33212862B0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8647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12796297" y="198362"/>
            <a:ext cx="3971439" cy="4234072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81962" y="198362"/>
            <a:ext cx="11665309" cy="4234072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67E3B-D062-4AFC-ACCE-50FD5F000C57}" type="datetimeFigureOut">
              <a:rPr lang="fr-FR" smtClean="0"/>
              <a:t>05/04/2017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6CE86-5999-4187-BFCE-33212862B0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1481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747079" y="252324"/>
            <a:ext cx="13447393" cy="1050132"/>
          </a:xfrm>
          <a:prstGeom prst="rect">
            <a:avLst/>
          </a:prstGeom>
        </p:spPr>
        <p:txBody>
          <a:bodyPr vert="horz" lIns="107582" tIns="53790" rIns="107582" bIns="5379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47079" y="1470193"/>
            <a:ext cx="13447393" cy="4158229"/>
          </a:xfrm>
          <a:prstGeom prst="rect">
            <a:avLst/>
          </a:prstGeom>
        </p:spPr>
        <p:txBody>
          <a:bodyPr vert="horz" lIns="107582" tIns="53790" rIns="107582" bIns="5379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747079" y="5839902"/>
            <a:ext cx="3486366" cy="335459"/>
          </a:xfrm>
          <a:prstGeom prst="rect">
            <a:avLst/>
          </a:prstGeom>
        </p:spPr>
        <p:txBody>
          <a:bodyPr vert="horz" lIns="107582" tIns="53790" rIns="107582" bIns="5379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A67E3B-D062-4AFC-ACCE-50FD5F000C57}" type="datetimeFigureOut">
              <a:rPr lang="fr-FR" smtClean="0"/>
              <a:t>05/04/2017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5105041" y="5839902"/>
            <a:ext cx="4731488" cy="335459"/>
          </a:xfrm>
          <a:prstGeom prst="rect">
            <a:avLst/>
          </a:prstGeom>
        </p:spPr>
        <p:txBody>
          <a:bodyPr vert="horz" lIns="107582" tIns="53790" rIns="107582" bIns="5379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0708115" y="5839902"/>
            <a:ext cx="3486366" cy="335459"/>
          </a:xfrm>
          <a:prstGeom prst="rect">
            <a:avLst/>
          </a:prstGeom>
        </p:spPr>
        <p:txBody>
          <a:bodyPr vert="horz" lIns="107582" tIns="53790" rIns="107582" bIns="53790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F6CE86-5999-4187-BFCE-33212862B0B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6240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075819" rtl="0" eaLnBrk="1" latinLnBrk="0" hangingPunct="1">
        <a:spcBef>
          <a:spcPct val="0"/>
        </a:spcBef>
        <a:buNone/>
        <a:defRPr sz="5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03432" indent="-403432" algn="l" defTabSz="1075819" rtl="0" eaLnBrk="1" latinLnBrk="0" hangingPunct="1">
        <a:spcBef>
          <a:spcPct val="20000"/>
        </a:spcBef>
        <a:buFont typeface="Arial" pitchFamily="34" charset="0"/>
        <a:buChar char="•"/>
        <a:defRPr sz="3800" kern="1200">
          <a:solidFill>
            <a:schemeClr val="tx1"/>
          </a:solidFill>
          <a:latin typeface="+mn-lt"/>
          <a:ea typeface="+mn-ea"/>
          <a:cs typeface="+mn-cs"/>
        </a:defRPr>
      </a:lvl1pPr>
      <a:lvl2pPr marL="874103" indent="-336193" algn="l" defTabSz="1075819" rtl="0" eaLnBrk="1" latinLnBrk="0" hangingPunct="1">
        <a:spcBef>
          <a:spcPct val="20000"/>
        </a:spcBef>
        <a:buFont typeface="Arial" pitchFamily="34" charset="0"/>
        <a:buChar char="–"/>
        <a:defRPr sz="3300" kern="1200">
          <a:solidFill>
            <a:schemeClr val="tx1"/>
          </a:solidFill>
          <a:latin typeface="+mn-lt"/>
          <a:ea typeface="+mn-ea"/>
          <a:cs typeface="+mn-cs"/>
        </a:defRPr>
      </a:lvl2pPr>
      <a:lvl3pPr marL="1344774" indent="-268954" algn="l" defTabSz="1075819" rtl="0" eaLnBrk="1" latinLnBrk="0" hangingPunct="1">
        <a:spcBef>
          <a:spcPct val="20000"/>
        </a:spcBef>
        <a:buFont typeface="Arial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1882683" indent="-268954" algn="l" defTabSz="1075819" rtl="0" eaLnBrk="1" latinLnBrk="0" hangingPunct="1">
        <a:spcBef>
          <a:spcPct val="20000"/>
        </a:spcBef>
        <a:buFont typeface="Arial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420593" indent="-268954" algn="l" defTabSz="1075819" rtl="0" eaLnBrk="1" latinLnBrk="0" hangingPunct="1">
        <a:spcBef>
          <a:spcPct val="20000"/>
        </a:spcBef>
        <a:buFont typeface="Arial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958502" indent="-268954" algn="l" defTabSz="1075819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96412" indent="-268954" algn="l" defTabSz="1075819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34322" indent="-268954" algn="l" defTabSz="1075819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72231" indent="-268954" algn="l" defTabSz="1075819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07581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7910" algn="l" defTabSz="107581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75819" algn="l" defTabSz="107581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13729" algn="l" defTabSz="107581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51638" algn="l" defTabSz="107581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89548" algn="l" defTabSz="107581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27458" algn="l" defTabSz="107581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65367" algn="l" defTabSz="107581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03277" algn="l" defTabSz="107581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000" y="51138"/>
            <a:ext cx="9532800" cy="34169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0" name="Picture 10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6" b="4507"/>
          <a:stretch/>
        </p:blipFill>
        <p:spPr bwMode="auto">
          <a:xfrm>
            <a:off x="9581628" y="18907"/>
            <a:ext cx="5450136" cy="1688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8902" y="3744738"/>
            <a:ext cx="5408613" cy="2500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" name="Picture 2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12"/>
          <a:stretch/>
        </p:blipFill>
        <p:spPr bwMode="auto">
          <a:xfrm>
            <a:off x="-107999" y="3744738"/>
            <a:ext cx="5328990" cy="250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3" name="ZoneTexte 92"/>
          <p:cNvSpPr txBox="1"/>
          <p:nvPr/>
        </p:nvSpPr>
        <p:spPr>
          <a:xfrm>
            <a:off x="846188" y="195510"/>
            <a:ext cx="4683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(a)</a:t>
            </a:r>
            <a:endParaRPr lang="fr-FR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4" name="ZoneTexte 93"/>
          <p:cNvSpPr txBox="1"/>
          <p:nvPr/>
        </p:nvSpPr>
        <p:spPr>
          <a:xfrm>
            <a:off x="288032" y="3579836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(b)</a:t>
            </a:r>
            <a:endParaRPr lang="fr-FR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5" name="ZoneTexte 94"/>
          <p:cNvSpPr txBox="1"/>
          <p:nvPr/>
        </p:nvSpPr>
        <p:spPr>
          <a:xfrm>
            <a:off x="4810174" y="3579886"/>
            <a:ext cx="4683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(c)</a:t>
            </a:r>
            <a:endParaRPr lang="fr-FR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6" name="ZoneTexte 95"/>
          <p:cNvSpPr txBox="1"/>
          <p:nvPr/>
        </p:nvSpPr>
        <p:spPr>
          <a:xfrm>
            <a:off x="9486653" y="-20514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(d)</a:t>
            </a:r>
            <a:endParaRPr lang="fr-FR" sz="20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3" name="Groupe 12"/>
          <p:cNvGrpSpPr/>
          <p:nvPr/>
        </p:nvGrpSpPr>
        <p:grpSpPr>
          <a:xfrm>
            <a:off x="10677053" y="1759593"/>
            <a:ext cx="3346450" cy="4458619"/>
            <a:chOff x="10677053" y="1759593"/>
            <a:chExt cx="3346450" cy="4458619"/>
          </a:xfrm>
        </p:grpSpPr>
        <p:pic>
          <p:nvPicPr>
            <p:cNvPr id="99" name="Picture 12"/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210"/>
            <a:stretch/>
          </p:blipFill>
          <p:spPr bwMode="auto">
            <a:xfrm>
              <a:off x="10677053" y="1759593"/>
              <a:ext cx="3346450" cy="44586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7" name="Rectangle 96"/>
            <p:cNvSpPr/>
            <p:nvPr/>
          </p:nvSpPr>
          <p:spPr>
            <a:xfrm>
              <a:off x="11070008" y="4495154"/>
              <a:ext cx="144016" cy="2368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8" name="Rectangle 97"/>
            <p:cNvSpPr/>
            <p:nvPr/>
          </p:nvSpPr>
          <p:spPr>
            <a:xfrm>
              <a:off x="10981308" y="5405672"/>
              <a:ext cx="144016" cy="2368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4" name="Rectangle 13"/>
          <p:cNvSpPr/>
          <p:nvPr/>
        </p:nvSpPr>
        <p:spPr>
          <a:xfrm>
            <a:off x="11503223" y="1807200"/>
            <a:ext cx="1296144" cy="72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6" name="Connecteur droit 15"/>
          <p:cNvCxnSpPr/>
          <p:nvPr/>
        </p:nvCxnSpPr>
        <p:spPr>
          <a:xfrm flipH="1" flipV="1">
            <a:off x="10135071" y="1134170"/>
            <a:ext cx="1368152" cy="67303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necteur droit 99"/>
          <p:cNvCxnSpPr/>
          <p:nvPr/>
        </p:nvCxnSpPr>
        <p:spPr>
          <a:xfrm flipV="1">
            <a:off x="12799367" y="1134170"/>
            <a:ext cx="1800200" cy="67303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719791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13</Words>
  <Application>Microsoft Office PowerPoint</Application>
  <PresentationFormat>Personnalisé</PresentationFormat>
  <Paragraphs>5</Paragraphs>
  <Slides>1</Slides>
  <Notes>1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user</dc:creator>
  <cp:lastModifiedBy>user</cp:lastModifiedBy>
  <cp:revision>15</cp:revision>
  <dcterms:created xsi:type="dcterms:W3CDTF">2017-03-23T14:43:13Z</dcterms:created>
  <dcterms:modified xsi:type="dcterms:W3CDTF">2017-04-05T11:21:21Z</dcterms:modified>
</cp:coreProperties>
</file>