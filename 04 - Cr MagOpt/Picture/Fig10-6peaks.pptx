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961938" cy="6121400"/>
  <p:notesSz cx="6858000" cy="9144000"/>
  <p:defaultTextStyle>
    <a:defPPr>
      <a:defRPr lang="fr-FR"/>
    </a:defPPr>
    <a:lvl1pPr marL="0" algn="l" defTabSz="105658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8295" algn="l" defTabSz="105658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6589" algn="l" defTabSz="105658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84884" algn="l" defTabSz="105658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13178" algn="l" defTabSz="105658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41473" algn="l" defTabSz="105658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69768" algn="l" defTabSz="105658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98062" algn="l" defTabSz="105658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26357" algn="l" defTabSz="105658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972" y="-78"/>
      </p:cViewPr>
      <p:guideLst>
        <p:guide orient="horz" pos="1928"/>
        <p:guide pos="408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72146" y="1901602"/>
            <a:ext cx="11017648" cy="1312134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944292" y="3468794"/>
            <a:ext cx="9073357" cy="156435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8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6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848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13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414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697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980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263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7E3B-D062-4AFC-ACCE-50FD5F000C57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6742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7E3B-D062-4AFC-ACCE-50FD5F000C57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7772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23904" y="3933567"/>
            <a:ext cx="11017648" cy="1215778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23904" y="2594511"/>
            <a:ext cx="11017648" cy="1339056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829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65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848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131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4147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697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98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263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7E3B-D062-4AFC-ACCE-50FD5F000C57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9834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765115" y="1125091"/>
            <a:ext cx="6782514" cy="31811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7763662" y="1125091"/>
            <a:ext cx="6782514" cy="31811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7E3B-D062-4AFC-ACCE-50FD5F000C57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3949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8098" y="245140"/>
            <a:ext cx="11665745" cy="1020234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48097" y="1370232"/>
            <a:ext cx="5727107" cy="571047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8295" indent="0">
              <a:buNone/>
              <a:defRPr sz="2300" b="1"/>
            </a:lvl2pPr>
            <a:lvl3pPr marL="1056589" indent="0">
              <a:buNone/>
              <a:defRPr sz="2100" b="1"/>
            </a:lvl3pPr>
            <a:lvl4pPr marL="1584884" indent="0">
              <a:buNone/>
              <a:defRPr sz="1800" b="1"/>
            </a:lvl4pPr>
            <a:lvl5pPr marL="2113178" indent="0">
              <a:buNone/>
              <a:defRPr sz="1800" b="1"/>
            </a:lvl5pPr>
            <a:lvl6pPr marL="2641473" indent="0">
              <a:buNone/>
              <a:defRPr sz="1800" b="1"/>
            </a:lvl6pPr>
            <a:lvl7pPr marL="3169768" indent="0">
              <a:buNone/>
              <a:defRPr sz="1800" b="1"/>
            </a:lvl7pPr>
            <a:lvl8pPr marL="3698062" indent="0">
              <a:buNone/>
              <a:defRPr sz="1800" b="1"/>
            </a:lvl8pPr>
            <a:lvl9pPr marL="4226357" indent="0">
              <a:buNone/>
              <a:defRPr sz="18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48097" y="1941278"/>
            <a:ext cx="5727107" cy="3526890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584486" y="1370232"/>
            <a:ext cx="5729357" cy="571047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8295" indent="0">
              <a:buNone/>
              <a:defRPr sz="2300" b="1"/>
            </a:lvl2pPr>
            <a:lvl3pPr marL="1056589" indent="0">
              <a:buNone/>
              <a:defRPr sz="2100" b="1"/>
            </a:lvl3pPr>
            <a:lvl4pPr marL="1584884" indent="0">
              <a:buNone/>
              <a:defRPr sz="1800" b="1"/>
            </a:lvl4pPr>
            <a:lvl5pPr marL="2113178" indent="0">
              <a:buNone/>
              <a:defRPr sz="1800" b="1"/>
            </a:lvl5pPr>
            <a:lvl6pPr marL="2641473" indent="0">
              <a:buNone/>
              <a:defRPr sz="1800" b="1"/>
            </a:lvl6pPr>
            <a:lvl7pPr marL="3169768" indent="0">
              <a:buNone/>
              <a:defRPr sz="1800" b="1"/>
            </a:lvl7pPr>
            <a:lvl8pPr marL="3698062" indent="0">
              <a:buNone/>
              <a:defRPr sz="1800" b="1"/>
            </a:lvl8pPr>
            <a:lvl9pPr marL="4226357" indent="0">
              <a:buNone/>
              <a:defRPr sz="18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584486" y="1941278"/>
            <a:ext cx="5729357" cy="3526890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7E3B-D062-4AFC-ACCE-50FD5F000C57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2473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7E3B-D062-4AFC-ACCE-50FD5F000C57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9657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7E3B-D062-4AFC-ACCE-50FD5F000C57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2036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8097" y="243723"/>
            <a:ext cx="4264389" cy="1037237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67759" y="243725"/>
            <a:ext cx="7246084" cy="5224445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48097" y="1280960"/>
            <a:ext cx="4264389" cy="4187208"/>
          </a:xfrm>
        </p:spPr>
        <p:txBody>
          <a:bodyPr/>
          <a:lstStyle>
            <a:lvl1pPr marL="0" indent="0">
              <a:buNone/>
              <a:defRPr sz="1600"/>
            </a:lvl1pPr>
            <a:lvl2pPr marL="528295" indent="0">
              <a:buNone/>
              <a:defRPr sz="1400"/>
            </a:lvl2pPr>
            <a:lvl3pPr marL="1056589" indent="0">
              <a:buNone/>
              <a:defRPr sz="1200"/>
            </a:lvl3pPr>
            <a:lvl4pPr marL="1584884" indent="0">
              <a:buNone/>
              <a:defRPr sz="1000"/>
            </a:lvl4pPr>
            <a:lvl5pPr marL="2113178" indent="0">
              <a:buNone/>
              <a:defRPr sz="1000"/>
            </a:lvl5pPr>
            <a:lvl6pPr marL="2641473" indent="0">
              <a:buNone/>
              <a:defRPr sz="1000"/>
            </a:lvl6pPr>
            <a:lvl7pPr marL="3169768" indent="0">
              <a:buNone/>
              <a:defRPr sz="1000"/>
            </a:lvl7pPr>
            <a:lvl8pPr marL="3698062" indent="0">
              <a:buNone/>
              <a:defRPr sz="1000"/>
            </a:lvl8pPr>
            <a:lvl9pPr marL="4226357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7E3B-D062-4AFC-ACCE-50FD5F000C57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9710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40631" y="4284981"/>
            <a:ext cx="7777163" cy="50586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540631" y="546959"/>
            <a:ext cx="7777163" cy="3672840"/>
          </a:xfrm>
        </p:spPr>
        <p:txBody>
          <a:bodyPr/>
          <a:lstStyle>
            <a:lvl1pPr marL="0" indent="0">
              <a:buNone/>
              <a:defRPr sz="3700"/>
            </a:lvl1pPr>
            <a:lvl2pPr marL="528295" indent="0">
              <a:buNone/>
              <a:defRPr sz="3200"/>
            </a:lvl2pPr>
            <a:lvl3pPr marL="1056589" indent="0">
              <a:buNone/>
              <a:defRPr sz="2800"/>
            </a:lvl3pPr>
            <a:lvl4pPr marL="1584884" indent="0">
              <a:buNone/>
              <a:defRPr sz="2300"/>
            </a:lvl4pPr>
            <a:lvl5pPr marL="2113178" indent="0">
              <a:buNone/>
              <a:defRPr sz="2300"/>
            </a:lvl5pPr>
            <a:lvl6pPr marL="2641473" indent="0">
              <a:buNone/>
              <a:defRPr sz="2300"/>
            </a:lvl6pPr>
            <a:lvl7pPr marL="3169768" indent="0">
              <a:buNone/>
              <a:defRPr sz="2300"/>
            </a:lvl7pPr>
            <a:lvl8pPr marL="3698062" indent="0">
              <a:buNone/>
              <a:defRPr sz="2300"/>
            </a:lvl8pPr>
            <a:lvl9pPr marL="4226357" indent="0">
              <a:buNone/>
              <a:defRPr sz="23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540631" y="4790847"/>
            <a:ext cx="7777163" cy="718414"/>
          </a:xfrm>
        </p:spPr>
        <p:txBody>
          <a:bodyPr/>
          <a:lstStyle>
            <a:lvl1pPr marL="0" indent="0">
              <a:buNone/>
              <a:defRPr sz="1600"/>
            </a:lvl1pPr>
            <a:lvl2pPr marL="528295" indent="0">
              <a:buNone/>
              <a:defRPr sz="1400"/>
            </a:lvl2pPr>
            <a:lvl3pPr marL="1056589" indent="0">
              <a:buNone/>
              <a:defRPr sz="1200"/>
            </a:lvl3pPr>
            <a:lvl4pPr marL="1584884" indent="0">
              <a:buNone/>
              <a:defRPr sz="1000"/>
            </a:lvl4pPr>
            <a:lvl5pPr marL="2113178" indent="0">
              <a:buNone/>
              <a:defRPr sz="1000"/>
            </a:lvl5pPr>
            <a:lvl6pPr marL="2641473" indent="0">
              <a:buNone/>
              <a:defRPr sz="1000"/>
            </a:lvl6pPr>
            <a:lvl7pPr marL="3169768" indent="0">
              <a:buNone/>
              <a:defRPr sz="1000"/>
            </a:lvl7pPr>
            <a:lvl8pPr marL="3698062" indent="0">
              <a:buNone/>
              <a:defRPr sz="1000"/>
            </a:lvl8pPr>
            <a:lvl9pPr marL="4226357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7E3B-D062-4AFC-ACCE-50FD5F000C57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2259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7E3B-D062-4AFC-ACCE-50FD5F000C57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8647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11100911" y="192712"/>
            <a:ext cx="3445264" cy="4113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765113" y="192712"/>
            <a:ext cx="10119764" cy="4113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7E3B-D062-4AFC-ACCE-50FD5F000C57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1481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48098" y="245140"/>
            <a:ext cx="11665745" cy="1020234"/>
          </a:xfrm>
          <a:prstGeom prst="rect">
            <a:avLst/>
          </a:prstGeom>
        </p:spPr>
        <p:txBody>
          <a:bodyPr vert="horz" lIns="105659" tIns="52829" rIns="105659" bIns="52829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48098" y="1428328"/>
            <a:ext cx="11665745" cy="4039841"/>
          </a:xfrm>
          <a:prstGeom prst="rect">
            <a:avLst/>
          </a:prstGeom>
        </p:spPr>
        <p:txBody>
          <a:bodyPr vert="horz" lIns="105659" tIns="52829" rIns="105659" bIns="52829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48098" y="5673631"/>
            <a:ext cx="3024453" cy="325908"/>
          </a:xfrm>
          <a:prstGeom prst="rect">
            <a:avLst/>
          </a:prstGeom>
        </p:spPr>
        <p:txBody>
          <a:bodyPr vert="horz" lIns="105659" tIns="52829" rIns="105659" bIns="52829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67E3B-D062-4AFC-ACCE-50FD5F000C57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428663" y="5673631"/>
            <a:ext cx="4104614" cy="325908"/>
          </a:xfrm>
          <a:prstGeom prst="rect">
            <a:avLst/>
          </a:prstGeom>
        </p:spPr>
        <p:txBody>
          <a:bodyPr vert="horz" lIns="105659" tIns="52829" rIns="105659" bIns="52829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9289390" y="5673631"/>
            <a:ext cx="3024453" cy="325908"/>
          </a:xfrm>
          <a:prstGeom prst="rect">
            <a:avLst/>
          </a:prstGeom>
        </p:spPr>
        <p:txBody>
          <a:bodyPr vert="horz" lIns="105659" tIns="52829" rIns="105659" bIns="52829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6240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6589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6221" indent="-396221" algn="l" defTabSz="1056589" rtl="0" eaLnBrk="1" latinLnBrk="0" hangingPunct="1">
        <a:spcBef>
          <a:spcPct val="20000"/>
        </a:spcBef>
        <a:buFont typeface="Arial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8479" indent="-330184" algn="l" defTabSz="1056589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37" indent="-264147" algn="l" defTabSz="1056589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9031" indent="-264147" algn="l" defTabSz="1056589" rtl="0" eaLnBrk="1" latinLnBrk="0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77326" indent="-264147" algn="l" defTabSz="1056589" rtl="0" eaLnBrk="1" latinLnBrk="0" hangingPunct="1">
        <a:spcBef>
          <a:spcPct val="20000"/>
        </a:spcBef>
        <a:buFont typeface="Arial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905620" indent="-264147" algn="l" defTabSz="1056589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33915" indent="-264147" algn="l" defTabSz="1056589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62210" indent="-264147" algn="l" defTabSz="1056589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90504" indent="-264147" algn="l" defTabSz="1056589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05658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8295" algn="l" defTabSz="105658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6589" algn="l" defTabSz="105658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884" algn="l" defTabSz="105658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13178" algn="l" defTabSz="105658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41473" algn="l" defTabSz="105658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69768" algn="l" defTabSz="105658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98062" algn="l" defTabSz="105658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26357" algn="l" defTabSz="105658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5644"/>
            <a:ext cx="9231313" cy="331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3600" y="-1588"/>
            <a:ext cx="4160901" cy="61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7923" y="3656731"/>
            <a:ext cx="5408613" cy="250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6" name="Connecteur droit 25"/>
          <p:cNvCxnSpPr/>
          <p:nvPr/>
        </p:nvCxnSpPr>
        <p:spPr>
          <a:xfrm flipH="1">
            <a:off x="4860032" y="2484636"/>
            <a:ext cx="2520280" cy="136815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/>
          <p:cNvCxnSpPr/>
          <p:nvPr/>
        </p:nvCxnSpPr>
        <p:spPr>
          <a:xfrm>
            <a:off x="8532440" y="2637036"/>
            <a:ext cx="432048" cy="121575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5" name="ZoneTexte 1024"/>
          <p:cNvSpPr txBox="1"/>
          <p:nvPr/>
        </p:nvSpPr>
        <p:spPr>
          <a:xfrm>
            <a:off x="648321" y="180380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(a)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ZoneTexte 37"/>
          <p:cNvSpPr txBox="1"/>
          <p:nvPr/>
        </p:nvSpPr>
        <p:spPr>
          <a:xfrm>
            <a:off x="9145265" y="-35644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(c)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ZoneTexte 38"/>
          <p:cNvSpPr txBox="1"/>
          <p:nvPr/>
        </p:nvSpPr>
        <p:spPr>
          <a:xfrm>
            <a:off x="4341961" y="3564756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(b)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19791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</Words>
  <Application>Microsoft Office PowerPoint</Application>
  <PresentationFormat>Personnalisé</PresentationFormat>
  <Paragraphs>3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user</cp:lastModifiedBy>
  <cp:revision>3</cp:revision>
  <dcterms:created xsi:type="dcterms:W3CDTF">2017-03-23T14:43:13Z</dcterms:created>
  <dcterms:modified xsi:type="dcterms:W3CDTF">2017-03-23T14:55:59Z</dcterms:modified>
</cp:coreProperties>
</file>