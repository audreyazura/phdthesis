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_rels/presentation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slideLayout1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.xml.rels" ContentType="application/vnd.openxmlformats-package.relationships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media/image6.png" ContentType="image/png"/>
  <Override PartName="/ppt/media/image5.png" ContentType="image/png"/>
  <Override PartName="/ppt/media/image4.png" ContentType="image/png"/>
  <Override PartName="/ppt/media/image3.png" ContentType="image/png"/>
  <Override PartName="/ppt/media/image2.png" ContentType="image/png"/>
  <Override PartName="/ppt/media/image1.png" ContentType="image/png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2"/>
  </p:sldMasterIdLst>
  <p:notesMasterIdLst>
    <p:notesMasterId r:id="rId3"/>
  </p:notesMasterIdLst>
  <p:sldIdLst>
    <p:sldId id="256" r:id="rId4"/>
  </p:sldIdLst>
  <p:sldSz cx="12601575" cy="5040312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rIns="0" tIns="0" bIns="0"/>
          <a:p>
            <a:r>
              <a:rPr lang="en-US" sz="2000">
                <a:latin typeface="Arial"/>
              </a:rPr>
              <a:t>Click to edit the notes format</a:t>
            </a:r>
            <a:endParaRPr/>
          </a:p>
        </p:txBody>
      </p:sp>
      <p:sp>
        <p:nvSpPr>
          <p:cNvPr id="40" name="PlaceHolder 2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rIns="0" tIns="0" bIns="0"/>
          <a:p>
            <a:r>
              <a:rPr lang="en-US" sz="1400">
                <a:latin typeface="Times New Roman"/>
              </a:rPr>
              <a:t>&lt;header&gt;</a:t>
            </a:r>
            <a:endParaRPr/>
          </a:p>
        </p:txBody>
      </p:sp>
      <p:sp>
        <p:nvSpPr>
          <p:cNvPr id="41" name="PlaceHolder 3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rIns="0" tIns="0" bIns="0"/>
          <a:p>
            <a:pPr algn="r"/>
            <a:r>
              <a:rPr lang="en-US" sz="1400">
                <a:latin typeface="Times New Roman"/>
              </a:rPr>
              <a:t>&lt;date/time&gt;</a:t>
            </a:r>
            <a:endParaRPr/>
          </a:p>
        </p:txBody>
      </p:sp>
      <p:sp>
        <p:nvSpPr>
          <p:cNvPr id="42" name="PlaceHolder 4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rIns="0" tIns="0" bIns="0" anchor="b"/>
          <a:p>
            <a:r>
              <a:rPr lang="en-US" sz="1400">
                <a:latin typeface="Times New Roman"/>
              </a:rPr>
              <a:t>&lt;footer&gt;</a:t>
            </a:r>
            <a:endParaRPr/>
          </a:p>
        </p:txBody>
      </p:sp>
      <p:sp>
        <p:nvSpPr>
          <p:cNvPr id="43" name="PlaceHolder 5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rIns="0" tIns="0" bIns="0" anchor="b"/>
          <a:p>
            <a:pPr algn="r"/>
            <a:fld id="{87BEB31D-E998-4394-AC2F-F1E2444590C5}" type="slidenum">
              <a:rPr lang="en-US" sz="1400">
                <a:latin typeface="Times New Roman"/>
              </a:rPr>
              <a:t>&lt;number&gt;</a:t>
            </a:fld>
            <a:endParaRPr/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/>
          <a:p>
            <a:endParaRPr/>
          </a:p>
        </p:txBody>
      </p:sp>
      <p:sp>
        <p:nvSpPr>
          <p:cNvPr id="53" name="TextShape 2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</p:spPr>
        <p:txBody>
          <a:bodyPr anchor="b"/>
          <a:p>
            <a:pPr algn="r">
              <a:lnSpc>
                <a:spcPct val="100000"/>
              </a:lnSpc>
            </a:pPr>
            <a:fld id="{6243BF10-5A6D-4587-9FF9-FCC83900E0D9}" type="slidenum">
              <a:rPr lang="en-US" sz="1200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/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45000" y="1565640"/>
            <a:ext cx="10711080" cy="108036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30000" y="1179360"/>
            <a:ext cx="11340720" cy="29232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45000" y="1565640"/>
            <a:ext cx="10711080" cy="108036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30000" y="1179360"/>
            <a:ext cx="11340720" cy="2922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45000" y="1565640"/>
            <a:ext cx="10711080" cy="108036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30000" y="1179360"/>
            <a:ext cx="5533920" cy="2922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441120" y="1179360"/>
            <a:ext cx="5533920" cy="2922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45000" y="1565640"/>
            <a:ext cx="10711080" cy="108036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945000" y="1565640"/>
            <a:ext cx="10711080" cy="50079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45000" y="1565640"/>
            <a:ext cx="10711080" cy="108036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30000" y="1179360"/>
            <a:ext cx="5533920" cy="13939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30000" y="2706120"/>
            <a:ext cx="5533920" cy="13939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441120" y="1179360"/>
            <a:ext cx="5533920" cy="2922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45000" y="1565640"/>
            <a:ext cx="10711080" cy="108036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30000" y="1179360"/>
            <a:ext cx="5533920" cy="2922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441120" y="1179360"/>
            <a:ext cx="5533920" cy="13939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441120" y="2706120"/>
            <a:ext cx="5533920" cy="13939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45000" y="1565640"/>
            <a:ext cx="10711080" cy="108036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30000" y="1179360"/>
            <a:ext cx="5533920" cy="13939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441120" y="1179360"/>
            <a:ext cx="5533920" cy="13939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30000" y="2706120"/>
            <a:ext cx="11340720" cy="13939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45000" y="1565640"/>
            <a:ext cx="10711080" cy="108036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30000" y="1179360"/>
            <a:ext cx="11340720" cy="13939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30000" y="2706120"/>
            <a:ext cx="11340720" cy="13939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45000" y="1565640"/>
            <a:ext cx="10711080" cy="108036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30000" y="1179360"/>
            <a:ext cx="5533920" cy="13939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441120" y="1179360"/>
            <a:ext cx="5533920" cy="13939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441120" y="2706120"/>
            <a:ext cx="5533920" cy="13939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30000" y="2706120"/>
            <a:ext cx="5533920" cy="13939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45000" y="1565640"/>
            <a:ext cx="10711080" cy="108036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30000" y="1179360"/>
            <a:ext cx="11340720" cy="2922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630000" y="1179360"/>
            <a:ext cx="11340720" cy="2922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pic>
        <p:nvPicPr>
          <p:cNvPr id="37" name="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4468680" y="1179000"/>
            <a:ext cx="3663360" cy="2922840"/>
          </a:xfrm>
          <a:prstGeom prst="rect">
            <a:avLst/>
          </a:prstGeom>
          <a:ln>
            <a:noFill/>
          </a:ln>
        </p:spPr>
      </p:pic>
      <p:pic>
        <p:nvPicPr>
          <p:cNvPr id="38" name="" descr=""/>
          <p:cNvPicPr/>
          <p:nvPr/>
        </p:nvPicPr>
        <p:blipFill>
          <a:blip r:embed="rId3"/>
          <a:stretch>
            <a:fillRect/>
          </a:stretch>
        </p:blipFill>
        <p:spPr>
          <a:xfrm>
            <a:off x="4468680" y="1179000"/>
            <a:ext cx="3663360" cy="292284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945000" y="1565640"/>
            <a:ext cx="10711080" cy="1080000"/>
          </a:xfrm>
          <a:prstGeom prst="rect">
            <a:avLst/>
          </a:prstGeom>
        </p:spPr>
        <p:txBody>
          <a:bodyPr anchor="ctr"/>
          <a:p>
            <a:pPr algn="ctr">
              <a:lnSpc>
                <a:spcPct val="100000"/>
              </a:lnSpc>
            </a:pPr>
            <a:r>
              <a:rPr lang="fr-FR" sz="4400">
                <a:solidFill>
                  <a:srgbClr val="000000"/>
                </a:solidFill>
                <a:latin typeface="Calibri"/>
              </a:rPr>
              <a:t>Click to edit the title text formatModifiez le style du titre</a:t>
            </a:r>
            <a:endParaRPr/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630000" y="4671720"/>
            <a:ext cx="2940120" cy="267840"/>
          </a:xfrm>
          <a:prstGeom prst="rect">
            <a:avLst/>
          </a:prstGeom>
        </p:spPr>
        <p:txBody>
          <a:bodyPr anchor="ctr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8b8b"/>
                </a:solidFill>
                <a:latin typeface="Calibri"/>
              </a:rPr>
              <a:t>3/31/17</a:t>
            </a:r>
            <a:endParaRPr/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305600" y="4671720"/>
            <a:ext cx="3990240" cy="267840"/>
          </a:xfrm>
          <a:prstGeom prst="rect">
            <a:avLst/>
          </a:prstGeom>
        </p:spPr>
        <p:txBody>
          <a:bodyPr anchor="ctr"/>
          <a:p>
            <a:endParaRPr/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9030960" y="4671720"/>
            <a:ext cx="2940120" cy="26784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</a:pPr>
            <a:fld id="{7F5578F6-C580-400E-AED1-8DC584DF3462}" type="slidenum">
              <a:rPr lang="en-US" sz="1200">
                <a:solidFill>
                  <a:srgbClr val="8b8b8b"/>
                </a:solidFill>
                <a:latin typeface="Calibri"/>
              </a:rPr>
              <a:t>&lt;number&gt;</a:t>
            </a:fld>
            <a:endParaRPr/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30000" y="1179360"/>
            <a:ext cx="11340720" cy="2922840"/>
          </a:xfrm>
          <a:prstGeom prst="rect">
            <a:avLst/>
          </a:prstGeom>
        </p:spPr>
        <p:txBody>
          <a:bodyPr lIns="0" rIns="0" tIns="0" bIns="0"/>
          <a:p>
            <a:pPr>
              <a:buSzPct val="45000"/>
              <a:buFont typeface="StarSymbol"/>
              <a:buChar char=""/>
            </a:pPr>
            <a:r>
              <a:rPr lang="fr-FR" sz="3200">
                <a:latin typeface="Calibri"/>
              </a:rPr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fr-FR" sz="2400">
                <a:latin typeface="Calibri"/>
              </a:rPr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fr-FR" sz="2000">
                <a:latin typeface="Calibri"/>
              </a:rPr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fr-FR" sz="2000">
                <a:latin typeface="Calibri"/>
              </a:rPr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fr-FR" sz="2000">
                <a:latin typeface="Calibri"/>
              </a:rPr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fr-FR" sz="2000">
                <a:latin typeface="Calibri"/>
              </a:rPr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fr-FR" sz="2000">
                <a:latin typeface="Calibri"/>
              </a:rPr>
              <a:t>Seventh Outline Level</a:t>
            </a:r>
            <a:endParaRPr/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13" descr=""/>
          <p:cNvPicPr/>
          <p:nvPr/>
        </p:nvPicPr>
        <p:blipFill>
          <a:blip r:embed="rId1"/>
          <a:stretch>
            <a:fillRect/>
          </a:stretch>
        </p:blipFill>
        <p:spPr>
          <a:xfrm>
            <a:off x="8407080" y="275760"/>
            <a:ext cx="4086000" cy="4692240"/>
          </a:xfrm>
          <a:prstGeom prst="rect">
            <a:avLst/>
          </a:prstGeom>
          <a:ln>
            <a:noFill/>
          </a:ln>
        </p:spPr>
      </p:pic>
      <p:pic>
        <p:nvPicPr>
          <p:cNvPr id="45" name="Picture 12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4878720" y="275760"/>
            <a:ext cx="4086000" cy="4692240"/>
          </a:xfrm>
          <a:prstGeom prst="rect">
            <a:avLst/>
          </a:prstGeom>
          <a:ln>
            <a:noFill/>
          </a:ln>
        </p:spPr>
      </p:pic>
      <p:pic>
        <p:nvPicPr>
          <p:cNvPr id="46" name="Picture 10" descr=""/>
          <p:cNvPicPr/>
          <p:nvPr/>
        </p:nvPicPr>
        <p:blipFill>
          <a:blip r:embed="rId3"/>
          <a:srcRect l="0" t="0" r="5893" b="0"/>
          <a:stretch>
            <a:fillRect/>
          </a:stretch>
        </p:blipFill>
        <p:spPr>
          <a:xfrm>
            <a:off x="1323720" y="275760"/>
            <a:ext cx="3844800" cy="4692240"/>
          </a:xfrm>
          <a:prstGeom prst="rect">
            <a:avLst/>
          </a:prstGeom>
          <a:ln>
            <a:noFill/>
          </a:ln>
        </p:spPr>
      </p:pic>
      <p:pic>
        <p:nvPicPr>
          <p:cNvPr id="47" name="Picture 8" descr=""/>
          <p:cNvPicPr/>
          <p:nvPr/>
        </p:nvPicPr>
        <p:blipFill>
          <a:blip r:embed="rId4"/>
          <a:srcRect l="0" t="-528" r="8250" b="0"/>
          <a:stretch>
            <a:fillRect/>
          </a:stretch>
        </p:blipFill>
        <p:spPr>
          <a:xfrm>
            <a:off x="54360" y="345240"/>
            <a:ext cx="2902320" cy="1508040"/>
          </a:xfrm>
          <a:prstGeom prst="rect">
            <a:avLst/>
          </a:prstGeom>
          <a:ln>
            <a:noFill/>
          </a:ln>
        </p:spPr>
      </p:pic>
      <p:sp>
        <p:nvSpPr>
          <p:cNvPr id="48" name="CustomShape 1"/>
          <p:cNvSpPr/>
          <p:nvPr/>
        </p:nvSpPr>
        <p:spPr>
          <a:xfrm>
            <a:off x="2032560" y="-29880"/>
            <a:ext cx="520920" cy="45612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</a:rPr>
              <a:t>(a)</a:t>
            </a:r>
            <a:endParaRPr/>
          </a:p>
        </p:txBody>
      </p:sp>
      <p:sp>
        <p:nvSpPr>
          <p:cNvPr id="49" name="CustomShape 2"/>
          <p:cNvSpPr/>
          <p:nvPr/>
        </p:nvSpPr>
        <p:spPr>
          <a:xfrm>
            <a:off x="5439240" y="-29880"/>
            <a:ext cx="537840" cy="45612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</a:rPr>
              <a:t>(b)</a:t>
            </a:r>
            <a:endParaRPr/>
          </a:p>
        </p:txBody>
      </p:sp>
      <p:sp>
        <p:nvSpPr>
          <p:cNvPr id="50" name="CustomShape 3"/>
          <p:cNvSpPr/>
          <p:nvPr/>
        </p:nvSpPr>
        <p:spPr>
          <a:xfrm>
            <a:off x="9017280" y="-28800"/>
            <a:ext cx="520920" cy="45612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</a:rPr>
              <a:t>(c)</a:t>
            </a:r>
            <a:endParaRPr/>
          </a:p>
        </p:txBody>
      </p:sp>
      <p:sp>
        <p:nvSpPr>
          <p:cNvPr id="51" name="CustomShape 4"/>
          <p:cNvSpPr/>
          <p:nvPr/>
        </p:nvSpPr>
        <p:spPr>
          <a:xfrm>
            <a:off x="5094720" y="1099440"/>
            <a:ext cx="215640" cy="2563560"/>
          </a:xfrm>
          <a:prstGeom prst="rect">
            <a:avLst/>
          </a:prstGeom>
          <a:solidFill>
            <a:srgbClr val="ffffff"/>
          </a:solidFill>
          <a:ln w="25560">
            <a:solidFill>
              <a:srgbClr val="ffffff"/>
            </a:solidFill>
            <a:round/>
          </a:ln>
        </p:spPr>
      </p:sp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