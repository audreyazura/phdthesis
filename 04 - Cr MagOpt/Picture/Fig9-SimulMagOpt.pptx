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539538" cy="9144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714" autoAdjust="0"/>
  </p:normalViewPr>
  <p:slideViewPr>
    <p:cSldViewPr>
      <p:cViewPr varScale="1">
        <p:scale>
          <a:sx n="42" d="100"/>
          <a:sy n="42" d="100"/>
        </p:scale>
        <p:origin x="-1932" y="-108"/>
      </p:cViewPr>
      <p:guideLst>
        <p:guide orient="horz" pos="2880"/>
        <p:guide pos="36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5466" y="2840569"/>
            <a:ext cx="9808608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30931" y="5181600"/>
            <a:ext cx="8077677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1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7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1544" y="5875867"/>
            <a:ext cx="9808608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1544" y="3875620"/>
            <a:ext cx="9808608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0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76978" y="2133603"/>
            <a:ext cx="5096629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65932" y="2133603"/>
            <a:ext cx="5096629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7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978" y="2046817"/>
            <a:ext cx="5098633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76978" y="2899833"/>
            <a:ext cx="5098633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861927" y="2046817"/>
            <a:ext cx="5100635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861927" y="2899833"/>
            <a:ext cx="5100635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0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6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1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978" y="364067"/>
            <a:ext cx="3796429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11639" y="364069"/>
            <a:ext cx="645092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76978" y="1913469"/>
            <a:ext cx="3796429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3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61831" y="6400802"/>
            <a:ext cx="6923723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61831" y="817033"/>
            <a:ext cx="6923723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61831" y="7156453"/>
            <a:ext cx="6923723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2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7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366165" y="366187"/>
            <a:ext cx="2596396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76977" y="366187"/>
            <a:ext cx="7596863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5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76977" y="366184"/>
            <a:ext cx="10385585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977" y="2133603"/>
            <a:ext cx="10385585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76977" y="8475136"/>
            <a:ext cx="269255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0855C-1118-4868-ABB1-9F99AF0E17BD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942676" y="8475136"/>
            <a:ext cx="365418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70002" y="8475136"/>
            <a:ext cx="269255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3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800" y="0"/>
            <a:ext cx="4247904" cy="891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" t="6522"/>
          <a:stretch/>
        </p:blipFill>
        <p:spPr bwMode="auto">
          <a:xfrm>
            <a:off x="4077419" y="107504"/>
            <a:ext cx="3828923" cy="1905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" t="2040"/>
          <a:stretch/>
        </p:blipFill>
        <p:spPr bwMode="auto">
          <a:xfrm>
            <a:off x="4209537" y="1676439"/>
            <a:ext cx="3805128" cy="710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" name="Rectangle 194"/>
          <p:cNvSpPr/>
          <p:nvPr/>
        </p:nvSpPr>
        <p:spPr>
          <a:xfrm>
            <a:off x="8635464" y="5049352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solidFill>
                  <a:srgbClr val="0070C0"/>
                </a:solidFill>
                <a:latin typeface="Symbol" panose="05050102010706020507" pitchFamily="18" charset="2"/>
              </a:rPr>
              <a:t>s</a:t>
            </a:r>
            <a:r>
              <a:rPr lang="fr-FR" sz="2000" dirty="0" smtClean="0">
                <a:solidFill>
                  <a:srgbClr val="0070C0"/>
                </a:solidFill>
              </a:rPr>
              <a:t>+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96" name="ZoneTexte 195"/>
          <p:cNvSpPr txBox="1"/>
          <p:nvPr/>
        </p:nvSpPr>
        <p:spPr>
          <a:xfrm>
            <a:off x="10672342" y="8172400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7" name="Connecteur droit 196"/>
          <p:cNvCxnSpPr/>
          <p:nvPr/>
        </p:nvCxnSpPr>
        <p:spPr>
          <a:xfrm flipV="1">
            <a:off x="8171407" y="866150"/>
            <a:ext cx="2252939" cy="5373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cteur droit 197"/>
          <p:cNvCxnSpPr/>
          <p:nvPr/>
        </p:nvCxnSpPr>
        <p:spPr>
          <a:xfrm flipV="1">
            <a:off x="8171407" y="252479"/>
            <a:ext cx="2278090" cy="1728238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10449497" y="5413564"/>
            <a:ext cx="58541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/>
              <a:t>S</a:t>
            </a:r>
            <a:r>
              <a:rPr lang="fr-FR" sz="1400" baseline="-25000" dirty="0" err="1"/>
              <a:t>z</a:t>
            </a:r>
            <a:r>
              <a:rPr lang="fr-FR" sz="1400" dirty="0" smtClean="0"/>
              <a:t>=+1</a:t>
            </a:r>
            <a:endParaRPr lang="en-US" sz="1400" dirty="0"/>
          </a:p>
        </p:txBody>
      </p:sp>
      <p:cxnSp>
        <p:nvCxnSpPr>
          <p:cNvPr id="200" name="Connecteur droit 199"/>
          <p:cNvCxnSpPr/>
          <p:nvPr/>
        </p:nvCxnSpPr>
        <p:spPr>
          <a:xfrm>
            <a:off x="8174194" y="4232693"/>
            <a:ext cx="2275303" cy="297725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Connecteur droit 200"/>
          <p:cNvCxnSpPr/>
          <p:nvPr/>
        </p:nvCxnSpPr>
        <p:spPr>
          <a:xfrm flipV="1">
            <a:off x="8197086" y="3970204"/>
            <a:ext cx="2225306" cy="262489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>
            <a:off x="7941942" y="2216344"/>
            <a:ext cx="221586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8143529" y="7872817"/>
            <a:ext cx="227886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Connecteur droit 203"/>
          <p:cNvCxnSpPr/>
          <p:nvPr/>
        </p:nvCxnSpPr>
        <p:spPr>
          <a:xfrm flipV="1">
            <a:off x="8152633" y="5292080"/>
            <a:ext cx="2256484" cy="8803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Connecteur droit 204"/>
          <p:cNvCxnSpPr/>
          <p:nvPr/>
        </p:nvCxnSpPr>
        <p:spPr>
          <a:xfrm>
            <a:off x="8152633" y="6172417"/>
            <a:ext cx="2269759" cy="9603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10462222" y="6961751"/>
            <a:ext cx="550151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/>
              <a:t>S</a:t>
            </a:r>
            <a:r>
              <a:rPr lang="fr-FR" sz="1400" baseline="-25000" dirty="0" err="1" smtClean="0"/>
              <a:t>z</a:t>
            </a:r>
            <a:r>
              <a:rPr lang="fr-FR" sz="1400" dirty="0" smtClean="0"/>
              <a:t>=-1</a:t>
            </a:r>
            <a:endParaRPr lang="en-US" sz="1400" dirty="0"/>
          </a:p>
        </p:txBody>
      </p:sp>
      <p:sp>
        <p:nvSpPr>
          <p:cNvPr id="207" name="Rectangle 206"/>
          <p:cNvSpPr/>
          <p:nvPr/>
        </p:nvSpPr>
        <p:spPr>
          <a:xfrm>
            <a:off x="10488135" y="7697319"/>
            <a:ext cx="495649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/>
              <a:t>S</a:t>
            </a:r>
            <a:r>
              <a:rPr lang="fr-FR" sz="1400" baseline="-25000" dirty="0" err="1" smtClean="0"/>
              <a:t>z</a:t>
            </a:r>
            <a:r>
              <a:rPr lang="fr-FR" sz="1400" dirty="0" smtClean="0"/>
              <a:t>=0</a:t>
            </a:r>
            <a:endParaRPr lang="en-US" sz="1400" dirty="0"/>
          </a:p>
        </p:txBody>
      </p:sp>
      <p:cxnSp>
        <p:nvCxnSpPr>
          <p:cNvPr id="208" name="Connecteur droit 207"/>
          <p:cNvCxnSpPr/>
          <p:nvPr/>
        </p:nvCxnSpPr>
        <p:spPr>
          <a:xfrm>
            <a:off x="7941942" y="2936620"/>
            <a:ext cx="221586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Connecteur droit 208"/>
          <p:cNvCxnSpPr/>
          <p:nvPr/>
        </p:nvCxnSpPr>
        <p:spPr>
          <a:xfrm>
            <a:off x="8152633" y="1987678"/>
            <a:ext cx="2271713" cy="1728237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>
            <a:off x="8179996" y="1416038"/>
            <a:ext cx="2241870" cy="520802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 flipV="1">
            <a:off x="8152633" y="1403542"/>
            <a:ext cx="2296864" cy="812804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cteur droit 211"/>
          <p:cNvCxnSpPr/>
          <p:nvPr/>
        </p:nvCxnSpPr>
        <p:spPr>
          <a:xfrm>
            <a:off x="8197086" y="2221692"/>
            <a:ext cx="2232349" cy="794958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7952608" y="3354261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necteur droit 214"/>
          <p:cNvCxnSpPr/>
          <p:nvPr/>
        </p:nvCxnSpPr>
        <p:spPr>
          <a:xfrm>
            <a:off x="7947551" y="1987678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Connecteur droit 222"/>
          <p:cNvCxnSpPr/>
          <p:nvPr/>
        </p:nvCxnSpPr>
        <p:spPr>
          <a:xfrm>
            <a:off x="7957540" y="1403543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7952608" y="4234598"/>
            <a:ext cx="221586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necteur droit 234"/>
          <p:cNvCxnSpPr/>
          <p:nvPr/>
        </p:nvCxnSpPr>
        <p:spPr>
          <a:xfrm>
            <a:off x="7943515" y="6171506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Connecteur droit 235"/>
          <p:cNvCxnSpPr/>
          <p:nvPr/>
        </p:nvCxnSpPr>
        <p:spPr>
          <a:xfrm>
            <a:off x="7938753" y="7873115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Connecteur droit 236"/>
          <p:cNvCxnSpPr/>
          <p:nvPr/>
        </p:nvCxnSpPr>
        <p:spPr>
          <a:xfrm flipV="1">
            <a:off x="8179996" y="1680363"/>
            <a:ext cx="2269501" cy="1256259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8179996" y="2936622"/>
            <a:ext cx="2241870" cy="1164826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10390214" y="63690"/>
            <a:ext cx="946093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>
                <a:solidFill>
                  <a:srgbClr val="0070C0"/>
                </a:solidFill>
              </a:rPr>
              <a:t>I</a:t>
            </a:r>
            <a:r>
              <a:rPr lang="fr-FR" sz="1400" dirty="0" err="1" smtClean="0">
                <a:solidFill>
                  <a:srgbClr val="0070C0"/>
                </a:solidFill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</a:rPr>
              <a:t>z</a:t>
            </a:r>
            <a:r>
              <a:rPr lang="fr-FR" sz="1400" dirty="0" smtClean="0">
                <a:solidFill>
                  <a:srgbClr val="0070C0"/>
                </a:solidFill>
              </a:rPr>
              <a:t>=+1,+1&gt;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10390214" y="1753647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70C0"/>
                </a:solidFill>
              </a:rPr>
              <a:t>z</a:t>
            </a:r>
            <a:r>
              <a:rPr lang="fr-FR" sz="1400" dirty="0" smtClean="0">
                <a:solidFill>
                  <a:srgbClr val="0070C0"/>
                </a:solidFill>
              </a:rPr>
              <a:t>=-1,+1&gt;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10390214" y="2633985"/>
            <a:ext cx="856325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70C0"/>
                </a:solidFill>
              </a:rPr>
              <a:t>z</a:t>
            </a:r>
            <a:r>
              <a:rPr lang="fr-FR" sz="1400" dirty="0" smtClean="0">
                <a:solidFill>
                  <a:srgbClr val="0070C0"/>
                </a:solidFill>
              </a:rPr>
              <a:t>=0,+1&gt;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0390214" y="3514322"/>
            <a:ext cx="875561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FF0000"/>
                </a:solidFill>
              </a:rPr>
              <a:t>z</a:t>
            </a:r>
            <a:r>
              <a:rPr lang="fr-FR" sz="1400" dirty="0" smtClean="0">
                <a:solidFill>
                  <a:srgbClr val="FF0000"/>
                </a:solidFill>
              </a:rPr>
              <a:t>=-1,-1&gt;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10390214" y="665928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FF0000"/>
                </a:solidFill>
              </a:rPr>
              <a:t>z</a:t>
            </a:r>
            <a:r>
              <a:rPr lang="fr-FR" sz="1400" dirty="0" smtClean="0">
                <a:solidFill>
                  <a:srgbClr val="FF0000"/>
                </a:solidFill>
              </a:rPr>
              <a:t>=+1,-1&gt;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10390214" y="3754414"/>
            <a:ext cx="821059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FF0000"/>
                </a:solidFill>
              </a:rPr>
              <a:t>z</a:t>
            </a:r>
            <a:r>
              <a:rPr lang="fr-FR" sz="1400" dirty="0" smtClean="0">
                <a:solidFill>
                  <a:srgbClr val="FF0000"/>
                </a:solidFill>
              </a:rPr>
              <a:t>=0,-1&gt;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245" name="Connecteur droit 244"/>
          <p:cNvCxnSpPr/>
          <p:nvPr/>
        </p:nvCxnSpPr>
        <p:spPr>
          <a:xfrm>
            <a:off x="8180811" y="3354261"/>
            <a:ext cx="2281411" cy="535912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Connecteur droit 245"/>
          <p:cNvCxnSpPr/>
          <p:nvPr/>
        </p:nvCxnSpPr>
        <p:spPr>
          <a:xfrm flipV="1">
            <a:off x="8161886" y="2856590"/>
            <a:ext cx="2262460" cy="497672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10390214" y="2874077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=-1,+2&gt;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48" name="Ellipse 247"/>
          <p:cNvSpPr/>
          <p:nvPr/>
        </p:nvSpPr>
        <p:spPr>
          <a:xfrm>
            <a:off x="9103530" y="962169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9" name="Ellipse 248"/>
          <p:cNvSpPr/>
          <p:nvPr/>
        </p:nvSpPr>
        <p:spPr>
          <a:xfrm>
            <a:off x="8489373" y="2234420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0" name="Ellipse 249"/>
          <p:cNvSpPr/>
          <p:nvPr/>
        </p:nvSpPr>
        <p:spPr>
          <a:xfrm>
            <a:off x="8034165" y="3181584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1" name="Ellipse 250"/>
          <p:cNvSpPr/>
          <p:nvPr/>
        </p:nvSpPr>
        <p:spPr>
          <a:xfrm>
            <a:off x="9997209" y="2755158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10390214" y="1204249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=+1,-2&gt;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10390214" y="1491611"/>
            <a:ext cx="946093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=+1,+2&gt;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10390214" y="3972561"/>
            <a:ext cx="875561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=-1,-2&gt;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55" name="Connecteur droit avec flèche 254"/>
          <p:cNvCxnSpPr/>
          <p:nvPr/>
        </p:nvCxnSpPr>
        <p:spPr>
          <a:xfrm flipH="1">
            <a:off x="9094531" y="3164682"/>
            <a:ext cx="9002" cy="4680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eur droit avec flèche 255"/>
          <p:cNvCxnSpPr/>
          <p:nvPr/>
        </p:nvCxnSpPr>
        <p:spPr>
          <a:xfrm flipH="1">
            <a:off x="9248075" y="3683479"/>
            <a:ext cx="1" cy="41614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/>
          <p:cNvSpPr/>
          <p:nvPr/>
        </p:nvSpPr>
        <p:spPr>
          <a:xfrm>
            <a:off x="9248075" y="5046579"/>
            <a:ext cx="41710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fr-FR" sz="2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000" dirty="0" smtClean="0">
                <a:solidFill>
                  <a:srgbClr val="FF0000"/>
                </a:solidFill>
              </a:rPr>
              <a:t>-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58" name="Ellipse 257"/>
          <p:cNvSpPr/>
          <p:nvPr/>
        </p:nvSpPr>
        <p:spPr>
          <a:xfrm>
            <a:off x="5908171" y="4730700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9" name="Ellipse 258"/>
          <p:cNvSpPr/>
          <p:nvPr/>
        </p:nvSpPr>
        <p:spPr>
          <a:xfrm>
            <a:off x="5980179" y="2843808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0" name="Ellipse 259"/>
          <p:cNvSpPr/>
          <p:nvPr/>
        </p:nvSpPr>
        <p:spPr>
          <a:xfrm>
            <a:off x="5980179" y="6660232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1" name="Ellipse 260"/>
          <p:cNvSpPr/>
          <p:nvPr/>
        </p:nvSpPr>
        <p:spPr>
          <a:xfrm>
            <a:off x="5411622" y="4139952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2" name="ZoneTexte 261"/>
          <p:cNvSpPr txBox="1"/>
          <p:nvPr/>
        </p:nvSpPr>
        <p:spPr>
          <a:xfrm>
            <a:off x="8320220" y="2843808"/>
            <a:ext cx="49580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ZoneTexte 262"/>
          <p:cNvSpPr txBox="1"/>
          <p:nvPr/>
        </p:nvSpPr>
        <p:spPr>
          <a:xfrm>
            <a:off x="9094531" y="611560"/>
            <a:ext cx="57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ZoneTexte 263"/>
          <p:cNvSpPr txBox="1"/>
          <p:nvPr/>
        </p:nvSpPr>
        <p:spPr>
          <a:xfrm>
            <a:off x="8678943" y="1944839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ZoneTexte 264"/>
          <p:cNvSpPr txBox="1"/>
          <p:nvPr/>
        </p:nvSpPr>
        <p:spPr>
          <a:xfrm>
            <a:off x="9970511" y="233975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7086575" y="1714006"/>
            <a:ext cx="465192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400" b="1" dirty="0" smtClean="0">
                <a:solidFill>
                  <a:srgbClr val="FF0000"/>
                </a:solidFill>
              </a:rPr>
              <a:t>-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7" name="ZoneTexte 266"/>
          <p:cNvSpPr txBox="1"/>
          <p:nvPr/>
        </p:nvSpPr>
        <p:spPr>
          <a:xfrm>
            <a:off x="7999900" y="819388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ZoneTexte 267"/>
          <p:cNvSpPr txBox="1"/>
          <p:nvPr/>
        </p:nvSpPr>
        <p:spPr>
          <a:xfrm>
            <a:off x="6354658" y="442798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ZoneTexte 268"/>
          <p:cNvSpPr txBox="1"/>
          <p:nvPr/>
        </p:nvSpPr>
        <p:spPr>
          <a:xfrm>
            <a:off x="6269793" y="261979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ZoneTexte 269"/>
          <p:cNvSpPr txBox="1"/>
          <p:nvPr/>
        </p:nvSpPr>
        <p:spPr>
          <a:xfrm>
            <a:off x="5549713" y="668171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ZoneTexte 270"/>
          <p:cNvSpPr txBox="1"/>
          <p:nvPr/>
        </p:nvSpPr>
        <p:spPr>
          <a:xfrm>
            <a:off x="4979574" y="413995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4379127" y="6346939"/>
            <a:ext cx="104275" cy="169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/>
          <p:cNvSpPr/>
          <p:nvPr/>
        </p:nvSpPr>
        <p:spPr>
          <a:xfrm>
            <a:off x="4297594" y="7760328"/>
            <a:ext cx="104275" cy="169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Line 10"/>
          <p:cNvSpPr>
            <a:spLocks noChangeShapeType="1"/>
          </p:cNvSpPr>
          <p:nvPr/>
        </p:nvSpPr>
        <p:spPr bwMode="auto">
          <a:xfrm flipV="1">
            <a:off x="8127895" y="5316587"/>
            <a:ext cx="15634" cy="2927821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75" name="Forme libre 11"/>
          <p:cNvSpPr>
            <a:spLocks/>
          </p:cNvSpPr>
          <p:nvPr/>
        </p:nvSpPr>
        <p:spPr bwMode="auto">
          <a:xfrm>
            <a:off x="8023939" y="5283209"/>
            <a:ext cx="226779" cy="161753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6" name="Forme libre 11"/>
          <p:cNvSpPr>
            <a:spLocks/>
          </p:cNvSpPr>
          <p:nvPr/>
        </p:nvSpPr>
        <p:spPr bwMode="auto">
          <a:xfrm>
            <a:off x="8023939" y="5148064"/>
            <a:ext cx="226779" cy="161753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7" name="Rectangle 276"/>
          <p:cNvSpPr/>
          <p:nvPr/>
        </p:nvSpPr>
        <p:spPr>
          <a:xfrm>
            <a:off x="4997047" y="7644911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400" b="1" dirty="0" smtClean="0">
                <a:solidFill>
                  <a:srgbClr val="FF0000"/>
                </a:solidFill>
              </a:rPr>
              <a:t>+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8218295" y="200998"/>
            <a:ext cx="3097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9" name="Connecteur droit avec flèche 278"/>
          <p:cNvCxnSpPr/>
          <p:nvPr/>
        </p:nvCxnSpPr>
        <p:spPr>
          <a:xfrm flipH="1">
            <a:off x="8023939" y="6172417"/>
            <a:ext cx="10226" cy="169593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Rectangle 279"/>
          <p:cNvSpPr/>
          <p:nvPr/>
        </p:nvSpPr>
        <p:spPr>
          <a:xfrm>
            <a:off x="8054915" y="6859046"/>
            <a:ext cx="401072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Line 10"/>
          <p:cNvSpPr>
            <a:spLocks noChangeShapeType="1"/>
          </p:cNvSpPr>
          <p:nvPr/>
        </p:nvSpPr>
        <p:spPr bwMode="auto">
          <a:xfrm flipV="1">
            <a:off x="8023552" y="8183682"/>
            <a:ext cx="2839708" cy="0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2" name="ZoneTexte 281"/>
          <p:cNvSpPr txBox="1"/>
          <p:nvPr/>
        </p:nvSpPr>
        <p:spPr>
          <a:xfrm>
            <a:off x="35873" y="-231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ZoneTexte 282"/>
          <p:cNvSpPr txBox="1"/>
          <p:nvPr/>
        </p:nvSpPr>
        <p:spPr>
          <a:xfrm>
            <a:off x="23049" y="161967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ZoneTexte 283"/>
          <p:cNvSpPr txBox="1"/>
          <p:nvPr/>
        </p:nvSpPr>
        <p:spPr>
          <a:xfrm>
            <a:off x="7785993" y="68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Line 10"/>
          <p:cNvSpPr>
            <a:spLocks noChangeShapeType="1"/>
          </p:cNvSpPr>
          <p:nvPr/>
        </p:nvSpPr>
        <p:spPr bwMode="auto">
          <a:xfrm flipV="1">
            <a:off x="8142396" y="323528"/>
            <a:ext cx="31797" cy="4883778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6" name="ZoneTexte 285"/>
          <p:cNvSpPr txBox="1"/>
          <p:nvPr/>
        </p:nvSpPr>
        <p:spPr>
          <a:xfrm>
            <a:off x="4005411" y="-216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ZoneTexte 286"/>
          <p:cNvSpPr txBox="1"/>
          <p:nvPr/>
        </p:nvSpPr>
        <p:spPr>
          <a:xfrm>
            <a:off x="4055497" y="161967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001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1736</TotalTime>
  <Words>112</Words>
  <Application>Microsoft Office PowerPoint</Application>
  <PresentationFormat>Personnalisé</PresentationFormat>
  <Paragraphs>34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user</cp:lastModifiedBy>
  <cp:revision>93</cp:revision>
  <cp:lastPrinted>2016-01-21T09:55:08Z</cp:lastPrinted>
  <dcterms:created xsi:type="dcterms:W3CDTF">2015-11-04T13:27:00Z</dcterms:created>
  <dcterms:modified xsi:type="dcterms:W3CDTF">2017-03-22T19:19:25Z</dcterms:modified>
</cp:coreProperties>
</file>