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8461375" cy="67691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23000" y="1583640"/>
            <a:ext cx="7614720" cy="3925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7614720" cy="3925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3715920" cy="3925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325040" y="1583640"/>
            <a:ext cx="3715920" cy="3925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34680" y="2102760"/>
            <a:ext cx="7191360" cy="67251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23000" y="363420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325040" y="1583640"/>
            <a:ext cx="3715920" cy="3925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3715920" cy="3925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325040" y="158364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325040" y="363420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325040" y="158364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23000" y="3634200"/>
            <a:ext cx="76147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76147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23000" y="3634200"/>
            <a:ext cx="76147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325040" y="158364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325040" y="363420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23000" y="3634200"/>
            <a:ext cx="3715920" cy="187236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7614720" cy="3925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23000" y="1583640"/>
            <a:ext cx="7614720" cy="3925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1770480" y="1583640"/>
            <a:ext cx="4919760" cy="392544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770480" y="1583640"/>
            <a:ext cx="4919760" cy="392544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34680" y="2102760"/>
            <a:ext cx="7191360" cy="145044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23000" y="1583640"/>
            <a:ext cx="7614720" cy="392544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-102240" y="0"/>
            <a:ext cx="8652600" cy="6739920"/>
          </a:xfrm>
          <a:prstGeom prst="rect">
            <a:avLst/>
          </a:prstGeom>
          <a:ln>
            <a:noFill/>
          </a:ln>
        </p:spPr>
      </p:pic>
      <p:sp>
        <p:nvSpPr>
          <p:cNvPr id="37" name="CustomShape 1"/>
          <p:cNvSpPr/>
          <p:nvPr/>
        </p:nvSpPr>
        <p:spPr>
          <a:xfrm>
            <a:off x="2194560" y="548640"/>
            <a:ext cx="548280" cy="3382920"/>
          </a:xfrm>
          <a:prstGeom prst="rect">
            <a:avLst/>
          </a:prstGeom>
          <a:noFill/>
          <a:ln w="18360">
            <a:solidFill>
              <a:srgbClr val="3465a4"/>
            </a:solidFill>
            <a:round/>
          </a:ln>
        </p:spPr>
      </p:sp>
      <p:sp>
        <p:nvSpPr>
          <p:cNvPr id="38" name="Line 2"/>
          <p:cNvSpPr/>
          <p:nvPr/>
        </p:nvSpPr>
        <p:spPr>
          <a:xfrm flipV="1">
            <a:off x="2743200" y="274320"/>
            <a:ext cx="3749040" cy="274320"/>
          </a:xfrm>
          <a:prstGeom prst="line">
            <a:avLst/>
          </a:prstGeom>
          <a:ln w="18360">
            <a:solidFill>
              <a:srgbClr val="3465a4"/>
            </a:solidFill>
            <a:round/>
          </a:ln>
        </p:spPr>
      </p:sp>
      <p:sp>
        <p:nvSpPr>
          <p:cNvPr id="39" name="Line 3"/>
          <p:cNvSpPr/>
          <p:nvPr/>
        </p:nvSpPr>
        <p:spPr>
          <a:xfrm>
            <a:off x="2743200" y="3931920"/>
            <a:ext cx="3657600" cy="2103120"/>
          </a:xfrm>
          <a:prstGeom prst="line">
            <a:avLst/>
          </a:prstGeom>
          <a:ln w="18360">
            <a:solidFill>
              <a:srgbClr val="3465a4"/>
            </a:solidFill>
            <a:round/>
          </a:ln>
        </p:spPr>
      </p:sp>
      <p:sp>
        <p:nvSpPr>
          <p:cNvPr id="40" name="TextShape 4"/>
          <p:cNvSpPr txBox="1"/>
          <p:nvPr/>
        </p:nvSpPr>
        <p:spPr>
          <a:xfrm>
            <a:off x="4666320" y="678960"/>
            <a:ext cx="820080" cy="40140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US" sz="2200">
                <a:solidFill>
                  <a:srgbClr val="ffffff"/>
                </a:solidFill>
                <a:latin typeface="Times new roman"/>
              </a:rPr>
              <a:t>X-Cr</a:t>
            </a:r>
            <a:endParaRPr/>
          </a:p>
        </p:txBody>
      </p:sp>
      <p:sp>
        <p:nvSpPr>
          <p:cNvPr id="41" name="TextShape 5"/>
          <p:cNvSpPr txBox="1"/>
          <p:nvPr/>
        </p:nvSpPr>
        <p:spPr>
          <a:xfrm>
            <a:off x="2830320" y="679320"/>
            <a:ext cx="918720" cy="41292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US" sz="2200">
                <a:solidFill>
                  <a:srgbClr val="ffffff"/>
                </a:solidFill>
                <a:latin typeface="Times new roman"/>
              </a:rPr>
              <a:t>X</a:t>
            </a:r>
            <a:r>
              <a:rPr lang="en-US" sz="2200" baseline="101000">
                <a:solidFill>
                  <a:srgbClr val="ffffff"/>
                </a:solidFill>
                <a:latin typeface="Times new roman"/>
              </a:rPr>
              <a:t>+</a:t>
            </a:r>
            <a:r>
              <a:rPr lang="en-US" sz="2200">
                <a:solidFill>
                  <a:srgbClr val="ffffff"/>
                </a:solidFill>
                <a:latin typeface="Times new roman"/>
              </a:rPr>
              <a:t>-Cr</a:t>
            </a:r>
            <a:endParaRPr/>
          </a:p>
        </p:txBody>
      </p:sp>
      <p:sp>
        <p:nvSpPr>
          <p:cNvPr id="42" name="TextShape 6"/>
          <p:cNvSpPr txBox="1"/>
          <p:nvPr/>
        </p:nvSpPr>
        <p:spPr>
          <a:xfrm>
            <a:off x="1750320" y="211680"/>
            <a:ext cx="918720" cy="41292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US" sz="2200">
                <a:solidFill>
                  <a:srgbClr val="ffffff"/>
                </a:solidFill>
                <a:latin typeface="Times new roman"/>
              </a:rPr>
              <a:t>X</a:t>
            </a:r>
            <a:r>
              <a:rPr lang="en-US" sz="2200" baseline="101000">
                <a:solidFill>
                  <a:srgbClr val="ffffff"/>
                </a:solidFill>
                <a:latin typeface="Times new roman"/>
              </a:rPr>
              <a:t>-</a:t>
            </a:r>
            <a:r>
              <a:rPr lang="en-US" sz="2200">
                <a:solidFill>
                  <a:srgbClr val="ffffff"/>
                </a:solidFill>
                <a:latin typeface="Times new roman"/>
              </a:rPr>
              <a:t>-Cr</a:t>
            </a:r>
            <a:endParaRPr/>
          </a:p>
        </p:txBody>
      </p:sp>
      <p:sp>
        <p:nvSpPr>
          <p:cNvPr id="43" name="TextShape 7"/>
          <p:cNvSpPr txBox="1"/>
          <p:nvPr/>
        </p:nvSpPr>
        <p:spPr>
          <a:xfrm>
            <a:off x="922320" y="679680"/>
            <a:ext cx="918720" cy="412920"/>
          </a:xfrm>
          <a:prstGeom prst="rect">
            <a:avLst/>
          </a:prstGeom>
        </p:spPr>
        <p:txBody>
          <a:bodyPr lIns="90000" rIns="90000" tIns="45000" bIns="45000"/>
          <a:p>
            <a:r>
              <a:rPr lang="en-US" sz="2200">
                <a:solidFill>
                  <a:srgbClr val="ffffff"/>
                </a:solidFill>
                <a:latin typeface="Times new roman"/>
              </a:rPr>
              <a:t>X</a:t>
            </a:r>
            <a:r>
              <a:rPr lang="en-US" sz="2200" baseline="101000">
                <a:solidFill>
                  <a:srgbClr val="ffffff"/>
                </a:solidFill>
                <a:latin typeface="Times new roman"/>
              </a:rPr>
              <a:t>2</a:t>
            </a:r>
            <a:r>
              <a:rPr lang="en-US" sz="2200">
                <a:solidFill>
                  <a:srgbClr val="ffffff"/>
                </a:solidFill>
                <a:latin typeface="Times new roman"/>
              </a:rPr>
              <a:t>-Cr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