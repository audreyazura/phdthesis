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8461375" cy="6769100"/>
  <p:notesSz cx="6858000" cy="9144000"/>
  <p:defaultTextStyle>
    <a:defPPr>
      <a:defRPr lang="fr-FR"/>
    </a:defPPr>
    <a:lvl1pPr marL="0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35073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70147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05220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40294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75367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10441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45513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80588" algn="l" defTabSz="870147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3" d="100"/>
          <a:sy n="53" d="100"/>
        </p:scale>
        <p:origin x="-2028" y="-90"/>
      </p:cViewPr>
      <p:guideLst>
        <p:guide orient="horz" pos="2132"/>
        <p:guide pos="266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34604" y="2102808"/>
            <a:ext cx="7192169" cy="145097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269207" y="3835823"/>
            <a:ext cx="5922963" cy="172988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35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70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05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402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75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104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455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480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779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7242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68390" y="4349775"/>
            <a:ext cx="7192169" cy="1344418"/>
          </a:xfrm>
        </p:spPr>
        <p:txBody>
          <a:bodyPr anchor="t"/>
          <a:lstStyle>
            <a:lvl1pPr algn="l">
              <a:defRPr sz="38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68390" y="2869034"/>
            <a:ext cx="7192169" cy="1480740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35073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701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0522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74029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75367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610441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304551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480588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6527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92221" y="1491711"/>
            <a:ext cx="3452123" cy="4221286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985367" y="1491711"/>
            <a:ext cx="3453592" cy="4221286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123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23069" y="271079"/>
            <a:ext cx="7615238" cy="1128183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23070" y="1515213"/>
            <a:ext cx="3738577" cy="631469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5073" indent="0">
              <a:buNone/>
              <a:defRPr sz="1900" b="1"/>
            </a:lvl2pPr>
            <a:lvl3pPr marL="870147" indent="0">
              <a:buNone/>
              <a:defRPr sz="1700" b="1"/>
            </a:lvl3pPr>
            <a:lvl4pPr marL="1305220" indent="0">
              <a:buNone/>
              <a:defRPr sz="1500" b="1"/>
            </a:lvl4pPr>
            <a:lvl5pPr marL="1740294" indent="0">
              <a:buNone/>
              <a:defRPr sz="1500" b="1"/>
            </a:lvl5pPr>
            <a:lvl6pPr marL="2175367" indent="0">
              <a:buNone/>
              <a:defRPr sz="1500" b="1"/>
            </a:lvl6pPr>
            <a:lvl7pPr marL="2610441" indent="0">
              <a:buNone/>
              <a:defRPr sz="1500" b="1"/>
            </a:lvl7pPr>
            <a:lvl8pPr marL="3045513" indent="0">
              <a:buNone/>
              <a:defRPr sz="1500" b="1"/>
            </a:lvl8pPr>
            <a:lvl9pPr marL="3480588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23070" y="2146683"/>
            <a:ext cx="3738577" cy="3900068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298263" y="1515213"/>
            <a:ext cx="3740045" cy="631469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5073" indent="0">
              <a:buNone/>
              <a:defRPr sz="1900" b="1"/>
            </a:lvl2pPr>
            <a:lvl3pPr marL="870147" indent="0">
              <a:buNone/>
              <a:defRPr sz="1700" b="1"/>
            </a:lvl3pPr>
            <a:lvl4pPr marL="1305220" indent="0">
              <a:buNone/>
              <a:defRPr sz="1500" b="1"/>
            </a:lvl4pPr>
            <a:lvl5pPr marL="1740294" indent="0">
              <a:buNone/>
              <a:defRPr sz="1500" b="1"/>
            </a:lvl5pPr>
            <a:lvl6pPr marL="2175367" indent="0">
              <a:buNone/>
              <a:defRPr sz="1500" b="1"/>
            </a:lvl6pPr>
            <a:lvl7pPr marL="2610441" indent="0">
              <a:buNone/>
              <a:defRPr sz="1500" b="1"/>
            </a:lvl7pPr>
            <a:lvl8pPr marL="3045513" indent="0">
              <a:buNone/>
              <a:defRPr sz="1500" b="1"/>
            </a:lvl8pPr>
            <a:lvl9pPr marL="3480588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298263" y="2146683"/>
            <a:ext cx="3740045" cy="3900068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76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779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433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23069" y="269511"/>
            <a:ext cx="2783734" cy="1146986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308162" y="269511"/>
            <a:ext cx="4730144" cy="5777239"/>
          </a:xfrm>
        </p:spPr>
        <p:txBody>
          <a:bodyPr/>
          <a:lstStyle>
            <a:lvl1pPr>
              <a:defRPr sz="30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23069" y="1416497"/>
            <a:ext cx="2783734" cy="4630253"/>
          </a:xfrm>
        </p:spPr>
        <p:txBody>
          <a:bodyPr/>
          <a:lstStyle>
            <a:lvl1pPr marL="0" indent="0">
              <a:buNone/>
              <a:defRPr sz="1300"/>
            </a:lvl1pPr>
            <a:lvl2pPr marL="435073" indent="0">
              <a:buNone/>
              <a:defRPr sz="1100"/>
            </a:lvl2pPr>
            <a:lvl3pPr marL="870147" indent="0">
              <a:buNone/>
              <a:defRPr sz="1000"/>
            </a:lvl3pPr>
            <a:lvl4pPr marL="1305220" indent="0">
              <a:buNone/>
              <a:defRPr sz="900"/>
            </a:lvl4pPr>
            <a:lvl5pPr marL="1740294" indent="0">
              <a:buNone/>
              <a:defRPr sz="900"/>
            </a:lvl5pPr>
            <a:lvl6pPr marL="2175367" indent="0">
              <a:buNone/>
              <a:defRPr sz="900"/>
            </a:lvl6pPr>
            <a:lvl7pPr marL="2610441" indent="0">
              <a:buNone/>
              <a:defRPr sz="900"/>
            </a:lvl7pPr>
            <a:lvl8pPr marL="3045513" indent="0">
              <a:buNone/>
              <a:defRPr sz="900"/>
            </a:lvl8pPr>
            <a:lvl9pPr marL="3480588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2737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658490" y="4738370"/>
            <a:ext cx="5076825" cy="559391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658490" y="604833"/>
            <a:ext cx="5076825" cy="4061460"/>
          </a:xfrm>
        </p:spPr>
        <p:txBody>
          <a:bodyPr/>
          <a:lstStyle>
            <a:lvl1pPr marL="0" indent="0">
              <a:buNone/>
              <a:defRPr sz="3000"/>
            </a:lvl1pPr>
            <a:lvl2pPr marL="435073" indent="0">
              <a:buNone/>
              <a:defRPr sz="2700"/>
            </a:lvl2pPr>
            <a:lvl3pPr marL="870147" indent="0">
              <a:buNone/>
              <a:defRPr sz="2300"/>
            </a:lvl3pPr>
            <a:lvl4pPr marL="1305220" indent="0">
              <a:buNone/>
              <a:defRPr sz="1900"/>
            </a:lvl4pPr>
            <a:lvl5pPr marL="1740294" indent="0">
              <a:buNone/>
              <a:defRPr sz="1900"/>
            </a:lvl5pPr>
            <a:lvl6pPr marL="2175367" indent="0">
              <a:buNone/>
              <a:defRPr sz="1900"/>
            </a:lvl6pPr>
            <a:lvl7pPr marL="2610441" indent="0">
              <a:buNone/>
              <a:defRPr sz="1900"/>
            </a:lvl7pPr>
            <a:lvl8pPr marL="3045513" indent="0">
              <a:buNone/>
              <a:defRPr sz="1900"/>
            </a:lvl8pPr>
            <a:lvl9pPr marL="3480588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658490" y="5297761"/>
            <a:ext cx="5076825" cy="794429"/>
          </a:xfrm>
        </p:spPr>
        <p:txBody>
          <a:bodyPr/>
          <a:lstStyle>
            <a:lvl1pPr marL="0" indent="0">
              <a:buNone/>
              <a:defRPr sz="1300"/>
            </a:lvl1pPr>
            <a:lvl2pPr marL="435073" indent="0">
              <a:buNone/>
              <a:defRPr sz="1100"/>
            </a:lvl2pPr>
            <a:lvl3pPr marL="870147" indent="0">
              <a:buNone/>
              <a:defRPr sz="1000"/>
            </a:lvl3pPr>
            <a:lvl4pPr marL="1305220" indent="0">
              <a:buNone/>
              <a:defRPr sz="900"/>
            </a:lvl4pPr>
            <a:lvl5pPr marL="1740294" indent="0">
              <a:buNone/>
              <a:defRPr sz="900"/>
            </a:lvl5pPr>
            <a:lvl6pPr marL="2175367" indent="0">
              <a:buNone/>
              <a:defRPr sz="900"/>
            </a:lvl6pPr>
            <a:lvl7pPr marL="2610441" indent="0">
              <a:buNone/>
              <a:defRPr sz="900"/>
            </a:lvl7pPr>
            <a:lvl8pPr marL="3045513" indent="0">
              <a:buNone/>
              <a:defRPr sz="900"/>
            </a:lvl8pPr>
            <a:lvl9pPr marL="3480588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653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551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5677643" y="255410"/>
            <a:ext cx="1761317" cy="545758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92221" y="255410"/>
            <a:ext cx="5144398" cy="545758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0397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23069" y="271079"/>
            <a:ext cx="7615238" cy="1128183"/>
          </a:xfrm>
          <a:prstGeom prst="rect">
            <a:avLst/>
          </a:prstGeom>
        </p:spPr>
        <p:txBody>
          <a:bodyPr vert="horz" lIns="87015" tIns="43508" rIns="87015" bIns="4350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23069" y="1579457"/>
            <a:ext cx="7615238" cy="4467293"/>
          </a:xfrm>
          <a:prstGeom prst="rect">
            <a:avLst/>
          </a:prstGeom>
        </p:spPr>
        <p:txBody>
          <a:bodyPr vert="horz" lIns="87015" tIns="43508" rIns="87015" bIns="4350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23070" y="6273954"/>
            <a:ext cx="1974321" cy="360392"/>
          </a:xfrm>
          <a:prstGeom prst="rect">
            <a:avLst/>
          </a:prstGeom>
        </p:spPr>
        <p:txBody>
          <a:bodyPr vert="horz" lIns="87015" tIns="43508" rIns="87015" bIns="43508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FA78DB-14DC-41AF-B126-0E499707604E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890971" y="6273954"/>
            <a:ext cx="2679435" cy="360392"/>
          </a:xfrm>
          <a:prstGeom prst="rect">
            <a:avLst/>
          </a:prstGeom>
        </p:spPr>
        <p:txBody>
          <a:bodyPr vert="horz" lIns="87015" tIns="43508" rIns="87015" bIns="43508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063985" y="6273954"/>
            <a:ext cx="1974321" cy="360392"/>
          </a:xfrm>
          <a:prstGeom prst="rect">
            <a:avLst/>
          </a:prstGeom>
        </p:spPr>
        <p:txBody>
          <a:bodyPr vert="horz" lIns="87015" tIns="43508" rIns="87015" bIns="43508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E3F0A-F05C-40AC-91B0-779961C51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5918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70147" rtl="0" eaLnBrk="1" latinLnBrk="0" hangingPunct="1">
        <a:spcBef>
          <a:spcPct val="0"/>
        </a:spcBef>
        <a:buNone/>
        <a:defRPr sz="4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6306" indent="-326306" algn="l" defTabSz="870147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06994" indent="-271921" algn="l" defTabSz="870147" rtl="0" eaLnBrk="1" latinLnBrk="0" hangingPunct="1">
        <a:spcBef>
          <a:spcPct val="20000"/>
        </a:spcBef>
        <a:buFont typeface="Arial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087684" indent="-217537" algn="l" defTabSz="87014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22757" indent="-217537" algn="l" defTabSz="870147" rtl="0" eaLnBrk="1" latinLnBrk="0" hangingPunct="1">
        <a:spcBef>
          <a:spcPct val="20000"/>
        </a:spcBef>
        <a:buFont typeface="Arial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57830" indent="-217537" algn="l" defTabSz="870147" rtl="0" eaLnBrk="1" latinLnBrk="0" hangingPunct="1">
        <a:spcBef>
          <a:spcPct val="20000"/>
        </a:spcBef>
        <a:buFont typeface="Arial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92904" indent="-217537" algn="l" defTabSz="870147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27978" indent="-217537" algn="l" defTabSz="870147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63050" indent="-217537" algn="l" defTabSz="870147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8124" indent="-217537" algn="l" defTabSz="870147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5073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70147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05220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40294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75367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10441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45513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80588" algn="l" defTabSz="87014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800" y="0"/>
            <a:ext cx="8653463" cy="6740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0367" y="4890369"/>
            <a:ext cx="3663393" cy="1810362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-89793" y="174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5598839" y="174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1494383" y="4723085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41533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2</cp:revision>
  <dcterms:created xsi:type="dcterms:W3CDTF">2017-03-29T15:02:14Z</dcterms:created>
  <dcterms:modified xsi:type="dcterms:W3CDTF">2017-04-04T13:24:04Z</dcterms:modified>
</cp:coreProperties>
</file>