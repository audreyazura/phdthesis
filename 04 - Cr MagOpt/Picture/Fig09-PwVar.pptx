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40650" cy="7740650"/>
  <p:notesSz cx="6858000" cy="9144000"/>
  <p:defaultTextStyle>
    <a:defPPr>
      <a:defRPr lang="fr-FR"/>
    </a:defPPr>
    <a:lvl1pPr marL="0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3751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47501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21252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95003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68753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42504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16254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790005" algn="l" defTabSz="94750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328" y="-108"/>
      </p:cViewPr>
      <p:guideLst>
        <p:guide orient="horz" pos="2439"/>
        <p:guide pos="2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0550" y="2404621"/>
            <a:ext cx="6579552" cy="165922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61098" y="4386369"/>
            <a:ext cx="5418455" cy="197816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37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7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1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5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68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42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16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90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50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13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460" y="4974088"/>
            <a:ext cx="6579552" cy="1537379"/>
          </a:xfrm>
        </p:spPr>
        <p:txBody>
          <a:bodyPr anchor="t"/>
          <a:lstStyle>
            <a:lvl1pPr algn="l">
              <a:defRPr sz="4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11460" y="3280821"/>
            <a:ext cx="6579552" cy="169326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375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4750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2125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9500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6875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425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162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79000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5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87032" y="1806155"/>
            <a:ext cx="3418787" cy="510847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34831" y="1806155"/>
            <a:ext cx="3418787" cy="510847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37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7035" y="1732688"/>
            <a:ext cx="3420131" cy="72210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3751" indent="0">
              <a:buNone/>
              <a:defRPr sz="2100" b="1"/>
            </a:lvl2pPr>
            <a:lvl3pPr marL="947501" indent="0">
              <a:buNone/>
              <a:defRPr sz="1900" b="1"/>
            </a:lvl3pPr>
            <a:lvl4pPr marL="1421252" indent="0">
              <a:buNone/>
              <a:defRPr sz="1700" b="1"/>
            </a:lvl4pPr>
            <a:lvl5pPr marL="1895003" indent="0">
              <a:buNone/>
              <a:defRPr sz="1700" b="1"/>
            </a:lvl5pPr>
            <a:lvl6pPr marL="2368753" indent="0">
              <a:buNone/>
              <a:defRPr sz="1700" b="1"/>
            </a:lvl6pPr>
            <a:lvl7pPr marL="2842504" indent="0">
              <a:buNone/>
              <a:defRPr sz="1700" b="1"/>
            </a:lvl7pPr>
            <a:lvl8pPr marL="3316254" indent="0">
              <a:buNone/>
              <a:defRPr sz="1700" b="1"/>
            </a:lvl8pPr>
            <a:lvl9pPr marL="3790005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87035" y="2454791"/>
            <a:ext cx="3420131" cy="445983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932143" y="1732688"/>
            <a:ext cx="3421476" cy="722102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3751" indent="0">
              <a:buNone/>
              <a:defRPr sz="2100" b="1"/>
            </a:lvl2pPr>
            <a:lvl3pPr marL="947501" indent="0">
              <a:buNone/>
              <a:defRPr sz="1900" b="1"/>
            </a:lvl3pPr>
            <a:lvl4pPr marL="1421252" indent="0">
              <a:buNone/>
              <a:defRPr sz="1700" b="1"/>
            </a:lvl4pPr>
            <a:lvl5pPr marL="1895003" indent="0">
              <a:buNone/>
              <a:defRPr sz="1700" b="1"/>
            </a:lvl5pPr>
            <a:lvl6pPr marL="2368753" indent="0">
              <a:buNone/>
              <a:defRPr sz="1700" b="1"/>
            </a:lvl6pPr>
            <a:lvl7pPr marL="2842504" indent="0">
              <a:buNone/>
              <a:defRPr sz="1700" b="1"/>
            </a:lvl7pPr>
            <a:lvl8pPr marL="3316254" indent="0">
              <a:buNone/>
              <a:defRPr sz="1700" b="1"/>
            </a:lvl8pPr>
            <a:lvl9pPr marL="3790005" indent="0">
              <a:buNone/>
              <a:defRPr sz="1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932143" y="2454791"/>
            <a:ext cx="3421476" cy="445983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67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50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63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7037" y="308193"/>
            <a:ext cx="2546621" cy="131161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26380" y="308198"/>
            <a:ext cx="4327238" cy="6606431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7037" y="1619804"/>
            <a:ext cx="2546621" cy="5294820"/>
          </a:xfrm>
        </p:spPr>
        <p:txBody>
          <a:bodyPr/>
          <a:lstStyle>
            <a:lvl1pPr marL="0" indent="0">
              <a:buNone/>
              <a:defRPr sz="1500"/>
            </a:lvl1pPr>
            <a:lvl2pPr marL="473751" indent="0">
              <a:buNone/>
              <a:defRPr sz="1200"/>
            </a:lvl2pPr>
            <a:lvl3pPr marL="947501" indent="0">
              <a:buNone/>
              <a:defRPr sz="1000"/>
            </a:lvl3pPr>
            <a:lvl4pPr marL="1421252" indent="0">
              <a:buNone/>
              <a:defRPr sz="900"/>
            </a:lvl4pPr>
            <a:lvl5pPr marL="1895003" indent="0">
              <a:buNone/>
              <a:defRPr sz="900"/>
            </a:lvl5pPr>
            <a:lvl6pPr marL="2368753" indent="0">
              <a:buNone/>
              <a:defRPr sz="900"/>
            </a:lvl6pPr>
            <a:lvl7pPr marL="2842504" indent="0">
              <a:buNone/>
              <a:defRPr sz="900"/>
            </a:lvl7pPr>
            <a:lvl8pPr marL="3316254" indent="0">
              <a:buNone/>
              <a:defRPr sz="900"/>
            </a:lvl8pPr>
            <a:lvl9pPr marL="3790005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39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7222" y="5418459"/>
            <a:ext cx="4644390" cy="63967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17222" y="691641"/>
            <a:ext cx="4644390" cy="4644390"/>
          </a:xfrm>
        </p:spPr>
        <p:txBody>
          <a:bodyPr/>
          <a:lstStyle>
            <a:lvl1pPr marL="0" indent="0">
              <a:buNone/>
              <a:defRPr sz="3300"/>
            </a:lvl1pPr>
            <a:lvl2pPr marL="473751" indent="0">
              <a:buNone/>
              <a:defRPr sz="2900"/>
            </a:lvl2pPr>
            <a:lvl3pPr marL="947501" indent="0">
              <a:buNone/>
              <a:defRPr sz="2500"/>
            </a:lvl3pPr>
            <a:lvl4pPr marL="1421252" indent="0">
              <a:buNone/>
              <a:defRPr sz="2100"/>
            </a:lvl4pPr>
            <a:lvl5pPr marL="1895003" indent="0">
              <a:buNone/>
              <a:defRPr sz="2100"/>
            </a:lvl5pPr>
            <a:lvl6pPr marL="2368753" indent="0">
              <a:buNone/>
              <a:defRPr sz="2100"/>
            </a:lvl6pPr>
            <a:lvl7pPr marL="2842504" indent="0">
              <a:buNone/>
              <a:defRPr sz="2100"/>
            </a:lvl7pPr>
            <a:lvl8pPr marL="3316254" indent="0">
              <a:buNone/>
              <a:defRPr sz="2100"/>
            </a:lvl8pPr>
            <a:lvl9pPr marL="3790005" indent="0">
              <a:buNone/>
              <a:defRPr sz="21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7222" y="6058136"/>
            <a:ext cx="4644390" cy="908450"/>
          </a:xfrm>
        </p:spPr>
        <p:txBody>
          <a:bodyPr/>
          <a:lstStyle>
            <a:lvl1pPr marL="0" indent="0">
              <a:buNone/>
              <a:defRPr sz="1500"/>
            </a:lvl1pPr>
            <a:lvl2pPr marL="473751" indent="0">
              <a:buNone/>
              <a:defRPr sz="1200"/>
            </a:lvl2pPr>
            <a:lvl3pPr marL="947501" indent="0">
              <a:buNone/>
              <a:defRPr sz="1000"/>
            </a:lvl3pPr>
            <a:lvl4pPr marL="1421252" indent="0">
              <a:buNone/>
              <a:defRPr sz="900"/>
            </a:lvl4pPr>
            <a:lvl5pPr marL="1895003" indent="0">
              <a:buNone/>
              <a:defRPr sz="900"/>
            </a:lvl5pPr>
            <a:lvl6pPr marL="2368753" indent="0">
              <a:buNone/>
              <a:defRPr sz="900"/>
            </a:lvl6pPr>
            <a:lvl7pPr marL="2842504" indent="0">
              <a:buNone/>
              <a:defRPr sz="900"/>
            </a:lvl7pPr>
            <a:lvl8pPr marL="3316254" indent="0">
              <a:buNone/>
              <a:defRPr sz="900"/>
            </a:lvl8pPr>
            <a:lvl9pPr marL="3790005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83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77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611971" y="309987"/>
            <a:ext cx="1741647" cy="66046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7033" y="309987"/>
            <a:ext cx="5095928" cy="66046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5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87033" y="309987"/>
            <a:ext cx="6966585" cy="1290109"/>
          </a:xfrm>
          <a:prstGeom prst="rect">
            <a:avLst/>
          </a:prstGeom>
        </p:spPr>
        <p:txBody>
          <a:bodyPr vert="horz" lIns="94750" tIns="47375" rIns="94750" bIns="4737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7033" y="1806155"/>
            <a:ext cx="6966585" cy="5108471"/>
          </a:xfrm>
          <a:prstGeom prst="rect">
            <a:avLst/>
          </a:prstGeom>
        </p:spPr>
        <p:txBody>
          <a:bodyPr vert="horz" lIns="94750" tIns="47375" rIns="94750" bIns="4737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87032" y="7174439"/>
            <a:ext cx="1806152" cy="412118"/>
          </a:xfrm>
          <a:prstGeom prst="rect">
            <a:avLst/>
          </a:prstGeom>
        </p:spPr>
        <p:txBody>
          <a:bodyPr vert="horz" lIns="94750" tIns="47375" rIns="94750" bIns="4737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92767-3284-4C45-99E2-597AD5635A2C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644723" y="7174439"/>
            <a:ext cx="2451206" cy="412118"/>
          </a:xfrm>
          <a:prstGeom prst="rect">
            <a:avLst/>
          </a:prstGeom>
        </p:spPr>
        <p:txBody>
          <a:bodyPr vert="horz" lIns="94750" tIns="47375" rIns="94750" bIns="4737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547466" y="7174439"/>
            <a:ext cx="1806152" cy="412118"/>
          </a:xfrm>
          <a:prstGeom prst="rect">
            <a:avLst/>
          </a:prstGeom>
        </p:spPr>
        <p:txBody>
          <a:bodyPr vert="horz" lIns="94750" tIns="47375" rIns="94750" bIns="4737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7C861-15E9-4383-B3AD-9D69544D23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07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47501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5313" indent="-355313" algn="l" defTabSz="947501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69845" indent="-296094" algn="l" defTabSz="947501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84377" indent="-236875" algn="l" defTabSz="947501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58127" indent="-236875" algn="l" defTabSz="947501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1878" indent="-236875" algn="l" defTabSz="947501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5629" indent="-236875" algn="l" defTabSz="94750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79379" indent="-236875" algn="l" defTabSz="94750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53130" indent="-236875" algn="l" defTabSz="94750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26880" indent="-236875" algn="l" defTabSz="947501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3751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47501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21252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95003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68753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42504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16254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90005" algn="l" defTabSz="94750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627" y="126757"/>
            <a:ext cx="3758138" cy="76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2" y="149850"/>
            <a:ext cx="4392994" cy="75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53901" y="53901"/>
            <a:ext cx="44916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(a)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36470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</Words>
  <Application>Microsoft Office PowerPoint</Application>
  <PresentationFormat>Personnalisé</PresentationFormat>
  <Paragraphs>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5</cp:revision>
  <dcterms:created xsi:type="dcterms:W3CDTF">2017-03-23T09:40:08Z</dcterms:created>
  <dcterms:modified xsi:type="dcterms:W3CDTF">2017-03-23T11:09:47Z</dcterms:modified>
</cp:coreProperties>
</file>