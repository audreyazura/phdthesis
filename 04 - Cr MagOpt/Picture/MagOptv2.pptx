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61263" cy="7964488"/>
  <p:notesSz cx="6858000" cy="9144000"/>
  <p:defaultTextStyle>
    <a:defPPr>
      <a:defRPr lang="fr-FR"/>
    </a:defPPr>
    <a:lvl1pPr marL="0" algn="l" defTabSz="87416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7083" algn="l" defTabSz="87416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4166" algn="l" defTabSz="87416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11250" algn="l" defTabSz="87416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48333" algn="l" defTabSz="87416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85416" algn="l" defTabSz="87416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22499" algn="l" defTabSz="87416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59582" algn="l" defTabSz="87416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96666" algn="l" defTabSz="87416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2328" y="-102"/>
      </p:cViewPr>
      <p:guideLst>
        <p:guide orient="horz" pos="250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096" y="2474155"/>
            <a:ext cx="6427074" cy="170720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190" y="4513209"/>
            <a:ext cx="5292884" cy="2035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37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74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11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48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854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224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5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96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30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696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289" y="5117921"/>
            <a:ext cx="6427074" cy="1581836"/>
          </a:xfrm>
        </p:spPr>
        <p:txBody>
          <a:bodyPr anchor="t"/>
          <a:lstStyle>
            <a:lvl1pPr algn="l">
              <a:defRPr sz="38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289" y="3375692"/>
            <a:ext cx="6427074" cy="1742231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37083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7416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3112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74833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8541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6224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305958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49666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188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29495" y="2280574"/>
            <a:ext cx="2899796" cy="644717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355313" y="2280574"/>
            <a:ext cx="2901109" cy="644717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45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3" y="318950"/>
            <a:ext cx="6805137" cy="1327415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2" y="1782793"/>
            <a:ext cx="3340871" cy="74298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7083" indent="0">
              <a:buNone/>
              <a:defRPr sz="1900" b="1"/>
            </a:lvl2pPr>
            <a:lvl3pPr marL="874166" indent="0">
              <a:buNone/>
              <a:defRPr sz="1700" b="1"/>
            </a:lvl3pPr>
            <a:lvl4pPr marL="1311250" indent="0">
              <a:buNone/>
              <a:defRPr sz="1500" b="1"/>
            </a:lvl4pPr>
            <a:lvl5pPr marL="1748333" indent="0">
              <a:buNone/>
              <a:defRPr sz="1500" b="1"/>
            </a:lvl5pPr>
            <a:lvl6pPr marL="2185416" indent="0">
              <a:buNone/>
              <a:defRPr sz="1500" b="1"/>
            </a:lvl6pPr>
            <a:lvl7pPr marL="2622499" indent="0">
              <a:buNone/>
              <a:defRPr sz="1500" b="1"/>
            </a:lvl7pPr>
            <a:lvl8pPr marL="3059582" indent="0">
              <a:buNone/>
              <a:defRPr sz="1500" b="1"/>
            </a:lvl8pPr>
            <a:lvl9pPr marL="3496666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062" y="2525776"/>
            <a:ext cx="3340871" cy="4588799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017" y="1782793"/>
            <a:ext cx="3342183" cy="74298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7083" indent="0">
              <a:buNone/>
              <a:defRPr sz="1900" b="1"/>
            </a:lvl2pPr>
            <a:lvl3pPr marL="874166" indent="0">
              <a:buNone/>
              <a:defRPr sz="1700" b="1"/>
            </a:lvl3pPr>
            <a:lvl4pPr marL="1311250" indent="0">
              <a:buNone/>
              <a:defRPr sz="1500" b="1"/>
            </a:lvl4pPr>
            <a:lvl5pPr marL="1748333" indent="0">
              <a:buNone/>
              <a:defRPr sz="1500" b="1"/>
            </a:lvl5pPr>
            <a:lvl6pPr marL="2185416" indent="0">
              <a:buNone/>
              <a:defRPr sz="1500" b="1"/>
            </a:lvl6pPr>
            <a:lvl7pPr marL="2622499" indent="0">
              <a:buNone/>
              <a:defRPr sz="1500" b="1"/>
            </a:lvl7pPr>
            <a:lvl8pPr marL="3059582" indent="0">
              <a:buNone/>
              <a:defRPr sz="1500" b="1"/>
            </a:lvl8pPr>
            <a:lvl9pPr marL="3496666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017" y="2525776"/>
            <a:ext cx="3342183" cy="4588799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537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0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13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4" y="317105"/>
            <a:ext cx="2487604" cy="1349538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245" y="317105"/>
            <a:ext cx="4226956" cy="6797470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064" y="1666645"/>
            <a:ext cx="2487604" cy="5447931"/>
          </a:xfrm>
        </p:spPr>
        <p:txBody>
          <a:bodyPr/>
          <a:lstStyle>
            <a:lvl1pPr marL="0" indent="0">
              <a:buNone/>
              <a:defRPr sz="1300"/>
            </a:lvl1pPr>
            <a:lvl2pPr marL="437083" indent="0">
              <a:buNone/>
              <a:defRPr sz="1100"/>
            </a:lvl2pPr>
            <a:lvl3pPr marL="874166" indent="0">
              <a:buNone/>
              <a:defRPr sz="1000"/>
            </a:lvl3pPr>
            <a:lvl4pPr marL="1311250" indent="0">
              <a:buNone/>
              <a:defRPr sz="900"/>
            </a:lvl4pPr>
            <a:lvl5pPr marL="1748333" indent="0">
              <a:buNone/>
              <a:defRPr sz="900"/>
            </a:lvl5pPr>
            <a:lvl6pPr marL="2185416" indent="0">
              <a:buNone/>
              <a:defRPr sz="900"/>
            </a:lvl6pPr>
            <a:lvl7pPr marL="2622499" indent="0">
              <a:buNone/>
              <a:defRPr sz="900"/>
            </a:lvl7pPr>
            <a:lvl8pPr marL="3059582" indent="0">
              <a:buNone/>
              <a:defRPr sz="900"/>
            </a:lvl8pPr>
            <a:lvl9pPr marL="3496666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8022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060" y="5575143"/>
            <a:ext cx="4536758" cy="658177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82060" y="711643"/>
            <a:ext cx="4536758" cy="4778693"/>
          </a:xfrm>
        </p:spPr>
        <p:txBody>
          <a:bodyPr/>
          <a:lstStyle>
            <a:lvl1pPr marL="0" indent="0">
              <a:buNone/>
              <a:defRPr sz="3100"/>
            </a:lvl1pPr>
            <a:lvl2pPr marL="437083" indent="0">
              <a:buNone/>
              <a:defRPr sz="2700"/>
            </a:lvl2pPr>
            <a:lvl3pPr marL="874166" indent="0">
              <a:buNone/>
              <a:defRPr sz="2300"/>
            </a:lvl3pPr>
            <a:lvl4pPr marL="1311250" indent="0">
              <a:buNone/>
              <a:defRPr sz="1900"/>
            </a:lvl4pPr>
            <a:lvl5pPr marL="1748333" indent="0">
              <a:buNone/>
              <a:defRPr sz="1900"/>
            </a:lvl5pPr>
            <a:lvl6pPr marL="2185416" indent="0">
              <a:buNone/>
              <a:defRPr sz="1900"/>
            </a:lvl6pPr>
            <a:lvl7pPr marL="2622499" indent="0">
              <a:buNone/>
              <a:defRPr sz="1900"/>
            </a:lvl7pPr>
            <a:lvl8pPr marL="3059582" indent="0">
              <a:buNone/>
              <a:defRPr sz="1900"/>
            </a:lvl8pPr>
            <a:lvl9pPr marL="3496666" indent="0">
              <a:buNone/>
              <a:defRPr sz="19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060" y="6233319"/>
            <a:ext cx="4536758" cy="934720"/>
          </a:xfrm>
        </p:spPr>
        <p:txBody>
          <a:bodyPr/>
          <a:lstStyle>
            <a:lvl1pPr marL="0" indent="0">
              <a:buNone/>
              <a:defRPr sz="1300"/>
            </a:lvl1pPr>
            <a:lvl2pPr marL="437083" indent="0">
              <a:buNone/>
              <a:defRPr sz="1100"/>
            </a:lvl2pPr>
            <a:lvl3pPr marL="874166" indent="0">
              <a:buNone/>
              <a:defRPr sz="1000"/>
            </a:lvl3pPr>
            <a:lvl4pPr marL="1311250" indent="0">
              <a:buNone/>
              <a:defRPr sz="900"/>
            </a:lvl4pPr>
            <a:lvl5pPr marL="1748333" indent="0">
              <a:buNone/>
              <a:defRPr sz="900"/>
            </a:lvl5pPr>
            <a:lvl6pPr marL="2185416" indent="0">
              <a:buNone/>
              <a:defRPr sz="900"/>
            </a:lvl6pPr>
            <a:lvl7pPr marL="2622499" indent="0">
              <a:buNone/>
              <a:defRPr sz="900"/>
            </a:lvl7pPr>
            <a:lvl8pPr marL="3059582" indent="0">
              <a:buNone/>
              <a:defRPr sz="900"/>
            </a:lvl8pPr>
            <a:lvl9pPr marL="3496666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686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60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775674" y="390850"/>
            <a:ext cx="1480747" cy="833690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29494" y="390850"/>
            <a:ext cx="4320159" cy="833690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543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063" y="318950"/>
            <a:ext cx="6805137" cy="1327415"/>
          </a:xfrm>
          <a:prstGeom prst="rect">
            <a:avLst/>
          </a:prstGeom>
        </p:spPr>
        <p:txBody>
          <a:bodyPr vert="horz" lIns="87417" tIns="43708" rIns="87417" bIns="43708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3" y="1858381"/>
            <a:ext cx="6805137" cy="5256194"/>
          </a:xfrm>
          <a:prstGeom prst="rect">
            <a:avLst/>
          </a:prstGeom>
        </p:spPr>
        <p:txBody>
          <a:bodyPr vert="horz" lIns="87417" tIns="43708" rIns="87417" bIns="43708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063" y="7381903"/>
            <a:ext cx="1764295" cy="424035"/>
          </a:xfrm>
          <a:prstGeom prst="rect">
            <a:avLst/>
          </a:prstGeom>
        </p:spPr>
        <p:txBody>
          <a:bodyPr vert="horz" lIns="87417" tIns="43708" rIns="87417" bIns="43708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06926-2D2D-4FE7-A7C5-22013CE4FEE2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432" y="7381903"/>
            <a:ext cx="2394400" cy="424035"/>
          </a:xfrm>
          <a:prstGeom prst="rect">
            <a:avLst/>
          </a:prstGeom>
        </p:spPr>
        <p:txBody>
          <a:bodyPr vert="horz" lIns="87417" tIns="43708" rIns="87417" bIns="43708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18905" y="7381903"/>
            <a:ext cx="1764295" cy="424035"/>
          </a:xfrm>
          <a:prstGeom prst="rect">
            <a:avLst/>
          </a:prstGeom>
        </p:spPr>
        <p:txBody>
          <a:bodyPr vert="horz" lIns="87417" tIns="43708" rIns="87417" bIns="43708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62D-07F1-46C5-9D5C-C41983E17D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148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74166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7812" indent="-327812" algn="l" defTabSz="874166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10260" indent="-273177" algn="l" defTabSz="874166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092708" indent="-218542" algn="l" defTabSz="8741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29791" indent="-218542" algn="l" defTabSz="874166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66874" indent="-218542" algn="l" defTabSz="874166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03958" indent="-218542" algn="l" defTabSz="874166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41041" indent="-218542" algn="l" defTabSz="874166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78124" indent="-218542" algn="l" defTabSz="874166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15207" indent="-218542" algn="l" defTabSz="874166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7416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7083" algn="l" defTabSz="87416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4166" algn="l" defTabSz="87416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11250" algn="l" defTabSz="87416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8333" algn="l" defTabSz="87416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5416" algn="l" defTabSz="87416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22499" algn="l" defTabSz="87416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9582" algn="l" defTabSz="87416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96666" algn="l" defTabSz="87416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962" y="0"/>
            <a:ext cx="7693025" cy="796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48806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</cp:revision>
  <dcterms:created xsi:type="dcterms:W3CDTF">2017-03-29T03:23:55Z</dcterms:created>
  <dcterms:modified xsi:type="dcterms:W3CDTF">2017-03-29T03:25:36Z</dcterms:modified>
</cp:coreProperties>
</file>