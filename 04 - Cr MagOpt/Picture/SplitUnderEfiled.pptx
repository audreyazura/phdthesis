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4401800" cy="10080625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420" y="702"/>
      </p:cViewPr>
      <p:guideLst>
        <p:guide orient="horz" pos="3175"/>
        <p:guide pos="45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080135" y="3131533"/>
            <a:ext cx="12241531" cy="2160801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60273" y="5712354"/>
            <a:ext cx="10081261" cy="257616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2FF6-1536-485D-A929-C36DEA5AD14B}" type="datetimeFigureOut">
              <a:rPr lang="fr-FR" smtClean="0"/>
              <a:t>27/03/2017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57882-6E61-45E6-BF7B-F41A7C76A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5116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2FF6-1536-485D-A929-C36DEA5AD14B}" type="datetimeFigureOut">
              <a:rPr lang="fr-FR" smtClean="0"/>
              <a:t>27/03/2017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57882-6E61-45E6-BF7B-F41A7C76A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098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37643" y="6477737"/>
            <a:ext cx="12241531" cy="200212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137643" y="4272600"/>
            <a:ext cx="12241531" cy="22051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2FF6-1536-485D-A929-C36DEA5AD14B}" type="datetimeFigureOut">
              <a:rPr lang="fr-FR" smtClean="0"/>
              <a:t>27/03/2017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57882-6E61-45E6-BF7B-F41A7C76A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5743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720091" y="2352151"/>
            <a:ext cx="6360795" cy="66527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7320915" y="2352151"/>
            <a:ext cx="6360795" cy="66527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2FF6-1536-485D-A929-C36DEA5AD14B}" type="datetimeFigureOut">
              <a:rPr lang="fr-FR" smtClean="0"/>
              <a:t>27/03/2017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57882-6E61-45E6-BF7B-F41A7C76A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7883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0092" y="2256477"/>
            <a:ext cx="6363296" cy="940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720092" y="3196865"/>
            <a:ext cx="6363296" cy="58080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7315917" y="2256477"/>
            <a:ext cx="6365796" cy="94039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7315917" y="3196865"/>
            <a:ext cx="6365796" cy="58080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2FF6-1536-485D-A929-C36DEA5AD14B}" type="datetimeFigureOut">
              <a:rPr lang="fr-FR" smtClean="0"/>
              <a:t>27/03/2017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57882-6E61-45E6-BF7B-F41A7C76A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7889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2FF6-1536-485D-A929-C36DEA5AD14B}" type="datetimeFigureOut">
              <a:rPr lang="fr-FR" smtClean="0"/>
              <a:t>27/03/2017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57882-6E61-45E6-BF7B-F41A7C76A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6254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2FF6-1536-485D-A929-C36DEA5AD14B}" type="datetimeFigureOut">
              <a:rPr lang="fr-FR" smtClean="0"/>
              <a:t>27/03/2017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57882-6E61-45E6-BF7B-F41A7C76A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9503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0091" y="401358"/>
            <a:ext cx="4738093" cy="170810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630707" y="401361"/>
            <a:ext cx="8051006" cy="860353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20091" y="2109466"/>
            <a:ext cx="4738093" cy="689542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2FF6-1536-485D-A929-C36DEA5AD14B}" type="datetimeFigureOut">
              <a:rPr lang="fr-FR" smtClean="0"/>
              <a:t>27/03/2017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57882-6E61-45E6-BF7B-F41A7C76A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8727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822854" y="7056438"/>
            <a:ext cx="8641080" cy="83305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822854" y="900726"/>
            <a:ext cx="8641080" cy="60483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822854" y="7889493"/>
            <a:ext cx="8641080" cy="118307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2FF6-1536-485D-A929-C36DEA5AD14B}" type="datetimeFigureOut">
              <a:rPr lang="fr-FR" smtClean="0"/>
              <a:t>27/03/2017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57882-6E61-45E6-BF7B-F41A7C76A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8581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2FF6-1536-485D-A929-C36DEA5AD14B}" type="datetimeFigureOut">
              <a:rPr lang="fr-FR" smtClean="0"/>
              <a:t>27/03/2017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57882-6E61-45E6-BF7B-F41A7C76A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7477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10441306" y="403695"/>
            <a:ext cx="3240406" cy="86012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720091" y="403695"/>
            <a:ext cx="9481185" cy="860120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2FF6-1536-485D-A929-C36DEA5AD14B}" type="datetimeFigureOut">
              <a:rPr lang="fr-FR" smtClean="0"/>
              <a:t>27/03/2017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57882-6E61-45E6-BF7B-F41A7C76A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4360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20093" y="403693"/>
            <a:ext cx="12961620" cy="1680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0093" y="2352151"/>
            <a:ext cx="12961620" cy="6652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20091" y="9343248"/>
            <a:ext cx="3360420" cy="53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82FF6-1536-485D-A929-C36DEA5AD14B}" type="datetimeFigureOut">
              <a:rPr lang="fr-FR" smtClean="0"/>
              <a:t>27/03/2017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920615" y="9343248"/>
            <a:ext cx="4560570" cy="53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321293" y="9343248"/>
            <a:ext cx="3360420" cy="53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57882-6E61-45E6-BF7B-F41A7C76A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1347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3"/>
          <a:stretch/>
        </p:blipFill>
        <p:spPr bwMode="auto">
          <a:xfrm>
            <a:off x="10657284" y="4758555"/>
            <a:ext cx="3743753" cy="539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213" y="4758555"/>
            <a:ext cx="6143625" cy="539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51"/>
          <a:stretch/>
        </p:blipFill>
        <p:spPr bwMode="auto">
          <a:xfrm>
            <a:off x="5688732" y="7704608"/>
            <a:ext cx="4996229" cy="239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860" y="4762079"/>
            <a:ext cx="3240000" cy="3092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ZoneTexte 3"/>
          <p:cNvSpPr txBox="1"/>
          <p:nvPr/>
        </p:nvSpPr>
        <p:spPr>
          <a:xfrm>
            <a:off x="576164" y="215776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(a)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100" y="4938687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(b)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7416924" y="4974263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(d)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10394231" y="4957007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(c)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6026722" y="7530975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(e)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400" y="0"/>
            <a:ext cx="14500225" cy="471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645643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15</Words>
  <Application>Microsoft Office PowerPoint</Application>
  <PresentationFormat>Personnalisé</PresentationFormat>
  <Paragraphs>5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user</cp:lastModifiedBy>
  <cp:revision>8</cp:revision>
  <dcterms:created xsi:type="dcterms:W3CDTF">2017-03-24T09:51:59Z</dcterms:created>
  <dcterms:modified xsi:type="dcterms:W3CDTF">2017-03-27T14:59:13Z</dcterms:modified>
</cp:coreProperties>
</file>