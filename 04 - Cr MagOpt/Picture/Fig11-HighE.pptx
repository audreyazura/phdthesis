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1341100" cy="10980738"/>
  <p:notesSz cx="6858000" cy="9144000"/>
  <p:defaultTextStyle>
    <a:defPPr>
      <a:defRPr lang="fr-FR"/>
    </a:defPPr>
    <a:lvl1pPr marL="0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5843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51687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7530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03374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9217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55060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30904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606747" algn="l" defTabSz="115168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3" d="100"/>
          <a:sy n="33" d="100"/>
        </p:scale>
        <p:origin x="-2208" y="-72"/>
      </p:cViewPr>
      <p:guideLst>
        <p:guide orient="horz" pos="3459"/>
        <p:guide pos="35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50583" y="3411146"/>
            <a:ext cx="9639935" cy="2353742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701165" y="6222420"/>
            <a:ext cx="7938770" cy="280618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58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516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75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033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92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55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309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06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1897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137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95868" y="7056142"/>
            <a:ext cx="9639935" cy="2180896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95868" y="4654108"/>
            <a:ext cx="9639935" cy="2402035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5843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5168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753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3033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921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550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3090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60674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3865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57212" y="3362853"/>
            <a:ext cx="4930228" cy="9511556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676458" y="3362853"/>
            <a:ext cx="4930228" cy="9511556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519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7056" y="439738"/>
            <a:ext cx="10206990" cy="1830124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67056" y="2457958"/>
            <a:ext cx="5010955" cy="102436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5843" indent="0">
              <a:buNone/>
              <a:defRPr sz="2500" b="1"/>
            </a:lvl2pPr>
            <a:lvl3pPr marL="1151687" indent="0">
              <a:buNone/>
              <a:defRPr sz="2300" b="1"/>
            </a:lvl3pPr>
            <a:lvl4pPr marL="1727530" indent="0">
              <a:buNone/>
              <a:defRPr sz="2000" b="1"/>
            </a:lvl4pPr>
            <a:lvl5pPr marL="2303374" indent="0">
              <a:buNone/>
              <a:defRPr sz="2000" b="1"/>
            </a:lvl5pPr>
            <a:lvl6pPr marL="2879217" indent="0">
              <a:buNone/>
              <a:defRPr sz="2000" b="1"/>
            </a:lvl6pPr>
            <a:lvl7pPr marL="3455060" indent="0">
              <a:buNone/>
              <a:defRPr sz="2000" b="1"/>
            </a:lvl7pPr>
            <a:lvl8pPr marL="4030904" indent="0">
              <a:buNone/>
              <a:defRPr sz="2000" b="1"/>
            </a:lvl8pPr>
            <a:lvl9pPr marL="4606747" indent="0">
              <a:buNone/>
              <a:defRPr sz="2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67056" y="3482319"/>
            <a:ext cx="5010955" cy="632663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761122" y="2457958"/>
            <a:ext cx="5012924" cy="1024360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5843" indent="0">
              <a:buNone/>
              <a:defRPr sz="2500" b="1"/>
            </a:lvl2pPr>
            <a:lvl3pPr marL="1151687" indent="0">
              <a:buNone/>
              <a:defRPr sz="2300" b="1"/>
            </a:lvl3pPr>
            <a:lvl4pPr marL="1727530" indent="0">
              <a:buNone/>
              <a:defRPr sz="2000" b="1"/>
            </a:lvl4pPr>
            <a:lvl5pPr marL="2303374" indent="0">
              <a:buNone/>
              <a:defRPr sz="2000" b="1"/>
            </a:lvl5pPr>
            <a:lvl6pPr marL="2879217" indent="0">
              <a:buNone/>
              <a:defRPr sz="2000" b="1"/>
            </a:lvl6pPr>
            <a:lvl7pPr marL="3455060" indent="0">
              <a:buNone/>
              <a:defRPr sz="2000" b="1"/>
            </a:lvl7pPr>
            <a:lvl8pPr marL="4030904" indent="0">
              <a:buNone/>
              <a:defRPr sz="2000" b="1"/>
            </a:lvl8pPr>
            <a:lvl9pPr marL="4606747" indent="0">
              <a:buNone/>
              <a:defRPr sz="20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761122" y="3482319"/>
            <a:ext cx="5012924" cy="632663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706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5870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334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7057" y="437196"/>
            <a:ext cx="3731143" cy="1860626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434057" y="437198"/>
            <a:ext cx="6339990" cy="937175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67057" y="2297823"/>
            <a:ext cx="3731143" cy="7511130"/>
          </a:xfrm>
        </p:spPr>
        <p:txBody>
          <a:bodyPr/>
          <a:lstStyle>
            <a:lvl1pPr marL="0" indent="0">
              <a:buNone/>
              <a:defRPr sz="1800"/>
            </a:lvl1pPr>
            <a:lvl2pPr marL="575843" indent="0">
              <a:buNone/>
              <a:defRPr sz="1500"/>
            </a:lvl2pPr>
            <a:lvl3pPr marL="1151687" indent="0">
              <a:buNone/>
              <a:defRPr sz="1300"/>
            </a:lvl3pPr>
            <a:lvl4pPr marL="1727530" indent="0">
              <a:buNone/>
              <a:defRPr sz="1100"/>
            </a:lvl4pPr>
            <a:lvl5pPr marL="2303374" indent="0">
              <a:buNone/>
              <a:defRPr sz="1100"/>
            </a:lvl5pPr>
            <a:lvl6pPr marL="2879217" indent="0">
              <a:buNone/>
              <a:defRPr sz="1100"/>
            </a:lvl6pPr>
            <a:lvl7pPr marL="3455060" indent="0">
              <a:buNone/>
              <a:defRPr sz="1100"/>
            </a:lvl7pPr>
            <a:lvl8pPr marL="4030904" indent="0">
              <a:buNone/>
              <a:defRPr sz="1100"/>
            </a:lvl8pPr>
            <a:lvl9pPr marL="4606747" indent="0">
              <a:buNone/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1216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22937" y="7686517"/>
            <a:ext cx="6804660" cy="907437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222937" y="981152"/>
            <a:ext cx="6804660" cy="6588443"/>
          </a:xfrm>
        </p:spPr>
        <p:txBody>
          <a:bodyPr/>
          <a:lstStyle>
            <a:lvl1pPr marL="0" indent="0">
              <a:buNone/>
              <a:defRPr sz="4000"/>
            </a:lvl1pPr>
            <a:lvl2pPr marL="575843" indent="0">
              <a:buNone/>
              <a:defRPr sz="3500"/>
            </a:lvl2pPr>
            <a:lvl3pPr marL="1151687" indent="0">
              <a:buNone/>
              <a:defRPr sz="3000"/>
            </a:lvl3pPr>
            <a:lvl4pPr marL="1727530" indent="0">
              <a:buNone/>
              <a:defRPr sz="2500"/>
            </a:lvl4pPr>
            <a:lvl5pPr marL="2303374" indent="0">
              <a:buNone/>
              <a:defRPr sz="2500"/>
            </a:lvl5pPr>
            <a:lvl6pPr marL="2879217" indent="0">
              <a:buNone/>
              <a:defRPr sz="2500"/>
            </a:lvl6pPr>
            <a:lvl7pPr marL="3455060" indent="0">
              <a:buNone/>
              <a:defRPr sz="2500"/>
            </a:lvl7pPr>
            <a:lvl8pPr marL="4030904" indent="0">
              <a:buNone/>
              <a:defRPr sz="2500"/>
            </a:lvl8pPr>
            <a:lvl9pPr marL="4606747" indent="0">
              <a:buNone/>
              <a:defRPr sz="2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222937" y="8593954"/>
            <a:ext cx="6804660" cy="1288710"/>
          </a:xfrm>
        </p:spPr>
        <p:txBody>
          <a:bodyPr/>
          <a:lstStyle>
            <a:lvl1pPr marL="0" indent="0">
              <a:buNone/>
              <a:defRPr sz="1800"/>
            </a:lvl1pPr>
            <a:lvl2pPr marL="575843" indent="0">
              <a:buNone/>
              <a:defRPr sz="1500"/>
            </a:lvl2pPr>
            <a:lvl3pPr marL="1151687" indent="0">
              <a:buNone/>
              <a:defRPr sz="1300"/>
            </a:lvl3pPr>
            <a:lvl4pPr marL="1727530" indent="0">
              <a:buNone/>
              <a:defRPr sz="1100"/>
            </a:lvl4pPr>
            <a:lvl5pPr marL="2303374" indent="0">
              <a:buNone/>
              <a:defRPr sz="1100"/>
            </a:lvl5pPr>
            <a:lvl6pPr marL="2879217" indent="0">
              <a:buNone/>
              <a:defRPr sz="1100"/>
            </a:lvl6pPr>
            <a:lvl7pPr marL="3455060" indent="0">
              <a:buNone/>
              <a:defRPr sz="1100"/>
            </a:lvl7pPr>
            <a:lvl8pPr marL="4030904" indent="0">
              <a:buNone/>
              <a:defRPr sz="1100"/>
            </a:lvl8pPr>
            <a:lvl9pPr marL="4606747" indent="0">
              <a:buNone/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8170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7586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094319" y="576999"/>
            <a:ext cx="2512368" cy="1229741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57211" y="576999"/>
            <a:ext cx="7348088" cy="1229741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A1CB-FBCD-47D8-96AD-A5C199AF58B5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533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67056" y="439738"/>
            <a:ext cx="10206990" cy="1830124"/>
          </a:xfrm>
          <a:prstGeom prst="rect">
            <a:avLst/>
          </a:prstGeom>
        </p:spPr>
        <p:txBody>
          <a:bodyPr vert="horz" lIns="115169" tIns="57584" rIns="115169" bIns="57584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67056" y="2562173"/>
            <a:ext cx="10206990" cy="7246779"/>
          </a:xfrm>
          <a:prstGeom prst="rect">
            <a:avLst/>
          </a:prstGeom>
        </p:spPr>
        <p:txBody>
          <a:bodyPr vert="horz" lIns="115169" tIns="57584" rIns="115169" bIns="57584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67055" y="10177521"/>
            <a:ext cx="2646257" cy="584623"/>
          </a:xfrm>
          <a:prstGeom prst="rect">
            <a:avLst/>
          </a:prstGeom>
        </p:spPr>
        <p:txBody>
          <a:bodyPr vert="horz" lIns="115169" tIns="57584" rIns="115169" bIns="57584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CA1CB-FBCD-47D8-96AD-A5C199AF58B5}" type="datetimeFigureOut">
              <a:rPr lang="fr-FR" smtClean="0"/>
              <a:t>23/03/2017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874877" y="10177521"/>
            <a:ext cx="3591348" cy="584623"/>
          </a:xfrm>
          <a:prstGeom prst="rect">
            <a:avLst/>
          </a:prstGeom>
        </p:spPr>
        <p:txBody>
          <a:bodyPr vert="horz" lIns="115169" tIns="57584" rIns="115169" bIns="57584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127789" y="10177521"/>
            <a:ext cx="2646257" cy="584623"/>
          </a:xfrm>
          <a:prstGeom prst="rect">
            <a:avLst/>
          </a:prstGeom>
        </p:spPr>
        <p:txBody>
          <a:bodyPr vert="horz" lIns="115169" tIns="57584" rIns="115169" bIns="57584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81C54-C8EF-4E29-B4AB-3801D755518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5751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151687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883" indent="-431883" algn="l" defTabSz="1151687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935746" indent="-359902" algn="l" defTabSz="1151687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9609" indent="-287922" algn="l" defTabSz="1151687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5452" indent="-287922" algn="l" defTabSz="1151687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91295" indent="-287922" algn="l" defTabSz="1151687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7139" indent="-287922" algn="l" defTabSz="1151687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42982" indent="-287922" algn="l" defTabSz="1151687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8826" indent="-287922" algn="l" defTabSz="1151687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94669" indent="-287922" algn="l" defTabSz="1151687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5843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51687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7530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03374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9217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55060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30904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606747" algn="l" defTabSz="115168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600" y="0"/>
            <a:ext cx="5846762" cy="10971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2000" y="0"/>
            <a:ext cx="5846762" cy="1098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905624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</dc:creator>
  <cp:lastModifiedBy>user</cp:lastModifiedBy>
  <cp:revision>1</cp:revision>
  <dcterms:created xsi:type="dcterms:W3CDTF">2017-03-23T12:23:09Z</dcterms:created>
  <dcterms:modified xsi:type="dcterms:W3CDTF">2017-03-23T12:31:16Z</dcterms:modified>
</cp:coreProperties>
</file>