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ppt/_rels/presentation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.xml.rels" ContentType="application/vnd.openxmlformats-package.relationships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media/image9.png" ContentType="image/png"/>
  <Override PartName="/ppt/media/image8.png" ContentType="image/png"/>
  <Override PartName="/ppt/media/image6.png" ContentType="image/png"/>
  <Override PartName="/ppt/media/image5.png" ContentType="image/png"/>
  <Override PartName="/ppt/media/image7.png" ContentType="image/png"/>
  <Override PartName="/ppt/media/image4.png" ContentType="image/png"/>
  <Override PartName="/ppt/media/image3.png" ContentType="image/png"/>
  <Override PartName="/ppt/media/image2.png" ContentType="image/png"/>
  <Override PartName="/ppt/media/image1.png" ContentType="image/png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3"/>
  </p:sldIdLst>
  <p:sldSz cx="20162837" cy="11522075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08000" y="2696040"/>
            <a:ext cx="18146160" cy="66826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1512360" y="3579480"/>
            <a:ext cx="17137800" cy="114476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00800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1030644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1008000" y="6186600"/>
            <a:ext cx="1814616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1008000" y="6186600"/>
            <a:ext cx="1814616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10306440" y="269604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030644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1008000" y="6186600"/>
            <a:ext cx="8855280" cy="318744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6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/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endParaRPr/>
          </a:p>
        </p:txBody>
      </p:sp>
      <p:pic>
        <p:nvPicPr>
          <p:cNvPr id="34" name="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5893560" y="2696040"/>
            <a:ext cx="8375040" cy="6682320"/>
          </a:xfrm>
          <a:prstGeom prst="rect">
            <a:avLst/>
          </a:prstGeom>
          <a:ln>
            <a:noFill/>
          </a:ln>
        </p:spPr>
      </p:pic>
      <p:pic>
        <p:nvPicPr>
          <p:cNvPr id="35" name="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5893560" y="2696040"/>
            <a:ext cx="8375040" cy="6682320"/>
          </a:xfrm>
          <a:prstGeom prst="rect">
            <a:avLst/>
          </a:prstGeom>
          <a:ln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12360" y="3579480"/>
            <a:ext cx="17137800" cy="2469240"/>
          </a:xfrm>
          <a:prstGeom prst="rect">
            <a:avLst/>
          </a:prstGeom>
        </p:spPr>
        <p:txBody>
          <a:bodyPr lIns="0" rIns="0" tIns="0" bIns="0" anchor="ctr"/>
          <a:p>
            <a:r>
              <a:rPr lang="en-US">
                <a:latin typeface="Arial"/>
              </a:rPr>
              <a:t>Click to edit the title text format</a:t>
            </a:r>
            <a:endParaRPr/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008000" y="2696040"/>
            <a:ext cx="18146160" cy="6682320"/>
          </a:xfrm>
          <a:prstGeom prst="rect">
            <a:avLst/>
          </a:prstGeom>
        </p:spPr>
        <p:txBody>
          <a:bodyPr lIns="0" rIns="0" tIns="0" bIns="0"/>
          <a:p>
            <a:pPr>
              <a:buSzPct val="45000"/>
              <a:buFont typeface="StarSymbol"/>
              <a:buChar char=""/>
            </a:pPr>
            <a:r>
              <a:rPr lang="en-US" sz="3200">
                <a:latin typeface="Arial"/>
              </a:rPr>
              <a:t>Click to edit the outline text format</a:t>
            </a:r>
            <a:endParaRPr/>
          </a:p>
          <a:p>
            <a:pPr lvl="1">
              <a:buSzPct val="75000"/>
              <a:buFont typeface="StarSymbol"/>
              <a:buChar char=""/>
            </a:pPr>
            <a:r>
              <a:rPr lang="en-US" sz="2800">
                <a:latin typeface="Arial"/>
              </a:rPr>
              <a:t>Second Outline Level</a:t>
            </a:r>
            <a:endParaRPr/>
          </a:p>
          <a:p>
            <a:pPr lvl="2">
              <a:buSzPct val="45000"/>
              <a:buFont typeface="StarSymbol"/>
              <a:buChar char=""/>
            </a:pPr>
            <a:r>
              <a:rPr lang="en-US" sz="2400">
                <a:latin typeface="Arial"/>
              </a:rPr>
              <a:t>Third Outline Level</a:t>
            </a:r>
            <a:endParaRPr/>
          </a:p>
          <a:p>
            <a:pPr lvl="3">
              <a:buSzPct val="75000"/>
              <a:buFont typeface="StarSymbol"/>
              <a:buChar char=""/>
            </a:pPr>
            <a:r>
              <a:rPr lang="en-US" sz="2000">
                <a:latin typeface="Arial"/>
              </a:rPr>
              <a:t>Fourth Outline Level</a:t>
            </a:r>
            <a:endParaRPr/>
          </a:p>
          <a:p>
            <a:pPr lvl="4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Fifth Outline Level</a:t>
            </a:r>
            <a:endParaRPr/>
          </a:p>
          <a:p>
            <a:pPr lvl="5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Sixth Outline Level</a:t>
            </a:r>
            <a:endParaRPr/>
          </a:p>
          <a:p>
            <a:pPr lvl="6">
              <a:buSzPct val="45000"/>
              <a:buFont typeface="StarSymbol"/>
              <a:buChar char=""/>
            </a:pPr>
            <a:r>
              <a:rPr lang="en-US" sz="2000">
                <a:latin typeface="Arial"/>
              </a:rPr>
              <a:t>Seventh Outline Level</a:t>
            </a:r>
            <a:endParaRPr/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7" descr=""/>
          <p:cNvPicPr/>
          <p:nvPr/>
        </p:nvPicPr>
        <p:blipFill>
          <a:blip r:embed="rId1"/>
          <a:stretch>
            <a:fillRect/>
          </a:stretch>
        </p:blipFill>
        <p:spPr>
          <a:xfrm>
            <a:off x="233640" y="7593480"/>
            <a:ext cx="4355280" cy="3855240"/>
          </a:xfrm>
          <a:prstGeom prst="rect">
            <a:avLst/>
          </a:prstGeom>
          <a:ln>
            <a:noFill/>
          </a:ln>
        </p:spPr>
      </p:pic>
      <p:sp>
        <p:nvSpPr>
          <p:cNvPr id="37" name="CustomShape 1"/>
          <p:cNvSpPr/>
          <p:nvPr/>
        </p:nvSpPr>
        <p:spPr>
          <a:xfrm>
            <a:off x="866160" y="783432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</a:rPr>
              <a:t>(c)</a:t>
            </a:r>
            <a:endParaRPr/>
          </a:p>
        </p:txBody>
      </p:sp>
      <p:pic>
        <p:nvPicPr>
          <p:cNvPr id="38" name="Picture 12" descr=""/>
          <p:cNvPicPr/>
          <p:nvPr/>
        </p:nvPicPr>
        <p:blipFill>
          <a:blip r:embed="rId2"/>
          <a:stretch>
            <a:fillRect/>
          </a:stretch>
        </p:blipFill>
        <p:spPr>
          <a:xfrm>
            <a:off x="324000" y="360"/>
            <a:ext cx="3606480" cy="7559280"/>
          </a:xfrm>
          <a:prstGeom prst="rect">
            <a:avLst/>
          </a:prstGeom>
          <a:ln>
            <a:noFill/>
          </a:ln>
        </p:spPr>
      </p:pic>
      <p:pic>
        <p:nvPicPr>
          <p:cNvPr id="39" name="Picture 10" descr=""/>
          <p:cNvPicPr/>
          <p:nvPr/>
        </p:nvPicPr>
        <p:blipFill>
          <a:blip r:embed="rId3"/>
          <a:stretch>
            <a:fillRect/>
          </a:stretch>
        </p:blipFill>
        <p:spPr>
          <a:xfrm>
            <a:off x="15953760" y="720"/>
            <a:ext cx="4209480" cy="7199280"/>
          </a:xfrm>
          <a:prstGeom prst="rect">
            <a:avLst/>
          </a:prstGeom>
          <a:ln>
            <a:noFill/>
          </a:ln>
        </p:spPr>
      </p:pic>
      <p:sp>
        <p:nvSpPr>
          <p:cNvPr id="40" name="CustomShape 2"/>
          <p:cNvSpPr/>
          <p:nvPr/>
        </p:nvSpPr>
        <p:spPr>
          <a:xfrm>
            <a:off x="16822800" y="6772320"/>
            <a:ext cx="344160" cy="2152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pic>
        <p:nvPicPr>
          <p:cNvPr id="41" name="Picture 9" descr=""/>
          <p:cNvPicPr/>
          <p:nvPr/>
        </p:nvPicPr>
        <p:blipFill>
          <a:blip r:embed="rId4"/>
          <a:srcRect l="0" t="0" r="6653" b="0"/>
          <a:stretch>
            <a:fillRect/>
          </a:stretch>
        </p:blipFill>
        <p:spPr>
          <a:xfrm>
            <a:off x="12889440" y="720"/>
            <a:ext cx="3932640" cy="7199280"/>
          </a:xfrm>
          <a:prstGeom prst="rect">
            <a:avLst/>
          </a:prstGeom>
          <a:ln>
            <a:noFill/>
          </a:ln>
        </p:spPr>
      </p:pic>
      <p:sp>
        <p:nvSpPr>
          <p:cNvPr id="42" name="CustomShape 3"/>
          <p:cNvSpPr/>
          <p:nvPr/>
        </p:nvSpPr>
        <p:spPr>
          <a:xfrm>
            <a:off x="13770000" y="6766200"/>
            <a:ext cx="344160" cy="215280"/>
          </a:xfrm>
          <a:prstGeom prst="rect">
            <a:avLst/>
          </a:prstGeom>
          <a:solidFill>
            <a:srgbClr val="ffffff"/>
          </a:solidFill>
          <a:ln w="25560">
            <a:solidFill>
              <a:srgbClr val="ffffff"/>
            </a:solidFill>
            <a:round/>
          </a:ln>
        </p:spPr>
      </p:sp>
      <p:pic>
        <p:nvPicPr>
          <p:cNvPr id="43" name="Picture 11" descr=""/>
          <p:cNvPicPr/>
          <p:nvPr/>
        </p:nvPicPr>
        <p:blipFill>
          <a:blip r:embed="rId5"/>
          <a:stretch>
            <a:fillRect/>
          </a:stretch>
        </p:blipFill>
        <p:spPr>
          <a:xfrm>
            <a:off x="3988800" y="0"/>
            <a:ext cx="6163920" cy="11483280"/>
          </a:xfrm>
          <a:prstGeom prst="rect">
            <a:avLst/>
          </a:prstGeom>
          <a:ln>
            <a:noFill/>
          </a:ln>
        </p:spPr>
      </p:pic>
      <p:sp>
        <p:nvSpPr>
          <p:cNvPr id="44" name="CustomShape 4"/>
          <p:cNvSpPr/>
          <p:nvPr/>
        </p:nvSpPr>
        <p:spPr>
          <a:xfrm>
            <a:off x="7050240" y="10585440"/>
            <a:ext cx="536760" cy="35928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45" name="CustomShape 5"/>
          <p:cNvSpPr/>
          <p:nvPr/>
        </p:nvSpPr>
        <p:spPr>
          <a:xfrm>
            <a:off x="7083720" y="2808360"/>
            <a:ext cx="1472760" cy="525600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46" name="CustomShape 6"/>
          <p:cNvSpPr/>
          <p:nvPr/>
        </p:nvSpPr>
        <p:spPr>
          <a:xfrm>
            <a:off x="4948920" y="23220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(a)</a:t>
            </a:r>
            <a:endParaRPr/>
          </a:p>
        </p:txBody>
      </p:sp>
      <p:sp>
        <p:nvSpPr>
          <p:cNvPr id="47" name="CustomShape 7"/>
          <p:cNvSpPr/>
          <p:nvPr/>
        </p:nvSpPr>
        <p:spPr>
          <a:xfrm>
            <a:off x="1334880" y="21636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(b)</a:t>
            </a:r>
            <a:endParaRPr/>
          </a:p>
        </p:txBody>
      </p:sp>
      <p:sp>
        <p:nvSpPr>
          <p:cNvPr id="48" name="Line 8"/>
          <p:cNvSpPr/>
          <p:nvPr/>
        </p:nvSpPr>
        <p:spPr>
          <a:xfrm>
            <a:off x="3492360" y="232200"/>
            <a:ext cx="3557520" cy="10353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49" name="Line 9"/>
          <p:cNvSpPr/>
          <p:nvPr/>
        </p:nvSpPr>
        <p:spPr>
          <a:xfrm flipH="1" flipV="1">
            <a:off x="3492360" y="6981840"/>
            <a:ext cx="3557520" cy="396360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0" name="CustomShape 10"/>
          <p:cNvSpPr/>
          <p:nvPr/>
        </p:nvSpPr>
        <p:spPr>
          <a:xfrm>
            <a:off x="13807080" y="18648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(e)</a:t>
            </a:r>
            <a:endParaRPr/>
          </a:p>
        </p:txBody>
      </p:sp>
      <p:pic>
        <p:nvPicPr>
          <p:cNvPr id="51" name="Picture 6" descr=""/>
          <p:cNvPicPr/>
          <p:nvPr/>
        </p:nvPicPr>
        <p:blipFill>
          <a:blip r:embed="rId6"/>
          <a:stretch>
            <a:fillRect/>
          </a:stretch>
        </p:blipFill>
        <p:spPr>
          <a:xfrm>
            <a:off x="9867960" y="7201080"/>
            <a:ext cx="10439280" cy="4417920"/>
          </a:xfrm>
          <a:prstGeom prst="rect">
            <a:avLst/>
          </a:prstGeom>
          <a:ln>
            <a:noFill/>
          </a:ln>
        </p:spPr>
      </p:pic>
      <p:pic>
        <p:nvPicPr>
          <p:cNvPr id="52" name="Picture 7" descr=""/>
          <p:cNvPicPr/>
          <p:nvPr/>
        </p:nvPicPr>
        <p:blipFill>
          <a:blip r:embed="rId7"/>
          <a:srcRect l="0" t="0" r="7244" b="0"/>
          <a:stretch>
            <a:fillRect/>
          </a:stretch>
        </p:blipFill>
        <p:spPr>
          <a:xfrm>
            <a:off x="9865440" y="720"/>
            <a:ext cx="3903840" cy="7199280"/>
          </a:xfrm>
          <a:prstGeom prst="rect">
            <a:avLst/>
          </a:prstGeom>
          <a:ln>
            <a:noFill/>
          </a:ln>
        </p:spPr>
      </p:pic>
      <p:sp>
        <p:nvSpPr>
          <p:cNvPr id="53" name="CustomShape 11"/>
          <p:cNvSpPr/>
          <p:nvPr/>
        </p:nvSpPr>
        <p:spPr>
          <a:xfrm>
            <a:off x="10963080" y="5707080"/>
            <a:ext cx="2647440" cy="359280"/>
          </a:xfrm>
          <a:prstGeom prst="rect">
            <a:avLst/>
          </a:prstGeom>
          <a:noFill/>
          <a:ln w="25560">
            <a:solidFill>
              <a:srgbClr val="3a5f8b"/>
            </a:solidFill>
            <a:round/>
          </a:ln>
        </p:spPr>
      </p:sp>
      <p:sp>
        <p:nvSpPr>
          <p:cNvPr id="54" name="Line 12"/>
          <p:cNvSpPr/>
          <p:nvPr/>
        </p:nvSpPr>
        <p:spPr>
          <a:xfrm flipV="1">
            <a:off x="8557200" y="232200"/>
            <a:ext cx="2205720" cy="257796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5" name="CustomShape 13"/>
          <p:cNvSpPr/>
          <p:nvPr/>
        </p:nvSpPr>
        <p:spPr>
          <a:xfrm>
            <a:off x="10765440" y="18648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(d)</a:t>
            </a:r>
            <a:endParaRPr/>
          </a:p>
        </p:txBody>
      </p:sp>
      <p:sp>
        <p:nvSpPr>
          <p:cNvPr id="56" name="Line 14"/>
          <p:cNvSpPr/>
          <p:nvPr/>
        </p:nvSpPr>
        <p:spPr>
          <a:xfrm flipH="1" flipV="1">
            <a:off x="10962720" y="6067080"/>
            <a:ext cx="7200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7" name="Line 15"/>
          <p:cNvSpPr/>
          <p:nvPr/>
        </p:nvSpPr>
        <p:spPr>
          <a:xfrm flipV="1">
            <a:off x="8557200" y="6624720"/>
            <a:ext cx="2205720" cy="144000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8" name="Line 16"/>
          <p:cNvSpPr/>
          <p:nvPr/>
        </p:nvSpPr>
        <p:spPr>
          <a:xfrm>
            <a:off x="13610880" y="6067080"/>
            <a:ext cx="6191280" cy="1371240"/>
          </a:xfrm>
          <a:prstGeom prst="line">
            <a:avLst/>
          </a:prstGeom>
          <a:ln w="19080">
            <a:solidFill>
              <a:srgbClr val="4a7ebb"/>
            </a:solidFill>
            <a:round/>
          </a:ln>
        </p:spPr>
      </p:sp>
      <p:sp>
        <p:nvSpPr>
          <p:cNvPr id="59" name="CustomShape 17"/>
          <p:cNvSpPr/>
          <p:nvPr/>
        </p:nvSpPr>
        <p:spPr>
          <a:xfrm>
            <a:off x="11063160" y="7453080"/>
            <a:ext cx="53748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(g)</a:t>
            </a:r>
            <a:endParaRPr/>
          </a:p>
        </p:txBody>
      </p:sp>
      <p:sp>
        <p:nvSpPr>
          <p:cNvPr id="60" name="CustomShape 18"/>
          <p:cNvSpPr/>
          <p:nvPr/>
        </p:nvSpPr>
        <p:spPr>
          <a:xfrm>
            <a:off x="16937640" y="182880"/>
            <a:ext cx="520560" cy="455760"/>
          </a:xfrm>
          <a:prstGeom prst="rect">
            <a:avLst/>
          </a:prstGeom>
          <a:noFill/>
          <a:ln>
            <a:noFill/>
          </a:ln>
        </p:spPr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Times New Roman"/>
              </a:rPr>
              <a:t>(f)</a:t>
            </a:r>
            <a:endParaRPr/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