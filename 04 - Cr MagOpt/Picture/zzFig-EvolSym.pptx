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8601075" cy="5761038"/>
  <p:notesSz cx="6858000" cy="9144000"/>
  <p:defaultTextStyle>
    <a:defPPr>
      <a:defRPr lang="fr-FR"/>
    </a:defPPr>
    <a:lvl1pPr marL="0" algn="l" defTabSz="82067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10337" algn="l" defTabSz="82067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20674" algn="l" defTabSz="82067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31011" algn="l" defTabSz="82067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41348" algn="l" defTabSz="82067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51685" algn="l" defTabSz="82067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62022" algn="l" defTabSz="82067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72359" algn="l" defTabSz="82067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82696" algn="l" defTabSz="82067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752" y="-90"/>
      </p:cViewPr>
      <p:guideLst>
        <p:guide orient="horz" pos="1815"/>
        <p:guide pos="27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45081" y="1789656"/>
            <a:ext cx="7310914" cy="1234889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90161" y="3264588"/>
            <a:ext cx="6020753" cy="147226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3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1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1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20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23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26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B40D-48C5-4687-9B56-D71270DA341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B9D4-FAC5-48BD-B957-D655A6EC83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2085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B40D-48C5-4687-9B56-D71270DA341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B9D4-FAC5-48BD-B957-D655A6EC83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413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9426" y="3702001"/>
            <a:ext cx="7310914" cy="1144206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79426" y="2441774"/>
            <a:ext cx="7310914" cy="1260227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3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67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1011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134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168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2022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235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269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B40D-48C5-4687-9B56-D71270DA341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B9D4-FAC5-48BD-B957-D655A6EC83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2032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30054" y="1344243"/>
            <a:ext cx="3798808" cy="3802019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372213" y="1344243"/>
            <a:ext cx="3798808" cy="3802019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B40D-48C5-4687-9B56-D71270DA341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B9D4-FAC5-48BD-B957-D655A6EC83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9147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30054" y="1289566"/>
            <a:ext cx="3800302" cy="537430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337" indent="0">
              <a:buNone/>
              <a:defRPr sz="1800" b="1"/>
            </a:lvl2pPr>
            <a:lvl3pPr marL="820674" indent="0">
              <a:buNone/>
              <a:defRPr sz="1600" b="1"/>
            </a:lvl3pPr>
            <a:lvl4pPr marL="1231011" indent="0">
              <a:buNone/>
              <a:defRPr sz="1400" b="1"/>
            </a:lvl4pPr>
            <a:lvl5pPr marL="1641348" indent="0">
              <a:buNone/>
              <a:defRPr sz="1400" b="1"/>
            </a:lvl5pPr>
            <a:lvl6pPr marL="2051685" indent="0">
              <a:buNone/>
              <a:defRPr sz="1400" b="1"/>
            </a:lvl6pPr>
            <a:lvl7pPr marL="2462022" indent="0">
              <a:buNone/>
              <a:defRPr sz="1400" b="1"/>
            </a:lvl7pPr>
            <a:lvl8pPr marL="2872359" indent="0">
              <a:buNone/>
              <a:defRPr sz="1400" b="1"/>
            </a:lvl8pPr>
            <a:lvl9pPr marL="3282696" indent="0">
              <a:buNone/>
              <a:defRPr sz="14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30054" y="1826996"/>
            <a:ext cx="3800302" cy="331926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369227" y="1289566"/>
            <a:ext cx="3801795" cy="537430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337" indent="0">
              <a:buNone/>
              <a:defRPr sz="1800" b="1"/>
            </a:lvl2pPr>
            <a:lvl3pPr marL="820674" indent="0">
              <a:buNone/>
              <a:defRPr sz="1600" b="1"/>
            </a:lvl3pPr>
            <a:lvl4pPr marL="1231011" indent="0">
              <a:buNone/>
              <a:defRPr sz="1400" b="1"/>
            </a:lvl4pPr>
            <a:lvl5pPr marL="1641348" indent="0">
              <a:buNone/>
              <a:defRPr sz="1400" b="1"/>
            </a:lvl5pPr>
            <a:lvl6pPr marL="2051685" indent="0">
              <a:buNone/>
              <a:defRPr sz="1400" b="1"/>
            </a:lvl6pPr>
            <a:lvl7pPr marL="2462022" indent="0">
              <a:buNone/>
              <a:defRPr sz="1400" b="1"/>
            </a:lvl7pPr>
            <a:lvl8pPr marL="2872359" indent="0">
              <a:buNone/>
              <a:defRPr sz="1400" b="1"/>
            </a:lvl8pPr>
            <a:lvl9pPr marL="3282696" indent="0">
              <a:buNone/>
              <a:defRPr sz="14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369227" y="1826996"/>
            <a:ext cx="3801795" cy="331926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B40D-48C5-4687-9B56-D71270DA341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B9D4-FAC5-48BD-B957-D655A6EC83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999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B40D-48C5-4687-9B56-D71270DA341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B9D4-FAC5-48BD-B957-D655A6EC83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916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B40D-48C5-4687-9B56-D71270DA341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B9D4-FAC5-48BD-B957-D655A6EC83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239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0054" y="229375"/>
            <a:ext cx="2829694" cy="976176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362781" y="229375"/>
            <a:ext cx="4808240" cy="4916886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30054" y="1205551"/>
            <a:ext cx="2829694" cy="3940710"/>
          </a:xfrm>
        </p:spPr>
        <p:txBody>
          <a:bodyPr/>
          <a:lstStyle>
            <a:lvl1pPr marL="0" indent="0">
              <a:buNone/>
              <a:defRPr sz="1300"/>
            </a:lvl1pPr>
            <a:lvl2pPr marL="410337" indent="0">
              <a:buNone/>
              <a:defRPr sz="1100"/>
            </a:lvl2pPr>
            <a:lvl3pPr marL="820674" indent="0">
              <a:buNone/>
              <a:defRPr sz="900"/>
            </a:lvl3pPr>
            <a:lvl4pPr marL="1231011" indent="0">
              <a:buNone/>
              <a:defRPr sz="800"/>
            </a:lvl4pPr>
            <a:lvl5pPr marL="1641348" indent="0">
              <a:buNone/>
              <a:defRPr sz="800"/>
            </a:lvl5pPr>
            <a:lvl6pPr marL="2051685" indent="0">
              <a:buNone/>
              <a:defRPr sz="800"/>
            </a:lvl6pPr>
            <a:lvl7pPr marL="2462022" indent="0">
              <a:buNone/>
              <a:defRPr sz="800"/>
            </a:lvl7pPr>
            <a:lvl8pPr marL="2872359" indent="0">
              <a:buNone/>
              <a:defRPr sz="800"/>
            </a:lvl8pPr>
            <a:lvl9pPr marL="3282696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B40D-48C5-4687-9B56-D71270DA341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B9D4-FAC5-48BD-B957-D655A6EC83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6328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85871" y="4032727"/>
            <a:ext cx="5160645" cy="476086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685871" y="514759"/>
            <a:ext cx="5160645" cy="3456623"/>
          </a:xfrm>
        </p:spPr>
        <p:txBody>
          <a:bodyPr/>
          <a:lstStyle>
            <a:lvl1pPr marL="0" indent="0">
              <a:buNone/>
              <a:defRPr sz="2900"/>
            </a:lvl1pPr>
            <a:lvl2pPr marL="410337" indent="0">
              <a:buNone/>
              <a:defRPr sz="2500"/>
            </a:lvl2pPr>
            <a:lvl3pPr marL="820674" indent="0">
              <a:buNone/>
              <a:defRPr sz="2200"/>
            </a:lvl3pPr>
            <a:lvl4pPr marL="1231011" indent="0">
              <a:buNone/>
              <a:defRPr sz="1800"/>
            </a:lvl4pPr>
            <a:lvl5pPr marL="1641348" indent="0">
              <a:buNone/>
              <a:defRPr sz="1800"/>
            </a:lvl5pPr>
            <a:lvl6pPr marL="2051685" indent="0">
              <a:buNone/>
              <a:defRPr sz="1800"/>
            </a:lvl6pPr>
            <a:lvl7pPr marL="2462022" indent="0">
              <a:buNone/>
              <a:defRPr sz="1800"/>
            </a:lvl7pPr>
            <a:lvl8pPr marL="2872359" indent="0">
              <a:buNone/>
              <a:defRPr sz="1800"/>
            </a:lvl8pPr>
            <a:lvl9pPr marL="3282696" indent="0">
              <a:buNone/>
              <a:defRPr sz="18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685871" y="4508813"/>
            <a:ext cx="5160645" cy="676121"/>
          </a:xfrm>
        </p:spPr>
        <p:txBody>
          <a:bodyPr/>
          <a:lstStyle>
            <a:lvl1pPr marL="0" indent="0">
              <a:buNone/>
              <a:defRPr sz="1300"/>
            </a:lvl1pPr>
            <a:lvl2pPr marL="410337" indent="0">
              <a:buNone/>
              <a:defRPr sz="1100"/>
            </a:lvl2pPr>
            <a:lvl3pPr marL="820674" indent="0">
              <a:buNone/>
              <a:defRPr sz="900"/>
            </a:lvl3pPr>
            <a:lvl4pPr marL="1231011" indent="0">
              <a:buNone/>
              <a:defRPr sz="800"/>
            </a:lvl4pPr>
            <a:lvl5pPr marL="1641348" indent="0">
              <a:buNone/>
              <a:defRPr sz="800"/>
            </a:lvl5pPr>
            <a:lvl6pPr marL="2051685" indent="0">
              <a:buNone/>
              <a:defRPr sz="800"/>
            </a:lvl6pPr>
            <a:lvl7pPr marL="2462022" indent="0">
              <a:buNone/>
              <a:defRPr sz="800"/>
            </a:lvl7pPr>
            <a:lvl8pPr marL="2872359" indent="0">
              <a:buNone/>
              <a:defRPr sz="800"/>
            </a:lvl8pPr>
            <a:lvl9pPr marL="3282696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B40D-48C5-4687-9B56-D71270DA341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B9D4-FAC5-48BD-B957-D655A6EC83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238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B40D-48C5-4687-9B56-D71270DA341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B9D4-FAC5-48BD-B957-D655A6EC83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6408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235779" y="230709"/>
            <a:ext cx="1935242" cy="4915552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30054" y="230709"/>
            <a:ext cx="5662374" cy="4915552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3B40D-48C5-4687-9B56-D71270DA341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B9D4-FAC5-48BD-B957-D655A6EC83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6806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30054" y="230709"/>
            <a:ext cx="7740968" cy="960173"/>
          </a:xfrm>
          <a:prstGeom prst="rect">
            <a:avLst/>
          </a:prstGeom>
        </p:spPr>
        <p:txBody>
          <a:bodyPr vert="horz" lIns="82067" tIns="41034" rIns="82067" bIns="41034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30054" y="1344243"/>
            <a:ext cx="7740968" cy="3802019"/>
          </a:xfrm>
          <a:prstGeom prst="rect">
            <a:avLst/>
          </a:prstGeom>
        </p:spPr>
        <p:txBody>
          <a:bodyPr vert="horz" lIns="82067" tIns="41034" rIns="82067" bIns="41034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30054" y="5339629"/>
            <a:ext cx="2006918" cy="306722"/>
          </a:xfrm>
          <a:prstGeom prst="rect">
            <a:avLst/>
          </a:prstGeom>
        </p:spPr>
        <p:txBody>
          <a:bodyPr vert="horz" lIns="82067" tIns="41034" rIns="82067" bIns="41034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3B40D-48C5-4687-9B56-D71270DA3412}" type="datetimeFigureOut">
              <a:rPr lang="fr-FR" smtClean="0"/>
              <a:t>22/03/2017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938701" y="5339629"/>
            <a:ext cx="2723674" cy="306722"/>
          </a:xfrm>
          <a:prstGeom prst="rect">
            <a:avLst/>
          </a:prstGeom>
        </p:spPr>
        <p:txBody>
          <a:bodyPr vert="horz" lIns="82067" tIns="41034" rIns="82067" bIns="41034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164104" y="5339629"/>
            <a:ext cx="2006918" cy="306722"/>
          </a:xfrm>
          <a:prstGeom prst="rect">
            <a:avLst/>
          </a:prstGeom>
        </p:spPr>
        <p:txBody>
          <a:bodyPr vert="horz" lIns="82067" tIns="41034" rIns="82067" bIns="41034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B9D4-FAC5-48BD-B957-D655A6EC836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3731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20674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753" indent="-307753" algn="l" defTabSz="820674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798" indent="-256461" algn="l" defTabSz="820674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843" indent="-205169" algn="l" defTabSz="820674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180" indent="-205169" algn="l" defTabSz="820674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6517" indent="-205169" algn="l" defTabSz="820674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6854" indent="-205169" algn="l" defTabSz="82067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7191" indent="-205169" algn="l" defTabSz="82067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7528" indent="-205169" algn="l" defTabSz="82067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7865" indent="-205169" algn="l" defTabSz="82067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2067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337" algn="l" defTabSz="82067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674" algn="l" defTabSz="82067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1011" algn="l" defTabSz="82067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1348" algn="l" defTabSz="82067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1685" algn="l" defTabSz="82067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2022" algn="l" defTabSz="82067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2359" algn="l" defTabSz="82067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2696" algn="l" defTabSz="82067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/>
          <p:cNvGrpSpPr/>
          <p:nvPr/>
        </p:nvGrpSpPr>
        <p:grpSpPr>
          <a:xfrm>
            <a:off x="-19943" y="199"/>
            <a:ext cx="8599573" cy="5760640"/>
            <a:chOff x="180000" y="403200"/>
            <a:chExt cx="8599573" cy="5760640"/>
          </a:xfrm>
        </p:grpSpPr>
        <p:pic>
          <p:nvPicPr>
            <p:cNvPr id="12" name="Picture 5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523" r="7914" b="3084"/>
            <a:stretch/>
          </p:blipFill>
          <p:spPr bwMode="auto">
            <a:xfrm>
              <a:off x="180000" y="403200"/>
              <a:ext cx="3814965" cy="5760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8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04" r="3622"/>
            <a:stretch/>
          </p:blipFill>
          <p:spPr bwMode="auto">
            <a:xfrm>
              <a:off x="4139952" y="669600"/>
              <a:ext cx="4639621" cy="5471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ZoneTexte 13"/>
            <p:cNvSpPr txBox="1"/>
            <p:nvPr/>
          </p:nvSpPr>
          <p:spPr>
            <a:xfrm>
              <a:off x="315778" y="677575"/>
              <a:ext cx="583814" cy="5232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ZoneTexte 14"/>
            <p:cNvSpPr txBox="1"/>
            <p:nvPr/>
          </p:nvSpPr>
          <p:spPr>
            <a:xfrm>
              <a:off x="5004048" y="680394"/>
              <a:ext cx="604652" cy="5232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ZoneTexte 15"/>
            <p:cNvSpPr txBox="1"/>
            <p:nvPr/>
          </p:nvSpPr>
          <p:spPr>
            <a:xfrm>
              <a:off x="2968345" y="668437"/>
              <a:ext cx="8835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QD1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ZoneTexte 16"/>
            <p:cNvSpPr txBox="1"/>
            <p:nvPr/>
          </p:nvSpPr>
          <p:spPr>
            <a:xfrm>
              <a:off x="7647215" y="704249"/>
              <a:ext cx="8835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QD2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858577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</Words>
  <Application>Microsoft Office PowerPoint</Application>
  <PresentationFormat>Personnalisé</PresentationFormat>
  <Paragraphs>4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2</cp:revision>
  <dcterms:created xsi:type="dcterms:W3CDTF">2017-03-22T11:23:03Z</dcterms:created>
  <dcterms:modified xsi:type="dcterms:W3CDTF">2017-03-22T15:03:03Z</dcterms:modified>
</cp:coreProperties>
</file>