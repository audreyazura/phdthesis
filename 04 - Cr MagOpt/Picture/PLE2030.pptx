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media/image6.png" ContentType="image/png"/>
  <Override PartName="/ppt/media/image5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</p:sldIdLst>
  <p:sldSz cx="10261600" cy="115220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2080" cy="24696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13000" y="2696040"/>
            <a:ext cx="9234720" cy="66826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2080" cy="24696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13000" y="2696040"/>
            <a:ext cx="923472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2080" cy="24696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13000" y="2696040"/>
            <a:ext cx="450648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245200" y="2696040"/>
            <a:ext cx="450648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2080" cy="24696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769680" y="3579480"/>
            <a:ext cx="8722080" cy="11447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2080" cy="24696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13000" y="2696040"/>
            <a:ext cx="45064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3000" y="6186600"/>
            <a:ext cx="45064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245200" y="2696040"/>
            <a:ext cx="450648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2080" cy="24696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13000" y="2696040"/>
            <a:ext cx="450648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245200" y="2696040"/>
            <a:ext cx="45064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245200" y="6186600"/>
            <a:ext cx="45064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2080" cy="24696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13000" y="2696040"/>
            <a:ext cx="45064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245200" y="2696040"/>
            <a:ext cx="45064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13000" y="6186600"/>
            <a:ext cx="923472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2080" cy="24696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13000" y="2696040"/>
            <a:ext cx="923472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3000" y="6186600"/>
            <a:ext cx="923472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2080" cy="24696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13000" y="2696040"/>
            <a:ext cx="45064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245200" y="2696040"/>
            <a:ext cx="45064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245200" y="6186600"/>
            <a:ext cx="45064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3000" y="6186600"/>
            <a:ext cx="45064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2080" cy="2469600"/>
          </a:xfrm>
          <a:prstGeom prst="rect">
            <a:avLst/>
          </a:prstGeom>
        </p:spPr>
        <p:txBody>
          <a:bodyPr lIns="0" rIns="0" tIns="0" bIns="0" anchor="ctr"/>
          <a:p>
            <a:endParaRPr/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13000" y="2696040"/>
            <a:ext cx="923472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13000" y="2696040"/>
            <a:ext cx="923472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37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942840" y="2696040"/>
            <a:ext cx="8375040" cy="668232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942840" y="2696040"/>
            <a:ext cx="8375040" cy="668232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69680" y="3579480"/>
            <a:ext cx="8722080" cy="2469240"/>
          </a:xfrm>
          <a:prstGeom prst="rect">
            <a:avLst/>
          </a:prstGeom>
        </p:spPr>
        <p:txBody>
          <a:bodyPr lIns="123480" rIns="123480" tIns="61560" bIns="61560" anchor="ctr"/>
          <a:p>
            <a:pPr algn="ctr">
              <a:lnSpc>
                <a:spcPct val="100000"/>
              </a:lnSpc>
            </a:pPr>
            <a:r>
              <a:rPr lang="fr-FR" sz="5900">
                <a:solidFill>
                  <a:srgbClr val="000000"/>
                </a:solidFill>
                <a:latin typeface="Calibri"/>
              </a:rPr>
              <a:t>Click to edit the title text formatModifiez le style du titre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513000" y="10679400"/>
            <a:ext cx="2394000" cy="613080"/>
          </a:xfrm>
          <a:prstGeom prst="rect">
            <a:avLst/>
          </a:prstGeom>
        </p:spPr>
        <p:txBody>
          <a:bodyPr lIns="123480" rIns="123480" tIns="61560" bIns="61560" anchor="ctr"/>
          <a:p>
            <a:pPr>
              <a:lnSpc>
                <a:spcPct val="100000"/>
              </a:lnSpc>
            </a:pPr>
            <a:r>
              <a:rPr lang="en-US" sz="1600">
                <a:solidFill>
                  <a:srgbClr val="8b8b8b"/>
                </a:solidFill>
                <a:latin typeface="Calibri"/>
              </a:rPr>
              <a:t>4/4/17</a:t>
            </a:r>
            <a:endParaRPr/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506040" y="10679400"/>
            <a:ext cx="3249000" cy="613080"/>
          </a:xfrm>
          <a:prstGeom prst="rect">
            <a:avLst/>
          </a:prstGeom>
        </p:spPr>
        <p:txBody>
          <a:bodyPr lIns="123480" rIns="123480" tIns="61560" bIns="61560" anchor="ctr"/>
          <a:p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7354080" y="10679400"/>
            <a:ext cx="2394000" cy="613080"/>
          </a:xfrm>
          <a:prstGeom prst="rect">
            <a:avLst/>
          </a:prstGeom>
        </p:spPr>
        <p:txBody>
          <a:bodyPr lIns="123480" rIns="123480" tIns="61560" bIns="61560" anchor="ctr"/>
          <a:p>
            <a:pPr algn="r">
              <a:lnSpc>
                <a:spcPct val="100000"/>
              </a:lnSpc>
            </a:pPr>
            <a:fld id="{8E317702-6E5E-4CB0-B9D9-72529D016496}" type="slidenum">
              <a:rPr lang="en-US" sz="1600">
                <a:solidFill>
                  <a:srgbClr val="8b8b8b"/>
                </a:solidFill>
                <a:latin typeface="Calibri"/>
              </a:rPr>
              <a:t>&lt;number&gt;</a:t>
            </a:fld>
            <a:endParaRPr/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13000" y="2696040"/>
            <a:ext cx="9234720" cy="668232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fr-FR" sz="4300">
                <a:latin typeface="Calibri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fr-FR" sz="3200">
                <a:latin typeface="Calibri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fr-FR" sz="2700">
                <a:latin typeface="Calibri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fr-FR" sz="2700">
                <a:latin typeface="Calibri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fr-FR" sz="2000">
                <a:latin typeface="Calibri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10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6088320" y="-71640"/>
            <a:ext cx="4209840" cy="7199640"/>
          </a:xfrm>
          <a:prstGeom prst="rect">
            <a:avLst/>
          </a:prstGeom>
          <a:ln>
            <a:noFill/>
          </a:ln>
        </p:spPr>
      </p:pic>
      <p:sp>
        <p:nvSpPr>
          <p:cNvPr id="40" name="CustomShape 1"/>
          <p:cNvSpPr/>
          <p:nvPr/>
        </p:nvSpPr>
        <p:spPr>
          <a:xfrm>
            <a:off x="6957360" y="6699960"/>
            <a:ext cx="344520" cy="21564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round/>
          </a:ln>
        </p:spPr>
      </p:sp>
      <p:pic>
        <p:nvPicPr>
          <p:cNvPr id="41" name="Picture 9" descr=""/>
          <p:cNvPicPr/>
          <p:nvPr/>
        </p:nvPicPr>
        <p:blipFill>
          <a:blip r:embed="rId2"/>
          <a:srcRect l="0" t="0" r="6662" b="0"/>
          <a:stretch>
            <a:fillRect/>
          </a:stretch>
        </p:blipFill>
        <p:spPr>
          <a:xfrm>
            <a:off x="3024000" y="-71640"/>
            <a:ext cx="3933000" cy="7199640"/>
          </a:xfrm>
          <a:prstGeom prst="rect">
            <a:avLst/>
          </a:prstGeom>
          <a:ln>
            <a:noFill/>
          </a:ln>
        </p:spPr>
      </p:pic>
      <p:sp>
        <p:nvSpPr>
          <p:cNvPr id="42" name="CustomShape 2"/>
          <p:cNvSpPr/>
          <p:nvPr/>
        </p:nvSpPr>
        <p:spPr>
          <a:xfrm>
            <a:off x="3904560" y="6693480"/>
            <a:ext cx="344520" cy="21564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round/>
          </a:ln>
        </p:spPr>
      </p:sp>
      <p:pic>
        <p:nvPicPr>
          <p:cNvPr id="43" name="Picture 6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2520" y="7128720"/>
            <a:ext cx="10439640" cy="4418280"/>
          </a:xfrm>
          <a:prstGeom prst="rect">
            <a:avLst/>
          </a:prstGeom>
          <a:ln>
            <a:noFill/>
          </a:ln>
        </p:spPr>
      </p:pic>
      <p:pic>
        <p:nvPicPr>
          <p:cNvPr id="44" name="Picture 7" descr=""/>
          <p:cNvPicPr/>
          <p:nvPr/>
        </p:nvPicPr>
        <p:blipFill>
          <a:blip r:embed="rId4"/>
          <a:srcRect l="0" t="0" r="7252" b="0"/>
          <a:stretch>
            <a:fillRect/>
          </a:stretch>
        </p:blipFill>
        <p:spPr>
          <a:xfrm>
            <a:off x="0" y="-71640"/>
            <a:ext cx="3904200" cy="7199640"/>
          </a:xfrm>
          <a:prstGeom prst="rect">
            <a:avLst/>
          </a:prstGeom>
          <a:ln>
            <a:noFill/>
          </a:ln>
        </p:spPr>
      </p:pic>
      <p:sp>
        <p:nvSpPr>
          <p:cNvPr id="45" name="CustomShape 3"/>
          <p:cNvSpPr/>
          <p:nvPr/>
        </p:nvSpPr>
        <p:spPr>
          <a:xfrm>
            <a:off x="1097640" y="5634720"/>
            <a:ext cx="2647800" cy="359640"/>
          </a:xfrm>
          <a:prstGeom prst="rect">
            <a:avLst/>
          </a:prstGeom>
          <a:noFill/>
          <a:ln w="25560">
            <a:solidFill>
              <a:srgbClr val="3a5f8b"/>
            </a:solidFill>
            <a:round/>
          </a:ln>
        </p:spPr>
      </p:sp>
      <p:sp>
        <p:nvSpPr>
          <p:cNvPr id="46" name="CustomShape 4"/>
          <p:cNvSpPr/>
          <p:nvPr/>
        </p:nvSpPr>
        <p:spPr>
          <a:xfrm>
            <a:off x="899640" y="114120"/>
            <a:ext cx="52092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(a)</a:t>
            </a:r>
            <a:endParaRPr/>
          </a:p>
        </p:txBody>
      </p:sp>
      <p:sp>
        <p:nvSpPr>
          <p:cNvPr id="47" name="Line 5"/>
          <p:cNvSpPr/>
          <p:nvPr/>
        </p:nvSpPr>
        <p:spPr>
          <a:xfrm flipH="1" flipV="1">
            <a:off x="1097280" y="5994360"/>
            <a:ext cx="72000" cy="1371240"/>
          </a:xfrm>
          <a:prstGeom prst="line">
            <a:avLst/>
          </a:prstGeom>
          <a:ln w="19080">
            <a:solidFill>
              <a:srgbClr val="4a7ebb"/>
            </a:solidFill>
            <a:round/>
          </a:ln>
        </p:spPr>
      </p:sp>
      <p:sp>
        <p:nvSpPr>
          <p:cNvPr id="48" name="Line 6"/>
          <p:cNvSpPr/>
          <p:nvPr/>
        </p:nvSpPr>
        <p:spPr>
          <a:xfrm>
            <a:off x="3745440" y="5994360"/>
            <a:ext cx="6191640" cy="1371240"/>
          </a:xfrm>
          <a:prstGeom prst="line">
            <a:avLst/>
          </a:prstGeom>
          <a:ln w="19080">
            <a:solidFill>
              <a:srgbClr val="4a7ebb"/>
            </a:solidFill>
            <a:round/>
          </a:ln>
        </p:spPr>
      </p:sp>
      <p:sp>
        <p:nvSpPr>
          <p:cNvPr id="49" name="CustomShape 7"/>
          <p:cNvSpPr/>
          <p:nvPr/>
        </p:nvSpPr>
        <p:spPr>
          <a:xfrm>
            <a:off x="1197720" y="7344720"/>
            <a:ext cx="53784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(d)</a:t>
            </a:r>
            <a:endParaRPr/>
          </a:p>
        </p:txBody>
      </p:sp>
      <p:sp>
        <p:nvSpPr>
          <p:cNvPr id="50" name="CustomShape 8"/>
          <p:cNvSpPr/>
          <p:nvPr/>
        </p:nvSpPr>
        <p:spPr>
          <a:xfrm>
            <a:off x="3940920" y="109800"/>
            <a:ext cx="53784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(b)</a:t>
            </a:r>
            <a:endParaRPr/>
          </a:p>
        </p:txBody>
      </p:sp>
      <p:sp>
        <p:nvSpPr>
          <p:cNvPr id="51" name="CustomShape 9"/>
          <p:cNvSpPr/>
          <p:nvPr/>
        </p:nvSpPr>
        <p:spPr>
          <a:xfrm>
            <a:off x="6985440" y="109800"/>
            <a:ext cx="520920" cy="45612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(c)</a:t>
            </a:r>
            <a:endParaRPr/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