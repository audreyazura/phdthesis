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7102138" cy="8101013"/>
  <p:notesSz cx="6858000" cy="9144000"/>
  <p:defaultTextStyle>
    <a:defPPr>
      <a:defRPr lang="fr-FR"/>
    </a:defPPr>
    <a:lvl1pPr marL="0" algn="l" defTabSz="144018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720090" algn="l" defTabSz="144018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1440180" algn="l" defTabSz="144018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2160270" algn="l" defTabSz="144018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2880360" algn="l" defTabSz="144018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3600450" algn="l" defTabSz="144018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4320540" algn="l" defTabSz="144018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5040630" algn="l" defTabSz="144018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5760720" algn="l" defTabSz="144018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1038" y="-108"/>
      </p:cViewPr>
      <p:guideLst>
        <p:guide orient="horz" pos="2552"/>
        <p:guide pos="53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82661" y="2516565"/>
            <a:ext cx="14536817" cy="173646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565321" y="4590574"/>
            <a:ext cx="11971497" cy="2070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2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004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040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760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4861-7809-4395-925C-7614FA66C6D0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421E7-2A01-4ED2-BF6B-8705B3FFA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74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4861-7809-4395-925C-7614FA66C6D0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421E7-2A01-4ED2-BF6B-8705B3FFA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7371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0951" y="5205652"/>
            <a:ext cx="14536817" cy="1608951"/>
          </a:xfrm>
        </p:spPr>
        <p:txBody>
          <a:bodyPr anchor="t"/>
          <a:lstStyle>
            <a:lvl1pPr algn="l">
              <a:defRPr sz="63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50951" y="3433556"/>
            <a:ext cx="14536817" cy="1772096"/>
          </a:xfrm>
        </p:spPr>
        <p:txBody>
          <a:bodyPr anchor="b"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72009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44018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3pPr>
            <a:lvl4pPr marL="216027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4pPr>
            <a:lvl5pPr marL="288036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5pPr>
            <a:lvl6pPr marL="360045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6pPr>
            <a:lvl7pPr marL="432054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7pPr>
            <a:lvl8pPr marL="504063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8pPr>
            <a:lvl9pPr marL="57607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4861-7809-4395-925C-7614FA66C6D0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421E7-2A01-4ED2-BF6B-8705B3FFA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589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600357" y="2233405"/>
            <a:ext cx="14248812" cy="6313914"/>
          </a:xfrm>
        </p:spPr>
        <p:txBody>
          <a:bodyPr/>
          <a:lstStyle>
            <a:lvl1pPr>
              <a:defRPr sz="4400"/>
            </a:lvl1pPr>
            <a:lvl2pPr>
              <a:defRPr sz="3800"/>
            </a:lvl2pPr>
            <a:lvl3pPr>
              <a:defRPr sz="32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6134204" y="2233405"/>
            <a:ext cx="14251782" cy="6313914"/>
          </a:xfrm>
        </p:spPr>
        <p:txBody>
          <a:bodyPr/>
          <a:lstStyle>
            <a:lvl1pPr>
              <a:defRPr sz="4400"/>
            </a:lvl1pPr>
            <a:lvl2pPr>
              <a:defRPr sz="3800"/>
            </a:lvl2pPr>
            <a:lvl3pPr>
              <a:defRPr sz="32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4861-7809-4395-925C-7614FA66C6D0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421E7-2A01-4ED2-BF6B-8705B3FFA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5315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5107" y="324416"/>
            <a:ext cx="15391924" cy="1350169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55107" y="1813352"/>
            <a:ext cx="7556414" cy="755719"/>
          </a:xfrm>
        </p:spPr>
        <p:txBody>
          <a:bodyPr anchor="b"/>
          <a:lstStyle>
            <a:lvl1pPr marL="0" indent="0">
              <a:buNone/>
              <a:defRPr sz="3800" b="1"/>
            </a:lvl1pPr>
            <a:lvl2pPr marL="720090" indent="0">
              <a:buNone/>
              <a:defRPr sz="3200" b="1"/>
            </a:lvl2pPr>
            <a:lvl3pPr marL="1440180" indent="0">
              <a:buNone/>
              <a:defRPr sz="2800" b="1"/>
            </a:lvl3pPr>
            <a:lvl4pPr marL="2160270" indent="0">
              <a:buNone/>
              <a:defRPr sz="2500" b="1"/>
            </a:lvl4pPr>
            <a:lvl5pPr marL="2880360" indent="0">
              <a:buNone/>
              <a:defRPr sz="2500" b="1"/>
            </a:lvl5pPr>
            <a:lvl6pPr marL="3600450" indent="0">
              <a:buNone/>
              <a:defRPr sz="2500" b="1"/>
            </a:lvl6pPr>
            <a:lvl7pPr marL="4320540" indent="0">
              <a:buNone/>
              <a:defRPr sz="2500" b="1"/>
            </a:lvl7pPr>
            <a:lvl8pPr marL="5040630" indent="0">
              <a:buNone/>
              <a:defRPr sz="2500" b="1"/>
            </a:lvl8pPr>
            <a:lvl9pPr marL="5760720" indent="0">
              <a:buNone/>
              <a:defRPr sz="2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55107" y="2569071"/>
            <a:ext cx="7556414" cy="4667459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8687649" y="1813352"/>
            <a:ext cx="7559383" cy="755719"/>
          </a:xfrm>
        </p:spPr>
        <p:txBody>
          <a:bodyPr anchor="b"/>
          <a:lstStyle>
            <a:lvl1pPr marL="0" indent="0">
              <a:buNone/>
              <a:defRPr sz="3800" b="1"/>
            </a:lvl1pPr>
            <a:lvl2pPr marL="720090" indent="0">
              <a:buNone/>
              <a:defRPr sz="3200" b="1"/>
            </a:lvl2pPr>
            <a:lvl3pPr marL="1440180" indent="0">
              <a:buNone/>
              <a:defRPr sz="2800" b="1"/>
            </a:lvl3pPr>
            <a:lvl4pPr marL="2160270" indent="0">
              <a:buNone/>
              <a:defRPr sz="2500" b="1"/>
            </a:lvl4pPr>
            <a:lvl5pPr marL="2880360" indent="0">
              <a:buNone/>
              <a:defRPr sz="2500" b="1"/>
            </a:lvl5pPr>
            <a:lvl6pPr marL="3600450" indent="0">
              <a:buNone/>
              <a:defRPr sz="2500" b="1"/>
            </a:lvl6pPr>
            <a:lvl7pPr marL="4320540" indent="0">
              <a:buNone/>
              <a:defRPr sz="2500" b="1"/>
            </a:lvl7pPr>
            <a:lvl8pPr marL="5040630" indent="0">
              <a:buNone/>
              <a:defRPr sz="2500" b="1"/>
            </a:lvl8pPr>
            <a:lvl9pPr marL="5760720" indent="0">
              <a:buNone/>
              <a:defRPr sz="2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8687649" y="2569071"/>
            <a:ext cx="7559383" cy="4667459"/>
          </a:xfrm>
        </p:spPr>
        <p:txBody>
          <a:bodyPr/>
          <a:lstStyle>
            <a:lvl1pPr>
              <a:defRPr sz="3800"/>
            </a:lvl1pPr>
            <a:lvl2pPr>
              <a:defRPr sz="32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4861-7809-4395-925C-7614FA66C6D0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421E7-2A01-4ED2-BF6B-8705B3FFA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374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4861-7809-4395-925C-7614FA66C6D0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421E7-2A01-4ED2-BF6B-8705B3FFA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067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4861-7809-4395-925C-7614FA66C6D0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421E7-2A01-4ED2-BF6B-8705B3FFA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90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55108" y="322540"/>
            <a:ext cx="5626486" cy="1372672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686461" y="322541"/>
            <a:ext cx="9560570" cy="6913990"/>
          </a:xfrm>
        </p:spPr>
        <p:txBody>
          <a:bodyPr/>
          <a:lstStyle>
            <a:lvl1pPr>
              <a:defRPr sz="5000"/>
            </a:lvl1pPr>
            <a:lvl2pPr>
              <a:defRPr sz="4400"/>
            </a:lvl2pPr>
            <a:lvl3pPr>
              <a:defRPr sz="38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55108" y="1695212"/>
            <a:ext cx="5626486" cy="5541319"/>
          </a:xfrm>
        </p:spPr>
        <p:txBody>
          <a:bodyPr/>
          <a:lstStyle>
            <a:lvl1pPr marL="0" indent="0">
              <a:buNone/>
              <a:defRPr sz="2200"/>
            </a:lvl1pPr>
            <a:lvl2pPr marL="720090" indent="0">
              <a:buNone/>
              <a:defRPr sz="1900"/>
            </a:lvl2pPr>
            <a:lvl3pPr marL="1440180" indent="0">
              <a:buNone/>
              <a:defRPr sz="1600"/>
            </a:lvl3pPr>
            <a:lvl4pPr marL="2160270" indent="0">
              <a:buNone/>
              <a:defRPr sz="1400"/>
            </a:lvl4pPr>
            <a:lvl5pPr marL="2880360" indent="0">
              <a:buNone/>
              <a:defRPr sz="1400"/>
            </a:lvl5pPr>
            <a:lvl6pPr marL="3600450" indent="0">
              <a:buNone/>
              <a:defRPr sz="1400"/>
            </a:lvl6pPr>
            <a:lvl7pPr marL="4320540" indent="0">
              <a:buNone/>
              <a:defRPr sz="1400"/>
            </a:lvl7pPr>
            <a:lvl8pPr marL="5040630" indent="0">
              <a:buNone/>
              <a:defRPr sz="1400"/>
            </a:lvl8pPr>
            <a:lvl9pPr marL="576072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4861-7809-4395-925C-7614FA66C6D0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421E7-2A01-4ED2-BF6B-8705B3FFA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3818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2139" y="5670709"/>
            <a:ext cx="10261283" cy="669459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352139" y="723840"/>
            <a:ext cx="10261283" cy="4860608"/>
          </a:xfrm>
        </p:spPr>
        <p:txBody>
          <a:bodyPr/>
          <a:lstStyle>
            <a:lvl1pPr marL="0" indent="0">
              <a:buNone/>
              <a:defRPr sz="5000"/>
            </a:lvl1pPr>
            <a:lvl2pPr marL="720090" indent="0">
              <a:buNone/>
              <a:defRPr sz="4400"/>
            </a:lvl2pPr>
            <a:lvl3pPr marL="1440180" indent="0">
              <a:buNone/>
              <a:defRPr sz="3800"/>
            </a:lvl3pPr>
            <a:lvl4pPr marL="2160270" indent="0">
              <a:buNone/>
              <a:defRPr sz="3200"/>
            </a:lvl4pPr>
            <a:lvl5pPr marL="2880360" indent="0">
              <a:buNone/>
              <a:defRPr sz="3200"/>
            </a:lvl5pPr>
            <a:lvl6pPr marL="3600450" indent="0">
              <a:buNone/>
              <a:defRPr sz="3200"/>
            </a:lvl6pPr>
            <a:lvl7pPr marL="4320540" indent="0">
              <a:buNone/>
              <a:defRPr sz="3200"/>
            </a:lvl7pPr>
            <a:lvl8pPr marL="5040630" indent="0">
              <a:buNone/>
              <a:defRPr sz="3200"/>
            </a:lvl8pPr>
            <a:lvl9pPr marL="5760720" indent="0">
              <a:buNone/>
              <a:defRPr sz="32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352139" y="6340169"/>
            <a:ext cx="10261283" cy="950743"/>
          </a:xfrm>
        </p:spPr>
        <p:txBody>
          <a:bodyPr/>
          <a:lstStyle>
            <a:lvl1pPr marL="0" indent="0">
              <a:buNone/>
              <a:defRPr sz="2200"/>
            </a:lvl1pPr>
            <a:lvl2pPr marL="720090" indent="0">
              <a:buNone/>
              <a:defRPr sz="1900"/>
            </a:lvl2pPr>
            <a:lvl3pPr marL="1440180" indent="0">
              <a:buNone/>
              <a:defRPr sz="1600"/>
            </a:lvl3pPr>
            <a:lvl4pPr marL="2160270" indent="0">
              <a:buNone/>
              <a:defRPr sz="1400"/>
            </a:lvl4pPr>
            <a:lvl5pPr marL="2880360" indent="0">
              <a:buNone/>
              <a:defRPr sz="1400"/>
            </a:lvl5pPr>
            <a:lvl6pPr marL="3600450" indent="0">
              <a:buNone/>
              <a:defRPr sz="1400"/>
            </a:lvl6pPr>
            <a:lvl7pPr marL="4320540" indent="0">
              <a:buNone/>
              <a:defRPr sz="1400"/>
            </a:lvl7pPr>
            <a:lvl8pPr marL="5040630" indent="0">
              <a:buNone/>
              <a:defRPr sz="1400"/>
            </a:lvl8pPr>
            <a:lvl9pPr marL="576072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4861-7809-4395-925C-7614FA66C6D0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421E7-2A01-4ED2-BF6B-8705B3FFA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070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4861-7809-4395-925C-7614FA66C6D0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421E7-2A01-4ED2-BF6B-8705B3FFA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229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3191806" y="382548"/>
            <a:ext cx="7194180" cy="816477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600357" y="382548"/>
            <a:ext cx="21306414" cy="8164771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4861-7809-4395-925C-7614FA66C6D0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421E7-2A01-4ED2-BF6B-8705B3FFA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346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55107" y="324416"/>
            <a:ext cx="15391924" cy="1350169"/>
          </a:xfrm>
          <a:prstGeom prst="rect">
            <a:avLst/>
          </a:prstGeom>
        </p:spPr>
        <p:txBody>
          <a:bodyPr vert="horz" lIns="144018" tIns="72009" rIns="144018" bIns="72009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55107" y="1890237"/>
            <a:ext cx="15391924" cy="5346294"/>
          </a:xfrm>
          <a:prstGeom prst="rect">
            <a:avLst/>
          </a:prstGeom>
        </p:spPr>
        <p:txBody>
          <a:bodyPr vert="horz" lIns="144018" tIns="72009" rIns="144018" bIns="72009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55107" y="7508439"/>
            <a:ext cx="3990499" cy="431304"/>
          </a:xfrm>
          <a:prstGeom prst="rect">
            <a:avLst/>
          </a:prstGeom>
        </p:spPr>
        <p:txBody>
          <a:bodyPr vert="horz" lIns="144018" tIns="72009" rIns="144018" bIns="72009" rtlCol="0" anchor="ctr"/>
          <a:lstStyle>
            <a:lvl1pPr algn="l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B4861-7809-4395-925C-7614FA66C6D0}" type="datetimeFigureOut">
              <a:rPr lang="fr-FR" smtClean="0"/>
              <a:t>24/03/2017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843231" y="7508439"/>
            <a:ext cx="5415677" cy="431304"/>
          </a:xfrm>
          <a:prstGeom prst="rect">
            <a:avLst/>
          </a:prstGeom>
        </p:spPr>
        <p:txBody>
          <a:bodyPr vert="horz" lIns="144018" tIns="72009" rIns="144018" bIns="72009" rtlCol="0" anchor="ctr"/>
          <a:lstStyle>
            <a:lvl1pPr algn="ctr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2256532" y="7508439"/>
            <a:ext cx="3990499" cy="431304"/>
          </a:xfrm>
          <a:prstGeom prst="rect">
            <a:avLst/>
          </a:prstGeom>
        </p:spPr>
        <p:txBody>
          <a:bodyPr vert="horz" lIns="144018" tIns="72009" rIns="144018" bIns="72009" rtlCol="0" anchor="ctr"/>
          <a:lstStyle>
            <a:lvl1pPr algn="r">
              <a:defRPr sz="1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421E7-2A01-4ED2-BF6B-8705B3FFA7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409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40180" rtl="0" eaLnBrk="1" latinLnBrk="0" hangingPunct="1">
        <a:spcBef>
          <a:spcPct val="0"/>
        </a:spcBef>
        <a:buNone/>
        <a:defRPr sz="6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0068" indent="-540068" algn="l" defTabSz="1440180" rtl="0" eaLnBrk="1" latinLnBrk="0" hangingPunct="1">
        <a:spcBef>
          <a:spcPct val="20000"/>
        </a:spcBef>
        <a:buFont typeface="Arial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1pPr>
      <a:lvl2pPr marL="1170146" indent="-450056" algn="l" defTabSz="1440180" rtl="0" eaLnBrk="1" latinLnBrk="0" hangingPunct="1">
        <a:spcBef>
          <a:spcPct val="20000"/>
        </a:spcBef>
        <a:buFont typeface="Arial" pitchFamily="34" charset="0"/>
        <a:buChar char="–"/>
        <a:defRPr sz="44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225" indent="-360045" algn="l" defTabSz="1440180" rtl="0" eaLnBrk="1" latinLnBrk="0" hangingPunct="1">
        <a:spcBef>
          <a:spcPct val="20000"/>
        </a:spcBef>
        <a:buFont typeface="Arial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2520315" indent="-360045" algn="l" defTabSz="144018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40405" indent="-360045" algn="l" defTabSz="1440180" rtl="0" eaLnBrk="1" latinLnBrk="0" hangingPunct="1">
        <a:spcBef>
          <a:spcPct val="20000"/>
        </a:spcBef>
        <a:buFont typeface="Arial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3960495" indent="-360045" algn="l" defTabSz="144018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680585" indent="-360045" algn="l" defTabSz="144018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00675" indent="-360045" algn="l" defTabSz="144018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120765" indent="-360045" algn="l" defTabSz="144018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44018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algn="l" defTabSz="144018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algn="l" defTabSz="144018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0" algn="l" defTabSz="144018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algn="l" defTabSz="144018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0" algn="l" defTabSz="144018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320540" algn="l" defTabSz="144018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0" algn="l" defTabSz="144018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760720" algn="l" defTabSz="144018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06"/>
          <a:stretch/>
        </p:blipFill>
        <p:spPr bwMode="auto">
          <a:xfrm>
            <a:off x="54125" y="0"/>
            <a:ext cx="17038638" cy="809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9434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1</cp:revision>
  <dcterms:created xsi:type="dcterms:W3CDTF">2017-03-24T09:25:21Z</dcterms:created>
  <dcterms:modified xsi:type="dcterms:W3CDTF">2017-03-24T09:28:46Z</dcterms:modified>
</cp:coreProperties>
</file>