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008563" cy="7200900"/>
  <p:notesSz cx="6858000" cy="9144000"/>
  <p:defaultTextStyle>
    <a:defPPr>
      <a:defRPr lang="fr-FR"/>
    </a:defPPr>
    <a:lvl1pPr marL="0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8798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97596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46394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95192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43989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92787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41585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90383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2748" y="-90"/>
      </p:cViewPr>
      <p:guideLst>
        <p:guide orient="horz" pos="2269"/>
        <p:guide pos="15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75643" y="2236947"/>
            <a:ext cx="4257279" cy="154352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51285" y="4080510"/>
            <a:ext cx="3505994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8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97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46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951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439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927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41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90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6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768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642" y="4627246"/>
            <a:ext cx="4257279" cy="1430178"/>
          </a:xfrm>
        </p:spPr>
        <p:txBody>
          <a:bodyPr anchor="t"/>
          <a:lstStyle>
            <a:lvl1pPr algn="l">
              <a:defRPr sz="31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95642" y="3052050"/>
            <a:ext cx="4257279" cy="157519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87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9759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4639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9519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4398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9278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4158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9038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835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0428" y="1680210"/>
            <a:ext cx="2212116" cy="4752261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546019" y="1680210"/>
            <a:ext cx="2212116" cy="4752261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130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0428" y="1611868"/>
            <a:ext cx="2212985" cy="6717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8798" indent="0">
              <a:buNone/>
              <a:defRPr sz="1500" b="1"/>
            </a:lvl2pPr>
            <a:lvl3pPr marL="697596" indent="0">
              <a:buNone/>
              <a:defRPr sz="1400" b="1"/>
            </a:lvl3pPr>
            <a:lvl4pPr marL="1046394" indent="0">
              <a:buNone/>
              <a:defRPr sz="1200" b="1"/>
            </a:lvl4pPr>
            <a:lvl5pPr marL="1395192" indent="0">
              <a:buNone/>
              <a:defRPr sz="1200" b="1"/>
            </a:lvl5pPr>
            <a:lvl6pPr marL="1743989" indent="0">
              <a:buNone/>
              <a:defRPr sz="1200" b="1"/>
            </a:lvl6pPr>
            <a:lvl7pPr marL="2092787" indent="0">
              <a:buNone/>
              <a:defRPr sz="1200" b="1"/>
            </a:lvl7pPr>
            <a:lvl8pPr marL="2441585" indent="0">
              <a:buNone/>
              <a:defRPr sz="1200" b="1"/>
            </a:lvl8pPr>
            <a:lvl9pPr marL="2790383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50428" y="2283620"/>
            <a:ext cx="2212985" cy="414885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544280" y="1611868"/>
            <a:ext cx="2213855" cy="6717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8798" indent="0">
              <a:buNone/>
              <a:defRPr sz="1500" b="1"/>
            </a:lvl2pPr>
            <a:lvl3pPr marL="697596" indent="0">
              <a:buNone/>
              <a:defRPr sz="1400" b="1"/>
            </a:lvl3pPr>
            <a:lvl4pPr marL="1046394" indent="0">
              <a:buNone/>
              <a:defRPr sz="1200" b="1"/>
            </a:lvl4pPr>
            <a:lvl5pPr marL="1395192" indent="0">
              <a:buNone/>
              <a:defRPr sz="1200" b="1"/>
            </a:lvl5pPr>
            <a:lvl6pPr marL="1743989" indent="0">
              <a:buNone/>
              <a:defRPr sz="1200" b="1"/>
            </a:lvl6pPr>
            <a:lvl7pPr marL="2092787" indent="0">
              <a:buNone/>
              <a:defRPr sz="1200" b="1"/>
            </a:lvl7pPr>
            <a:lvl8pPr marL="2441585" indent="0">
              <a:buNone/>
              <a:defRPr sz="1200" b="1"/>
            </a:lvl8pPr>
            <a:lvl9pPr marL="2790383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544280" y="2283620"/>
            <a:ext cx="2213855" cy="414885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956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80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732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0429" y="286703"/>
            <a:ext cx="1647782" cy="1220152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58209" y="286702"/>
            <a:ext cx="2799926" cy="614576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0429" y="1506855"/>
            <a:ext cx="1647782" cy="4925617"/>
          </a:xfrm>
        </p:spPr>
        <p:txBody>
          <a:bodyPr/>
          <a:lstStyle>
            <a:lvl1pPr marL="0" indent="0">
              <a:buNone/>
              <a:defRPr sz="1100"/>
            </a:lvl1pPr>
            <a:lvl2pPr marL="348798" indent="0">
              <a:buNone/>
              <a:defRPr sz="900"/>
            </a:lvl2pPr>
            <a:lvl3pPr marL="697596" indent="0">
              <a:buNone/>
              <a:defRPr sz="800"/>
            </a:lvl3pPr>
            <a:lvl4pPr marL="1046394" indent="0">
              <a:buNone/>
              <a:defRPr sz="700"/>
            </a:lvl4pPr>
            <a:lvl5pPr marL="1395192" indent="0">
              <a:buNone/>
              <a:defRPr sz="700"/>
            </a:lvl5pPr>
            <a:lvl6pPr marL="1743989" indent="0">
              <a:buNone/>
              <a:defRPr sz="700"/>
            </a:lvl6pPr>
            <a:lvl7pPr marL="2092787" indent="0">
              <a:buNone/>
              <a:defRPr sz="700"/>
            </a:lvl7pPr>
            <a:lvl8pPr marL="2441585" indent="0">
              <a:buNone/>
              <a:defRPr sz="700"/>
            </a:lvl8pPr>
            <a:lvl9pPr marL="2790383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27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81713" y="5040630"/>
            <a:ext cx="3005138" cy="59507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981713" y="643413"/>
            <a:ext cx="3005138" cy="4320540"/>
          </a:xfrm>
        </p:spPr>
        <p:txBody>
          <a:bodyPr/>
          <a:lstStyle>
            <a:lvl1pPr marL="0" indent="0">
              <a:buNone/>
              <a:defRPr sz="2400"/>
            </a:lvl1pPr>
            <a:lvl2pPr marL="348798" indent="0">
              <a:buNone/>
              <a:defRPr sz="2100"/>
            </a:lvl2pPr>
            <a:lvl3pPr marL="697596" indent="0">
              <a:buNone/>
              <a:defRPr sz="1800"/>
            </a:lvl3pPr>
            <a:lvl4pPr marL="1046394" indent="0">
              <a:buNone/>
              <a:defRPr sz="1500"/>
            </a:lvl4pPr>
            <a:lvl5pPr marL="1395192" indent="0">
              <a:buNone/>
              <a:defRPr sz="1500"/>
            </a:lvl5pPr>
            <a:lvl6pPr marL="1743989" indent="0">
              <a:buNone/>
              <a:defRPr sz="1500"/>
            </a:lvl6pPr>
            <a:lvl7pPr marL="2092787" indent="0">
              <a:buNone/>
              <a:defRPr sz="1500"/>
            </a:lvl7pPr>
            <a:lvl8pPr marL="2441585" indent="0">
              <a:buNone/>
              <a:defRPr sz="1500"/>
            </a:lvl8pPr>
            <a:lvl9pPr marL="2790383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81713" y="5635705"/>
            <a:ext cx="3005138" cy="845105"/>
          </a:xfrm>
        </p:spPr>
        <p:txBody>
          <a:bodyPr/>
          <a:lstStyle>
            <a:lvl1pPr marL="0" indent="0">
              <a:buNone/>
              <a:defRPr sz="1100"/>
            </a:lvl1pPr>
            <a:lvl2pPr marL="348798" indent="0">
              <a:buNone/>
              <a:defRPr sz="900"/>
            </a:lvl2pPr>
            <a:lvl3pPr marL="697596" indent="0">
              <a:buNone/>
              <a:defRPr sz="800"/>
            </a:lvl3pPr>
            <a:lvl4pPr marL="1046394" indent="0">
              <a:buNone/>
              <a:defRPr sz="700"/>
            </a:lvl4pPr>
            <a:lvl5pPr marL="1395192" indent="0">
              <a:buNone/>
              <a:defRPr sz="700"/>
            </a:lvl5pPr>
            <a:lvl6pPr marL="1743989" indent="0">
              <a:buNone/>
              <a:defRPr sz="700"/>
            </a:lvl6pPr>
            <a:lvl7pPr marL="2092787" indent="0">
              <a:buNone/>
              <a:defRPr sz="700"/>
            </a:lvl7pPr>
            <a:lvl8pPr marL="2441585" indent="0">
              <a:buNone/>
              <a:defRPr sz="700"/>
            </a:lvl8pPr>
            <a:lvl9pPr marL="2790383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55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06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631208" y="288370"/>
            <a:ext cx="1126927" cy="614410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0429" y="288370"/>
            <a:ext cx="3297304" cy="6144101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31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50428" y="288371"/>
            <a:ext cx="4507707" cy="1200151"/>
          </a:xfrm>
          <a:prstGeom prst="rect">
            <a:avLst/>
          </a:prstGeom>
        </p:spPr>
        <p:txBody>
          <a:bodyPr vert="horz" lIns="69760" tIns="34880" rIns="69760" bIns="3488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0428" y="1680210"/>
            <a:ext cx="4507707" cy="4752261"/>
          </a:xfrm>
          <a:prstGeom prst="rect">
            <a:avLst/>
          </a:prstGeom>
        </p:spPr>
        <p:txBody>
          <a:bodyPr vert="horz" lIns="69760" tIns="34880" rIns="69760" bIns="3488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50428" y="6674168"/>
            <a:ext cx="1168665" cy="383382"/>
          </a:xfrm>
          <a:prstGeom prst="rect">
            <a:avLst/>
          </a:prstGeom>
        </p:spPr>
        <p:txBody>
          <a:bodyPr vert="horz" lIns="69760" tIns="34880" rIns="69760" bIns="3488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9A4EB-D32E-4313-A1B8-0D1FB85A52B7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711260" y="6674168"/>
            <a:ext cx="1586045" cy="383382"/>
          </a:xfrm>
          <a:prstGeom prst="rect">
            <a:avLst/>
          </a:prstGeom>
        </p:spPr>
        <p:txBody>
          <a:bodyPr vert="horz" lIns="69760" tIns="34880" rIns="69760" bIns="3488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3589470" y="6674168"/>
            <a:ext cx="1168665" cy="383382"/>
          </a:xfrm>
          <a:prstGeom prst="rect">
            <a:avLst/>
          </a:prstGeom>
        </p:spPr>
        <p:txBody>
          <a:bodyPr vert="horz" lIns="69760" tIns="34880" rIns="69760" bIns="3488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143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97596" rtl="0" eaLnBrk="1" latinLnBrk="0" hangingPunct="1"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598" indent="-261598" algn="l" defTabSz="69759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66797" indent="-217999" algn="l" defTabSz="697596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71995" indent="-174399" algn="l" defTabSz="69759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20793" indent="-174399" algn="l" defTabSz="697596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9590" indent="-174399" algn="l" defTabSz="697596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18388" indent="-174399" algn="l" defTabSz="69759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67186" indent="-174399" algn="l" defTabSz="69759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15984" indent="-174399" algn="l" defTabSz="69759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64782" indent="-174399" algn="l" defTabSz="69759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8798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97596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46394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95192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43989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92787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41585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90383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99" y="0"/>
            <a:ext cx="5006642" cy="72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60781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2</cp:revision>
  <dcterms:created xsi:type="dcterms:W3CDTF">2017-03-22T14:58:21Z</dcterms:created>
  <dcterms:modified xsi:type="dcterms:W3CDTF">2017-03-22T15:22:01Z</dcterms:modified>
</cp:coreProperties>
</file>