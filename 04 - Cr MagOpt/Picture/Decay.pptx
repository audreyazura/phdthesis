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8807450" cy="482441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1314" y="-84"/>
      </p:cViewPr>
      <p:guideLst>
        <p:guide orient="horz" pos="1520"/>
        <p:guide pos="27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60560" y="1498696"/>
            <a:ext cx="7486332" cy="103412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21118" y="2733834"/>
            <a:ext cx="6165215" cy="123290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A911-8E70-4AF3-BC11-97B34F285647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B2F-8111-4735-B0DC-CF22194DC4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5426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A911-8E70-4AF3-BC11-97B34F285647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B2F-8111-4735-B0DC-CF22194DC4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9112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95728" y="3100133"/>
            <a:ext cx="7486332" cy="95818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95728" y="2044793"/>
            <a:ext cx="7486332" cy="10553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A911-8E70-4AF3-BC11-97B34F285647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B2F-8111-4735-B0DC-CF22194DC4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987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32420" y="1446208"/>
            <a:ext cx="2016845" cy="408846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396056" y="1446208"/>
            <a:ext cx="2018375" cy="408846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A911-8E70-4AF3-BC11-97B34F285647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B2F-8111-4735-B0DC-CF22194DC4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4270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0373" y="193200"/>
            <a:ext cx="7926706" cy="804069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40373" y="1079909"/>
            <a:ext cx="3891486" cy="45005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40373" y="1529964"/>
            <a:ext cx="3891486" cy="27796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474063" y="1079909"/>
            <a:ext cx="3893016" cy="45005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474063" y="1529964"/>
            <a:ext cx="3893016" cy="27796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A911-8E70-4AF3-BC11-97B34F285647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B2F-8111-4735-B0DC-CF22194DC4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5386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A911-8E70-4AF3-BC11-97B34F285647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B2F-8111-4735-B0DC-CF22194DC4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1640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A911-8E70-4AF3-BC11-97B34F285647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B2F-8111-4735-B0DC-CF22194DC4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0334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0374" y="192083"/>
            <a:ext cx="2897591" cy="81747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443469" y="192083"/>
            <a:ext cx="4923609" cy="411750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40374" y="1009554"/>
            <a:ext cx="2897591" cy="33000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A911-8E70-4AF3-BC11-97B34F285647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B2F-8111-4735-B0DC-CF22194DC4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66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26323" y="3377089"/>
            <a:ext cx="5284470" cy="39868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26323" y="431070"/>
            <a:ext cx="5284470" cy="289464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26323" y="3775774"/>
            <a:ext cx="5284470" cy="56619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A911-8E70-4AF3-BC11-97B34F285647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B2F-8111-4735-B0DC-CF22194DC4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1551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A911-8E70-4AF3-BC11-97B34F285647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B2F-8111-4735-B0DC-CF22194DC4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6521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370073" y="247922"/>
            <a:ext cx="1044357" cy="5286752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32419" y="247922"/>
            <a:ext cx="2990863" cy="5286752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A911-8E70-4AF3-BC11-97B34F285647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B2F-8111-4735-B0DC-CF22194DC4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6209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40373" y="193200"/>
            <a:ext cx="7926706" cy="804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40373" y="1125696"/>
            <a:ext cx="7926706" cy="3183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40373" y="4471517"/>
            <a:ext cx="2055071" cy="256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1A911-8E70-4AF3-BC11-97B34F285647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009213" y="4471517"/>
            <a:ext cx="2789026" cy="256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312006" y="4471517"/>
            <a:ext cx="2055071" cy="256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C2B2F-8111-4735-B0DC-CF22194DC4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7905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" y="-1"/>
            <a:ext cx="9166772" cy="48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161180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Personnalisé</PresentationFormat>
  <Paragraphs>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user</cp:lastModifiedBy>
  <cp:revision>1</cp:revision>
  <dcterms:created xsi:type="dcterms:W3CDTF">2017-03-22T14:56:38Z</dcterms:created>
  <dcterms:modified xsi:type="dcterms:W3CDTF">2017-03-22T14:58:18Z</dcterms:modified>
</cp:coreProperties>
</file>