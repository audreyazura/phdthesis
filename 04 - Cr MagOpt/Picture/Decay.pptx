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001125" cy="482441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5" d="100"/>
          <a:sy n="75" d="100"/>
        </p:scale>
        <p:origin x="-1272" y="-84"/>
      </p:cViewPr>
      <p:guideLst>
        <p:guide orient="horz" pos="1520"/>
        <p:guide pos="28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75087" y="1498696"/>
            <a:ext cx="7650956" cy="103412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50173" y="2733834"/>
            <a:ext cx="6300787" cy="123290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5426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9112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1029" y="3100133"/>
            <a:ext cx="7650956" cy="95818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029" y="2044793"/>
            <a:ext cx="7650956" cy="10553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87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37533" y="1446208"/>
            <a:ext cx="2061195" cy="408846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448748" y="1446208"/>
            <a:ext cx="2062758" cy="408846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270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0058" y="193205"/>
            <a:ext cx="8101014" cy="804069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0058" y="1079914"/>
            <a:ext cx="3977058" cy="45005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0058" y="1529964"/>
            <a:ext cx="3977058" cy="277962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572447" y="1079914"/>
            <a:ext cx="3978624" cy="45005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572447" y="1529964"/>
            <a:ext cx="3978624" cy="277962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5386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640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033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0059" y="192083"/>
            <a:ext cx="2961309" cy="81747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19194" y="192088"/>
            <a:ext cx="5031878" cy="411750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0059" y="1009559"/>
            <a:ext cx="2961309" cy="33000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6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64287" y="3377094"/>
            <a:ext cx="5400675" cy="39868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64287" y="431070"/>
            <a:ext cx="5400675" cy="289464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64287" y="3775774"/>
            <a:ext cx="5400675" cy="5661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1551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521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444181" y="247922"/>
            <a:ext cx="1067323" cy="528675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37531" y="247922"/>
            <a:ext cx="3056632" cy="528675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6209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0058" y="193205"/>
            <a:ext cx="8101014" cy="8040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0058" y="1125696"/>
            <a:ext cx="8101014" cy="31838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0057" y="4471522"/>
            <a:ext cx="2100262" cy="256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1A911-8E70-4AF3-BC11-97B34F285647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75386" y="4471522"/>
            <a:ext cx="2850356" cy="256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0808" y="4471522"/>
            <a:ext cx="2100262" cy="256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6C2B2F-8111-4735-B0DC-CF22194DC49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7905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942" y="12700"/>
            <a:ext cx="92202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216118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2</cp:revision>
  <dcterms:created xsi:type="dcterms:W3CDTF">2017-03-22T14:56:38Z</dcterms:created>
  <dcterms:modified xsi:type="dcterms:W3CDTF">2017-03-31T10:29:12Z</dcterms:modified>
</cp:coreProperties>
</file>