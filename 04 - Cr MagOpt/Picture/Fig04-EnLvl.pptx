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fr-FR" sz="44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8b8b"/>
                </a:solidFill>
                <a:latin typeface="Calibri"/>
              </a:rPr>
              <a:t>3/24/17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A5857DF7-4ED4-470B-9CD0-C24687FB1AC0}" type="slidenum">
              <a:rPr lang="en-US" sz="12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32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4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0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Line 1"/>
          <p:cNvSpPr/>
          <p:nvPr/>
        </p:nvSpPr>
        <p:spPr>
          <a:xfrm>
            <a:off x="6293880" y="4573080"/>
            <a:ext cx="239760" cy="180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0" name="Line 2"/>
          <p:cNvSpPr/>
          <p:nvPr/>
        </p:nvSpPr>
        <p:spPr>
          <a:xfrm>
            <a:off x="5780520" y="5924880"/>
            <a:ext cx="239760" cy="180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1" name="Line 3"/>
          <p:cNvSpPr/>
          <p:nvPr/>
        </p:nvSpPr>
        <p:spPr>
          <a:xfrm>
            <a:off x="4530240" y="5924880"/>
            <a:ext cx="239760" cy="180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2" name="Line 4"/>
          <p:cNvSpPr/>
          <p:nvPr/>
        </p:nvSpPr>
        <p:spPr>
          <a:xfrm>
            <a:off x="4070520" y="4570920"/>
            <a:ext cx="25632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3" name="CustomShape 5"/>
          <p:cNvSpPr/>
          <p:nvPr/>
        </p:nvSpPr>
        <p:spPr>
          <a:xfrm>
            <a:off x="3172680" y="-36360"/>
            <a:ext cx="648720" cy="39096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</a:rPr>
              <a:t>E</a:t>
            </a:r>
            <a:endParaRPr/>
          </a:p>
        </p:txBody>
      </p:sp>
      <p:sp>
        <p:nvSpPr>
          <p:cNvPr id="44" name="Line 6"/>
          <p:cNvSpPr/>
          <p:nvPr/>
        </p:nvSpPr>
        <p:spPr>
          <a:xfrm flipH="1" flipV="1">
            <a:off x="3156120" y="3880440"/>
            <a:ext cx="16560" cy="261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45" name="CustomShape 7"/>
          <p:cNvSpPr/>
          <p:nvPr/>
        </p:nvSpPr>
        <p:spPr>
          <a:xfrm>
            <a:off x="5873400" y="3448080"/>
            <a:ext cx="1101600" cy="37548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 algn="ctr">
              <a:lnSpc>
                <a:spcPct val="100000"/>
              </a:lnSpc>
            </a:pPr>
            <a:r>
              <a:rPr lang="en-US" sz="1900">
                <a:solidFill>
                  <a:srgbClr val="ff0000"/>
                </a:solidFill>
                <a:latin typeface="Symbol"/>
              </a:rPr>
              <a:t>  </a:t>
            </a:r>
            <a:r>
              <a:rPr lang="en-US" sz="1900">
                <a:solidFill>
                  <a:srgbClr val="ff0000"/>
                </a:solidFill>
                <a:latin typeface="Symbol"/>
              </a:rPr>
              <a:t>s-</a:t>
            </a:r>
            <a:endParaRPr/>
          </a:p>
        </p:txBody>
      </p:sp>
      <p:sp>
        <p:nvSpPr>
          <p:cNvPr id="46" name="CustomShape 8"/>
          <p:cNvSpPr/>
          <p:nvPr/>
        </p:nvSpPr>
        <p:spPr>
          <a:xfrm>
            <a:off x="6068880" y="3771000"/>
            <a:ext cx="726840" cy="188640"/>
          </a:xfrm>
          <a:prstGeom prst="rect">
            <a:avLst/>
          </a:prstGeom>
          <a:noFill/>
          <a:ln w="9360">
            <a:solidFill>
              <a:srgbClr val="ff0000"/>
            </a:solidFill>
            <a:round/>
            <a:tailEnd len="med" type="stealth" w="med"/>
          </a:ln>
        </p:spPr>
      </p:sp>
      <p:sp>
        <p:nvSpPr>
          <p:cNvPr id="47" name="Line 9"/>
          <p:cNvSpPr/>
          <p:nvPr/>
        </p:nvSpPr>
        <p:spPr>
          <a:xfrm>
            <a:off x="3034080" y="2855160"/>
            <a:ext cx="241920" cy="468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8" name="Line 10"/>
          <p:cNvSpPr/>
          <p:nvPr/>
        </p:nvSpPr>
        <p:spPr>
          <a:xfrm flipV="1">
            <a:off x="3300480" y="2277720"/>
            <a:ext cx="759960" cy="59148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49" name="Line 11"/>
          <p:cNvSpPr/>
          <p:nvPr/>
        </p:nvSpPr>
        <p:spPr>
          <a:xfrm flipV="1">
            <a:off x="3301920" y="604080"/>
            <a:ext cx="752760" cy="224424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50" name="Line 12"/>
          <p:cNvSpPr/>
          <p:nvPr/>
        </p:nvSpPr>
        <p:spPr>
          <a:xfrm flipV="1">
            <a:off x="3313080" y="1377000"/>
            <a:ext cx="741600" cy="147132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51" name="Line 13"/>
          <p:cNvSpPr/>
          <p:nvPr/>
        </p:nvSpPr>
        <p:spPr>
          <a:xfrm flipV="1">
            <a:off x="3313440" y="2641680"/>
            <a:ext cx="747000" cy="20988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52" name="Line 14"/>
          <p:cNvSpPr/>
          <p:nvPr/>
        </p:nvSpPr>
        <p:spPr>
          <a:xfrm>
            <a:off x="3300480" y="2859840"/>
            <a:ext cx="759960" cy="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53" name="CustomShape 15"/>
          <p:cNvSpPr/>
          <p:nvPr/>
        </p:nvSpPr>
        <p:spPr>
          <a:xfrm>
            <a:off x="2207520" y="2599200"/>
            <a:ext cx="834120" cy="39096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Calibri"/>
              </a:rPr>
              <a:t>I±1&gt;</a:t>
            </a:r>
            <a:endParaRPr/>
          </a:p>
        </p:txBody>
      </p:sp>
      <p:sp>
        <p:nvSpPr>
          <p:cNvPr id="54" name="Line 16"/>
          <p:cNvSpPr/>
          <p:nvPr/>
        </p:nvSpPr>
        <p:spPr>
          <a:xfrm>
            <a:off x="5762160" y="2265480"/>
            <a:ext cx="244440" cy="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55" name="Line 17"/>
          <p:cNvSpPr/>
          <p:nvPr/>
        </p:nvSpPr>
        <p:spPr>
          <a:xfrm>
            <a:off x="5089320" y="2863800"/>
            <a:ext cx="239400" cy="180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56" name="Line 18"/>
          <p:cNvSpPr/>
          <p:nvPr/>
        </p:nvSpPr>
        <p:spPr>
          <a:xfrm>
            <a:off x="4588560" y="2641680"/>
            <a:ext cx="239760" cy="180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57" name="Line 19"/>
          <p:cNvSpPr/>
          <p:nvPr/>
        </p:nvSpPr>
        <p:spPr>
          <a:xfrm>
            <a:off x="4074840" y="1377000"/>
            <a:ext cx="239760" cy="180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58" name="Line 20"/>
          <p:cNvSpPr/>
          <p:nvPr/>
        </p:nvSpPr>
        <p:spPr>
          <a:xfrm>
            <a:off x="4088880" y="609480"/>
            <a:ext cx="23796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59" name="Line 21"/>
          <p:cNvSpPr/>
          <p:nvPr/>
        </p:nvSpPr>
        <p:spPr>
          <a:xfrm>
            <a:off x="4590720" y="2270880"/>
            <a:ext cx="23760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60" name="Line 22"/>
          <p:cNvSpPr/>
          <p:nvPr/>
        </p:nvSpPr>
        <p:spPr>
          <a:xfrm>
            <a:off x="5357520" y="2865600"/>
            <a:ext cx="23760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61" name="Line 23"/>
          <p:cNvSpPr/>
          <p:nvPr/>
        </p:nvSpPr>
        <p:spPr>
          <a:xfrm>
            <a:off x="5769000" y="2641680"/>
            <a:ext cx="23760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62" name="Line 24"/>
          <p:cNvSpPr/>
          <p:nvPr/>
        </p:nvSpPr>
        <p:spPr>
          <a:xfrm>
            <a:off x="6298200" y="1377000"/>
            <a:ext cx="237960" cy="0"/>
          </a:xfrm>
          <a:prstGeom prst="line">
            <a:avLst/>
          </a:prstGeom>
          <a:ln w="25560">
            <a:solidFill>
              <a:srgbClr val="ff0000"/>
            </a:solidFill>
            <a:round/>
          </a:ln>
        </p:spPr>
      </p:sp>
      <p:sp>
        <p:nvSpPr>
          <p:cNvPr id="63" name="Line 25"/>
          <p:cNvSpPr/>
          <p:nvPr/>
        </p:nvSpPr>
        <p:spPr>
          <a:xfrm>
            <a:off x="4828320" y="2277720"/>
            <a:ext cx="940680" cy="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64" name="Line 26"/>
          <p:cNvSpPr/>
          <p:nvPr/>
        </p:nvSpPr>
        <p:spPr>
          <a:xfrm>
            <a:off x="4373640" y="609480"/>
            <a:ext cx="1930680" cy="288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65" name="Line 27"/>
          <p:cNvSpPr/>
          <p:nvPr/>
        </p:nvSpPr>
        <p:spPr>
          <a:xfrm flipV="1">
            <a:off x="4326840" y="1377000"/>
            <a:ext cx="1977480" cy="432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66" name="CustomShape 28"/>
          <p:cNvSpPr/>
          <p:nvPr/>
        </p:nvSpPr>
        <p:spPr>
          <a:xfrm>
            <a:off x="3107520" y="360000"/>
            <a:ext cx="712080" cy="39096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 sz="2000">
                <a:solidFill>
                  <a:srgbClr val="ff0000"/>
                </a:solidFill>
                <a:latin typeface="Calibri"/>
              </a:rPr>
              <a:t>I-1&gt;</a:t>
            </a:r>
            <a:endParaRPr/>
          </a:p>
        </p:txBody>
      </p:sp>
      <p:sp>
        <p:nvSpPr>
          <p:cNvPr id="67" name="CustomShape 29"/>
          <p:cNvSpPr/>
          <p:nvPr/>
        </p:nvSpPr>
        <p:spPr>
          <a:xfrm>
            <a:off x="6525720" y="354960"/>
            <a:ext cx="834120" cy="39096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 sz="2000">
                <a:solidFill>
                  <a:srgbClr val="0033cc"/>
                </a:solidFill>
                <a:latin typeface="Calibri"/>
              </a:rPr>
              <a:t>I+1&gt;</a:t>
            </a:r>
            <a:endParaRPr/>
          </a:p>
        </p:txBody>
      </p:sp>
      <p:sp>
        <p:nvSpPr>
          <p:cNvPr id="68" name="Line 30"/>
          <p:cNvSpPr/>
          <p:nvPr/>
        </p:nvSpPr>
        <p:spPr>
          <a:xfrm>
            <a:off x="5173200" y="6309720"/>
            <a:ext cx="259200" cy="360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69" name="CustomShape 31"/>
          <p:cNvSpPr/>
          <p:nvPr/>
        </p:nvSpPr>
        <p:spPr>
          <a:xfrm>
            <a:off x="2987280" y="3636000"/>
            <a:ext cx="314280" cy="20736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</p:sp>
      <p:sp>
        <p:nvSpPr>
          <p:cNvPr id="70" name="CustomShape 32"/>
          <p:cNvSpPr/>
          <p:nvPr/>
        </p:nvSpPr>
        <p:spPr>
          <a:xfrm>
            <a:off x="2979000" y="3744000"/>
            <a:ext cx="314280" cy="20556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</p:sp>
      <p:sp>
        <p:nvSpPr>
          <p:cNvPr id="71" name="CustomShape 33"/>
          <p:cNvSpPr/>
          <p:nvPr/>
        </p:nvSpPr>
        <p:spPr>
          <a:xfrm>
            <a:off x="5979960" y="71640"/>
            <a:ext cx="67824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=-2</a:t>
            </a:r>
            <a:endParaRPr/>
          </a:p>
        </p:txBody>
      </p:sp>
      <p:sp>
        <p:nvSpPr>
          <p:cNvPr id="72" name="CustomShape 34"/>
          <p:cNvSpPr/>
          <p:nvPr/>
        </p:nvSpPr>
        <p:spPr>
          <a:xfrm>
            <a:off x="5472000" y="1738440"/>
            <a:ext cx="67824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=-1</a:t>
            </a:r>
            <a:endParaRPr/>
          </a:p>
        </p:txBody>
      </p:sp>
      <p:sp>
        <p:nvSpPr>
          <p:cNvPr id="73" name="CustomShape 35"/>
          <p:cNvSpPr/>
          <p:nvPr/>
        </p:nvSpPr>
        <p:spPr>
          <a:xfrm flipH="1">
            <a:off x="5050080" y="2364120"/>
            <a:ext cx="960840" cy="39780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=0</a:t>
            </a:r>
            <a:endParaRPr/>
          </a:p>
        </p:txBody>
      </p:sp>
      <p:sp>
        <p:nvSpPr>
          <p:cNvPr id="74" name="Line 36"/>
          <p:cNvSpPr/>
          <p:nvPr/>
        </p:nvSpPr>
        <p:spPr>
          <a:xfrm flipV="1">
            <a:off x="3156120" y="104040"/>
            <a:ext cx="0" cy="3579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arrow" w="med"/>
          </a:ln>
        </p:spPr>
      </p:sp>
      <p:sp>
        <p:nvSpPr>
          <p:cNvPr id="75" name="CustomShape 37"/>
          <p:cNvSpPr/>
          <p:nvPr/>
        </p:nvSpPr>
        <p:spPr>
          <a:xfrm>
            <a:off x="5831280" y="2877480"/>
            <a:ext cx="1146240" cy="37548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 algn="ctr">
              <a:lnSpc>
                <a:spcPct val="100000"/>
              </a:lnSpc>
            </a:pPr>
            <a:r>
              <a:rPr lang="en-US" sz="1900">
                <a:solidFill>
                  <a:srgbClr val="ff0000"/>
                </a:solidFill>
                <a:latin typeface="Symbol"/>
              </a:rPr>
              <a:t>  </a:t>
            </a:r>
            <a:r>
              <a:rPr lang="en-US" sz="1900">
                <a:solidFill>
                  <a:srgbClr val="0033cc"/>
                </a:solidFill>
                <a:latin typeface="Symbol"/>
              </a:rPr>
              <a:t>s+</a:t>
            </a:r>
            <a:endParaRPr/>
          </a:p>
        </p:txBody>
      </p:sp>
      <p:sp>
        <p:nvSpPr>
          <p:cNvPr id="76" name="CustomShape 38"/>
          <p:cNvSpPr/>
          <p:nvPr/>
        </p:nvSpPr>
        <p:spPr>
          <a:xfrm>
            <a:off x="3497760" y="4061520"/>
            <a:ext cx="73152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=+2</a:t>
            </a:r>
            <a:endParaRPr/>
          </a:p>
        </p:txBody>
      </p:sp>
      <p:sp>
        <p:nvSpPr>
          <p:cNvPr id="77" name="CustomShape 39"/>
          <p:cNvSpPr/>
          <p:nvPr/>
        </p:nvSpPr>
        <p:spPr>
          <a:xfrm>
            <a:off x="3617280" y="5408280"/>
            <a:ext cx="73152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=+1</a:t>
            </a:r>
            <a:endParaRPr/>
          </a:p>
        </p:txBody>
      </p:sp>
      <p:sp>
        <p:nvSpPr>
          <p:cNvPr id="78" name="CustomShape 40"/>
          <p:cNvSpPr/>
          <p:nvPr/>
        </p:nvSpPr>
        <p:spPr>
          <a:xfrm>
            <a:off x="5010480" y="6346800"/>
            <a:ext cx="60192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=0</a:t>
            </a:r>
            <a:endParaRPr/>
          </a:p>
        </p:txBody>
      </p:sp>
      <p:sp>
        <p:nvSpPr>
          <p:cNvPr id="79" name="CustomShape 41"/>
          <p:cNvSpPr/>
          <p:nvPr/>
        </p:nvSpPr>
        <p:spPr>
          <a:xfrm flipH="1">
            <a:off x="5805000" y="2332440"/>
            <a:ext cx="31680" cy="3570480"/>
          </a:xfrm>
          <a:prstGeom prst="straightConnector1">
            <a:avLst/>
          </a:prstGeom>
          <a:noFill/>
          <a:ln w="9360">
            <a:solidFill>
              <a:srgbClr val="558ed5"/>
            </a:solidFill>
            <a:round/>
            <a:tailEnd len="med" type="arrow" w="med"/>
          </a:ln>
        </p:spPr>
      </p:sp>
      <p:sp>
        <p:nvSpPr>
          <p:cNvPr id="80" name="Line 42"/>
          <p:cNvSpPr/>
          <p:nvPr/>
        </p:nvSpPr>
        <p:spPr>
          <a:xfrm>
            <a:off x="6298200" y="609480"/>
            <a:ext cx="235440" cy="0"/>
          </a:xfrm>
          <a:prstGeom prst="line">
            <a:avLst/>
          </a:prstGeom>
          <a:ln w="25560">
            <a:solidFill>
              <a:srgbClr val="0033cc"/>
            </a:solidFill>
            <a:round/>
          </a:ln>
        </p:spPr>
      </p:sp>
      <p:sp>
        <p:nvSpPr>
          <p:cNvPr id="81" name="CustomShape 43"/>
          <p:cNvSpPr/>
          <p:nvPr/>
        </p:nvSpPr>
        <p:spPr>
          <a:xfrm flipH="1">
            <a:off x="5947560" y="2679120"/>
            <a:ext cx="31680" cy="3224520"/>
          </a:xfrm>
          <a:prstGeom prst="straightConnector1">
            <a:avLst/>
          </a:prstGeom>
          <a:noFill/>
          <a:ln w="9360">
            <a:solidFill>
              <a:srgbClr val="ff0000"/>
            </a:solidFill>
            <a:round/>
            <a:tailEnd len="med" type="arrow" w="med"/>
          </a:ln>
        </p:spPr>
      </p:sp>
      <p:sp>
        <p:nvSpPr>
          <p:cNvPr id="82" name="CustomShape 44"/>
          <p:cNvSpPr/>
          <p:nvPr/>
        </p:nvSpPr>
        <p:spPr>
          <a:xfrm>
            <a:off x="4223880" y="1752120"/>
            <a:ext cx="73152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=+1</a:t>
            </a:r>
            <a:endParaRPr/>
          </a:p>
        </p:txBody>
      </p:sp>
      <p:sp>
        <p:nvSpPr>
          <p:cNvPr id="83" name="CustomShape 45"/>
          <p:cNvSpPr/>
          <p:nvPr/>
        </p:nvSpPr>
        <p:spPr>
          <a:xfrm>
            <a:off x="3831480" y="71640"/>
            <a:ext cx="73152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=+2</a:t>
            </a:r>
            <a:endParaRPr/>
          </a:p>
        </p:txBody>
      </p:sp>
      <p:sp>
        <p:nvSpPr>
          <p:cNvPr id="84" name="CustomShape 46"/>
          <p:cNvSpPr/>
          <p:nvPr/>
        </p:nvSpPr>
        <p:spPr>
          <a:xfrm>
            <a:off x="2463120" y="5671440"/>
            <a:ext cx="412560" cy="4014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0</a:t>
            </a:r>
            <a:endParaRPr/>
          </a:p>
        </p:txBody>
      </p:sp>
      <p:sp>
        <p:nvSpPr>
          <p:cNvPr id="85" name="CustomShape 47"/>
          <p:cNvSpPr/>
          <p:nvPr/>
        </p:nvSpPr>
        <p:spPr>
          <a:xfrm>
            <a:off x="2420640" y="4385160"/>
            <a:ext cx="527040" cy="40140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4D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0</a:t>
            </a:r>
            <a:endParaRPr/>
          </a:p>
        </p:txBody>
      </p:sp>
      <p:sp>
        <p:nvSpPr>
          <p:cNvPr id="86" name="CustomShape 48"/>
          <p:cNvSpPr/>
          <p:nvPr/>
        </p:nvSpPr>
        <p:spPr>
          <a:xfrm>
            <a:off x="2614680" y="6077160"/>
            <a:ext cx="295560" cy="3646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0</a:t>
            </a:r>
            <a:endParaRPr/>
          </a:p>
        </p:txBody>
      </p:sp>
      <p:sp>
        <p:nvSpPr>
          <p:cNvPr id="87" name="CustomShape 49"/>
          <p:cNvSpPr/>
          <p:nvPr/>
        </p:nvSpPr>
        <p:spPr>
          <a:xfrm>
            <a:off x="947880" y="1019160"/>
            <a:ext cx="1472760" cy="36036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 algn="ctr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X-Cr</a:t>
            </a:r>
            <a:endParaRPr/>
          </a:p>
        </p:txBody>
      </p:sp>
      <p:pic>
        <p:nvPicPr>
          <p:cNvPr id="88" name="Picture 1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124640" y="1363680"/>
            <a:ext cx="1053720" cy="479160"/>
          </a:xfrm>
          <a:prstGeom prst="rect">
            <a:avLst/>
          </a:prstGeom>
          <a:ln>
            <a:noFill/>
          </a:ln>
        </p:spPr>
      </p:pic>
      <p:pic>
        <p:nvPicPr>
          <p:cNvPr id="89" name="Picture 15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124640" y="5036400"/>
            <a:ext cx="1055880" cy="481320"/>
          </a:xfrm>
          <a:prstGeom prst="rect">
            <a:avLst/>
          </a:prstGeom>
          <a:ln>
            <a:noFill/>
          </a:ln>
        </p:spPr>
      </p:pic>
      <p:sp>
        <p:nvSpPr>
          <p:cNvPr id="90" name="CustomShape 50"/>
          <p:cNvSpPr/>
          <p:nvPr/>
        </p:nvSpPr>
        <p:spPr>
          <a:xfrm>
            <a:off x="908640" y="4625280"/>
            <a:ext cx="1472760" cy="360360"/>
          </a:xfrm>
          <a:prstGeom prst="rect">
            <a:avLst/>
          </a:prstGeom>
          <a:noFill/>
          <a:ln>
            <a:noFill/>
          </a:ln>
        </p:spPr>
        <p:txBody>
          <a:bodyPr lIns="85680" rIns="85680" tIns="42840" bIns="42840"/>
          <a:p>
            <a:pPr algn="ctr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Cr</a:t>
            </a:r>
            <a:endParaRPr/>
          </a:p>
        </p:txBody>
      </p:sp>
      <p:sp>
        <p:nvSpPr>
          <p:cNvPr id="91" name="CustomShape 51"/>
          <p:cNvSpPr/>
          <p:nvPr/>
        </p:nvSpPr>
        <p:spPr>
          <a:xfrm>
            <a:off x="2205000" y="371520"/>
            <a:ext cx="284760" cy="2696040"/>
          </a:xfrm>
          <a:prstGeom prst="leftBrace">
            <a:avLst>
              <a:gd name="adj1" fmla="val 8333"/>
              <a:gd name="adj2" fmla="val 50000"/>
            </a:avLst>
          </a:prstGeom>
          <a:noFill/>
          <a:ln w="9360">
            <a:solidFill>
              <a:srgbClr val="000000"/>
            </a:solidFill>
            <a:round/>
          </a:ln>
        </p:spPr>
      </p:sp>
      <p:sp>
        <p:nvSpPr>
          <p:cNvPr id="92" name="CustomShape 52"/>
          <p:cNvSpPr/>
          <p:nvPr/>
        </p:nvSpPr>
        <p:spPr>
          <a:xfrm>
            <a:off x="2205000" y="4372920"/>
            <a:ext cx="284760" cy="2129400"/>
          </a:xfrm>
          <a:prstGeom prst="leftBrace">
            <a:avLst>
              <a:gd name="adj1" fmla="val 8333"/>
              <a:gd name="adj2" fmla="val 50000"/>
            </a:avLst>
          </a:prstGeom>
          <a:noFill/>
          <a:ln w="9360">
            <a:solidFill>
              <a:srgbClr val="000000"/>
            </a:solidFill>
            <a:round/>
          </a:ln>
        </p:spPr>
      </p:sp>
      <p:sp>
        <p:nvSpPr>
          <p:cNvPr id="93" name="CustomShape 53"/>
          <p:cNvSpPr/>
          <p:nvPr/>
        </p:nvSpPr>
        <p:spPr>
          <a:xfrm>
            <a:off x="5900760" y="3293280"/>
            <a:ext cx="331200" cy="195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94" name="CustomShape 54"/>
          <p:cNvSpPr/>
          <p:nvPr/>
        </p:nvSpPr>
        <p:spPr>
          <a:xfrm>
            <a:off x="5868720" y="3293280"/>
            <a:ext cx="726840" cy="188640"/>
          </a:xfrm>
          <a:prstGeom prst="rect">
            <a:avLst/>
          </a:prstGeom>
          <a:noFill/>
          <a:ln w="9360">
            <a:solidFill>
              <a:srgbClr val="0066cc"/>
            </a:solidFill>
            <a:round/>
            <a:tailEnd len="med" type="stealth" w="med"/>
          </a:ln>
        </p:spPr>
      </p:sp>
      <p:sp>
        <p:nvSpPr>
          <p:cNvPr id="95" name="CustomShape 55"/>
          <p:cNvSpPr/>
          <p:nvPr/>
        </p:nvSpPr>
        <p:spPr>
          <a:xfrm flipH="1">
            <a:off x="4599000" y="2306880"/>
            <a:ext cx="19800" cy="3569040"/>
          </a:xfrm>
          <a:prstGeom prst="straightConnector1">
            <a:avLst/>
          </a:prstGeom>
          <a:noFill/>
          <a:ln w="9360">
            <a:solidFill>
              <a:srgbClr val="ff0000"/>
            </a:solidFill>
            <a:round/>
            <a:tailEnd len="med" type="arrow" w="med"/>
          </a:ln>
        </p:spPr>
      </p:sp>
      <p:sp>
        <p:nvSpPr>
          <p:cNvPr id="96" name="CustomShape 56"/>
          <p:cNvSpPr/>
          <p:nvPr/>
        </p:nvSpPr>
        <p:spPr>
          <a:xfrm flipH="1">
            <a:off x="5432040" y="2897280"/>
            <a:ext cx="9720" cy="3379320"/>
          </a:xfrm>
          <a:prstGeom prst="straightConnector1">
            <a:avLst/>
          </a:prstGeom>
          <a:noFill/>
          <a:ln w="9360">
            <a:solidFill>
              <a:srgbClr val="ff0000"/>
            </a:solidFill>
            <a:round/>
            <a:tailEnd len="med" type="arrow" w="med"/>
          </a:ln>
        </p:spPr>
      </p:sp>
      <p:sp>
        <p:nvSpPr>
          <p:cNvPr id="97" name="CustomShape 57"/>
          <p:cNvSpPr/>
          <p:nvPr/>
        </p:nvSpPr>
        <p:spPr>
          <a:xfrm flipH="1">
            <a:off x="5199840" y="2875680"/>
            <a:ext cx="28080" cy="3400200"/>
          </a:xfrm>
          <a:prstGeom prst="straightConnector1">
            <a:avLst/>
          </a:prstGeom>
          <a:noFill/>
          <a:ln w="9360">
            <a:solidFill>
              <a:srgbClr val="558ed5"/>
            </a:solidFill>
            <a:round/>
            <a:tailEnd len="med" type="arrow" w="med"/>
          </a:ln>
        </p:spPr>
      </p:sp>
      <p:sp>
        <p:nvSpPr>
          <p:cNvPr id="98" name="CustomShape 58"/>
          <p:cNvSpPr/>
          <p:nvPr/>
        </p:nvSpPr>
        <p:spPr>
          <a:xfrm flipH="1">
            <a:off x="4771440" y="2677680"/>
            <a:ext cx="10080" cy="3191040"/>
          </a:xfrm>
          <a:prstGeom prst="straightConnector1">
            <a:avLst/>
          </a:prstGeom>
          <a:noFill/>
          <a:ln w="9360">
            <a:solidFill>
              <a:srgbClr val="558ed5"/>
            </a:solidFill>
            <a:round/>
            <a:tailEnd len="med" type="arrow" w="med"/>
          </a:ln>
        </p:spPr>
      </p:sp>
      <p:sp>
        <p:nvSpPr>
          <p:cNvPr id="99" name="Line 59"/>
          <p:cNvSpPr/>
          <p:nvPr/>
        </p:nvSpPr>
        <p:spPr>
          <a:xfrm>
            <a:off x="3016440" y="4570920"/>
            <a:ext cx="1398240" cy="324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100" name="Line 60"/>
          <p:cNvSpPr/>
          <p:nvPr/>
        </p:nvSpPr>
        <p:spPr>
          <a:xfrm>
            <a:off x="3045960" y="5928120"/>
            <a:ext cx="1787760" cy="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101" name="Line 61"/>
          <p:cNvSpPr/>
          <p:nvPr/>
        </p:nvSpPr>
        <p:spPr>
          <a:xfrm flipV="1">
            <a:off x="3034080" y="6307920"/>
            <a:ext cx="2416680" cy="10800"/>
          </a:xfrm>
          <a:prstGeom prst="line">
            <a:avLst/>
          </a:prstGeom>
          <a:ln cap="rnd" w="9360">
            <a:solidFill>
              <a:srgbClr val="000000"/>
            </a:solidFill>
            <a:custDash>
              <a:ds d="35000" sp="35000"/>
            </a:custDash>
            <a:round/>
          </a:ln>
        </p:spPr>
      </p:sp>
      <p:sp>
        <p:nvSpPr>
          <p:cNvPr id="102" name="CustomShape 62"/>
          <p:cNvSpPr/>
          <p:nvPr/>
        </p:nvSpPr>
        <p:spPr>
          <a:xfrm>
            <a:off x="6220800" y="4068000"/>
            <a:ext cx="67824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=-2</a:t>
            </a:r>
            <a:endParaRPr/>
          </a:p>
        </p:txBody>
      </p:sp>
      <p:sp>
        <p:nvSpPr>
          <p:cNvPr id="103" name="CustomShape 63"/>
          <p:cNvSpPr/>
          <p:nvPr/>
        </p:nvSpPr>
        <p:spPr>
          <a:xfrm>
            <a:off x="6114960" y="5472000"/>
            <a:ext cx="678240" cy="397080"/>
          </a:xfrm>
          <a:prstGeom prst="rect">
            <a:avLst/>
          </a:prstGeom>
          <a:noFill/>
          <a:ln>
            <a:noFill/>
          </a:ln>
        </p:spPr>
        <p:txBody>
          <a:bodyPr wrap="none" lIns="85680" rIns="85680" tIns="42840" bIns="42840"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baseline="-2500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>
                <a:solidFill>
                  <a:srgbClr val="000000"/>
                </a:solidFill>
                <a:latin typeface="Times New Roman"/>
              </a:rPr>
              <a:t>=-1</a:t>
            </a:r>
            <a:endParaRPr/>
          </a:p>
        </p:txBody>
      </p:sp>
      <p:sp>
        <p:nvSpPr>
          <p:cNvPr id="104" name="Line 64"/>
          <p:cNvSpPr/>
          <p:nvPr/>
        </p:nvSpPr>
        <p:spPr>
          <a:xfrm>
            <a:off x="5970960" y="3255840"/>
            <a:ext cx="0" cy="274320"/>
          </a:xfrm>
          <a:prstGeom prst="line">
            <a:avLst/>
          </a:prstGeom>
          <a:ln w="12600">
            <a:solidFill>
              <a:srgbClr val="ff3333"/>
            </a:solidFill>
            <a:round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