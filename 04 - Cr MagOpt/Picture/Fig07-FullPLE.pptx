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4762163" cy="144018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3" d="100"/>
          <a:sy n="33" d="100"/>
        </p:scale>
        <p:origin x="-1848" y="648"/>
      </p:cViewPr>
      <p:guideLst>
        <p:guide orient="horz" pos="4536"/>
        <p:guide pos="46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07162" y="4473895"/>
            <a:ext cx="12547839" cy="308705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214325" y="8161020"/>
            <a:ext cx="10333514" cy="368046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71602-0032-4F80-A294-EF2045CE7EE9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8700-8E7E-4F05-89CD-0B449A88B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3893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71602-0032-4F80-A294-EF2045CE7EE9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8700-8E7E-4F05-89CD-0B449A88B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9207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66109" y="9254491"/>
            <a:ext cx="12547839" cy="286035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166109" y="6104100"/>
            <a:ext cx="12547839" cy="3150393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71602-0032-4F80-A294-EF2045CE7EE9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8700-8E7E-4F05-89CD-0B449A88B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0450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738109" y="7057550"/>
            <a:ext cx="6519955" cy="1995916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7504100" y="7057550"/>
            <a:ext cx="6519955" cy="1995916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71602-0032-4F80-A294-EF2045CE7EE9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8700-8E7E-4F05-89CD-0B449A88B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1552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38108" y="576740"/>
            <a:ext cx="13285947" cy="24003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38108" y="3223737"/>
            <a:ext cx="6522519" cy="13435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738108" y="4567239"/>
            <a:ext cx="6522519" cy="829770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7498977" y="3223737"/>
            <a:ext cx="6525081" cy="13435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7498977" y="4567239"/>
            <a:ext cx="6525081" cy="829770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71602-0032-4F80-A294-EF2045CE7EE9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8700-8E7E-4F05-89CD-0B449A88B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0417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71602-0032-4F80-A294-EF2045CE7EE9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8700-8E7E-4F05-89CD-0B449A88B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6887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71602-0032-4F80-A294-EF2045CE7EE9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8700-8E7E-4F05-89CD-0B449A88B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1133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38111" y="573407"/>
            <a:ext cx="4856650" cy="244030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771596" y="573408"/>
            <a:ext cx="8252459" cy="122915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38111" y="3013711"/>
            <a:ext cx="4856650" cy="985123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71602-0032-4F80-A294-EF2045CE7EE9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8700-8E7E-4F05-89CD-0B449A88B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7503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893488" y="10081260"/>
            <a:ext cx="8857298" cy="11901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893488" y="1286828"/>
            <a:ext cx="8857298" cy="864108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893488" y="11271410"/>
            <a:ext cx="8857298" cy="169021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71602-0032-4F80-A294-EF2045CE7EE9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8700-8E7E-4F05-89CD-0B449A88B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4203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71602-0032-4F80-A294-EF2045CE7EE9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8700-8E7E-4F05-89CD-0B449A88B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3622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10702569" y="1210153"/>
            <a:ext cx="3321487" cy="2580655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738109" y="1210153"/>
            <a:ext cx="9718424" cy="2580655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71602-0032-4F80-A294-EF2045CE7EE9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8700-8E7E-4F05-89CD-0B449A88B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3689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738108" y="576740"/>
            <a:ext cx="13285947" cy="2400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38108" y="3360421"/>
            <a:ext cx="13285947" cy="95045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738108" y="13348338"/>
            <a:ext cx="3444505" cy="7667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71602-0032-4F80-A294-EF2045CE7EE9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5043739" y="13348338"/>
            <a:ext cx="4674685" cy="7667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579550" y="13348338"/>
            <a:ext cx="3444505" cy="7667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8700-8E7E-4F05-89CD-0B449A88B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5689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000" y="-3175"/>
            <a:ext cx="7495108" cy="144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916" y="9050808"/>
            <a:ext cx="2870200" cy="542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9" name="Rectangle 88"/>
          <p:cNvSpPr/>
          <p:nvPr/>
        </p:nvSpPr>
        <p:spPr>
          <a:xfrm>
            <a:off x="3711042" y="13537604"/>
            <a:ext cx="537530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0" name="Connecteur droit 89"/>
          <p:cNvCxnSpPr/>
          <p:nvPr/>
        </p:nvCxnSpPr>
        <p:spPr>
          <a:xfrm flipV="1">
            <a:off x="4248572" y="9289132"/>
            <a:ext cx="3960440" cy="424847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droit 90"/>
          <p:cNvCxnSpPr/>
          <p:nvPr/>
        </p:nvCxnSpPr>
        <p:spPr>
          <a:xfrm>
            <a:off x="4248572" y="13897644"/>
            <a:ext cx="3960440" cy="7200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5236" y="9465543"/>
            <a:ext cx="4356100" cy="3856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3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3598" y="3600000"/>
            <a:ext cx="3320150" cy="518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4" name="Picture 9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50"/>
          <a:stretch/>
        </p:blipFill>
        <p:spPr bwMode="auto">
          <a:xfrm>
            <a:off x="9318755" y="3600000"/>
            <a:ext cx="3066721" cy="518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5" name="Picture 8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6"/>
          <a:stretch/>
        </p:blipFill>
        <p:spPr bwMode="auto">
          <a:xfrm>
            <a:off x="7128892" y="3600000"/>
            <a:ext cx="3042841" cy="517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6" name="Picture 1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8877" y="0"/>
            <a:ext cx="7662863" cy="330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7" name="Rectangle 96"/>
          <p:cNvSpPr/>
          <p:nvPr/>
        </p:nvSpPr>
        <p:spPr>
          <a:xfrm>
            <a:off x="3711042" y="7920980"/>
            <a:ext cx="1617650" cy="41764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8" name="Connecteur droit 97"/>
          <p:cNvCxnSpPr/>
          <p:nvPr/>
        </p:nvCxnSpPr>
        <p:spPr>
          <a:xfrm flipV="1">
            <a:off x="5328692" y="8281020"/>
            <a:ext cx="2674155" cy="381642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98"/>
          <p:cNvCxnSpPr/>
          <p:nvPr/>
        </p:nvCxnSpPr>
        <p:spPr>
          <a:xfrm flipV="1">
            <a:off x="5328692" y="3816524"/>
            <a:ext cx="2674155" cy="410445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8762003" y="7488932"/>
            <a:ext cx="959177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1" name="Connecteur droit 100"/>
          <p:cNvCxnSpPr/>
          <p:nvPr/>
        </p:nvCxnSpPr>
        <p:spPr>
          <a:xfrm flipH="1" flipV="1">
            <a:off x="8209012" y="2592388"/>
            <a:ext cx="480984" cy="48965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eur droit 101"/>
          <p:cNvCxnSpPr/>
          <p:nvPr/>
        </p:nvCxnSpPr>
        <p:spPr>
          <a:xfrm flipV="1">
            <a:off x="9721180" y="6984876"/>
            <a:ext cx="450553" cy="50405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eur droit 102"/>
          <p:cNvCxnSpPr/>
          <p:nvPr/>
        </p:nvCxnSpPr>
        <p:spPr>
          <a:xfrm flipV="1">
            <a:off x="10171733" y="4968652"/>
            <a:ext cx="1925711" cy="2016224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eur droit 103"/>
          <p:cNvCxnSpPr/>
          <p:nvPr/>
        </p:nvCxnSpPr>
        <p:spPr>
          <a:xfrm flipV="1">
            <a:off x="12097444" y="4752628"/>
            <a:ext cx="186401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eur droit 104"/>
          <p:cNvCxnSpPr/>
          <p:nvPr/>
        </p:nvCxnSpPr>
        <p:spPr>
          <a:xfrm flipV="1">
            <a:off x="12283845" y="3816524"/>
            <a:ext cx="893719" cy="936104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105"/>
          <p:cNvCxnSpPr/>
          <p:nvPr/>
        </p:nvCxnSpPr>
        <p:spPr>
          <a:xfrm flipV="1">
            <a:off x="13105556" y="2664396"/>
            <a:ext cx="1152128" cy="11664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ZoneTexte 106"/>
          <p:cNvSpPr txBox="1"/>
          <p:nvPr/>
        </p:nvSpPr>
        <p:spPr>
          <a:xfrm>
            <a:off x="864196" y="216124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(a)</a:t>
            </a:r>
            <a:endParaRPr lang="fr-FR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8" name="ZoneTexte 107"/>
          <p:cNvSpPr txBox="1"/>
          <p:nvPr/>
        </p:nvSpPr>
        <p:spPr>
          <a:xfrm>
            <a:off x="8209012" y="216124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(e)</a:t>
            </a:r>
            <a:endParaRPr lang="fr-FR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9" name="ZoneTexte 108"/>
          <p:cNvSpPr txBox="1"/>
          <p:nvPr/>
        </p:nvSpPr>
        <p:spPr>
          <a:xfrm>
            <a:off x="7459108" y="3354859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(d)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7200900" y="3354858"/>
            <a:ext cx="7380436" cy="55742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3" name="ZoneTexte 112"/>
          <p:cNvSpPr txBox="1"/>
          <p:nvPr/>
        </p:nvSpPr>
        <p:spPr>
          <a:xfrm>
            <a:off x="10171733" y="9310241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(c)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9991402" y="9281665"/>
            <a:ext cx="4266282" cy="42559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6" name="ZoneTexte 115"/>
          <p:cNvSpPr txBox="1"/>
          <p:nvPr/>
        </p:nvSpPr>
        <p:spPr>
          <a:xfrm>
            <a:off x="8304834" y="9310241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(b)</a:t>
            </a:r>
            <a:endParaRPr lang="fr-FR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848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15</Words>
  <Application>Microsoft Office PowerPoint</Application>
  <PresentationFormat>Personnalisé</PresentationFormat>
  <Paragraphs>5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user</cp:lastModifiedBy>
  <cp:revision>8</cp:revision>
  <dcterms:created xsi:type="dcterms:W3CDTF">2017-03-22T16:17:03Z</dcterms:created>
  <dcterms:modified xsi:type="dcterms:W3CDTF">2017-03-22T18:20:41Z</dcterms:modified>
</cp:coreProperties>
</file>