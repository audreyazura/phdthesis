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7710150" cy="5761038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0" y="-102"/>
      </p:cViewPr>
      <p:guideLst>
        <p:guide orient="horz" pos="1815"/>
        <p:guide pos="55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28262" y="1789657"/>
            <a:ext cx="15053627" cy="123488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656525" y="3264589"/>
            <a:ext cx="12397106" cy="147226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35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92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98979" y="3702001"/>
            <a:ext cx="15053627" cy="114420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98979" y="2441774"/>
            <a:ext cx="15053627" cy="126022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77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85508" y="1344243"/>
            <a:ext cx="7821982" cy="38020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9002660" y="1344243"/>
            <a:ext cx="7821982" cy="38020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06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85509" y="1289566"/>
            <a:ext cx="7825059" cy="5374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85509" y="1826996"/>
            <a:ext cx="7825059" cy="33192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8996514" y="1289566"/>
            <a:ext cx="7828133" cy="5374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8996514" y="1826996"/>
            <a:ext cx="7828133" cy="33192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35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20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26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85508" y="229375"/>
            <a:ext cx="5826518" cy="9761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924177" y="229375"/>
            <a:ext cx="9900465" cy="491688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85508" y="1205551"/>
            <a:ext cx="5826518" cy="394071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086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71315" y="4032727"/>
            <a:ext cx="10626091" cy="47608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471315" y="514759"/>
            <a:ext cx="10626091" cy="34566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71315" y="4508812"/>
            <a:ext cx="10626091" cy="6761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573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11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2839857" y="230709"/>
            <a:ext cx="3984785" cy="491555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85509" y="230709"/>
            <a:ext cx="11659181" cy="491555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11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85508" y="230709"/>
            <a:ext cx="15939134" cy="960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85508" y="1344243"/>
            <a:ext cx="15939134" cy="3802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85508" y="5339629"/>
            <a:ext cx="4132368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9894F-6662-4CC5-BBF7-E348DEE069B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50971" y="5339629"/>
            <a:ext cx="5608215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2692274" y="5339629"/>
            <a:ext cx="4132368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C9115-70E8-4FD4-94D9-0680383B84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82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" y="-27385"/>
            <a:ext cx="5032642" cy="57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0" y="114797"/>
            <a:ext cx="13066150" cy="5574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69387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2</cp:revision>
  <dcterms:created xsi:type="dcterms:W3CDTF">2017-03-22T14:20:04Z</dcterms:created>
  <dcterms:modified xsi:type="dcterms:W3CDTF">2017-03-22T14:42:08Z</dcterms:modified>
</cp:coreProperties>
</file>