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461375" cy="5400675"/>
  <p:notesSz cx="6858000" cy="9144000"/>
  <p:defaultTextStyle>
    <a:defPPr>
      <a:defRPr lang="fr-FR"/>
    </a:defPPr>
    <a:lvl1pPr marL="0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90860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81721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72581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63441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54301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45162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36022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26882" algn="l" defTabSz="78172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630" y="-90"/>
      </p:cViewPr>
      <p:guideLst>
        <p:guide orient="horz" pos="1701"/>
        <p:guide pos="26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4603" y="1677711"/>
            <a:ext cx="7192169" cy="115764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69206" y="3060383"/>
            <a:ext cx="5922963" cy="13801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0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6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10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04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8391" y="3470434"/>
            <a:ext cx="7192169" cy="1072634"/>
          </a:xfrm>
        </p:spPr>
        <p:txBody>
          <a:bodyPr anchor="t"/>
          <a:lstStyle>
            <a:lvl1pPr algn="l">
              <a:defRPr sz="34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68391" y="2289038"/>
            <a:ext cx="7192169" cy="1181397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9086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817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17258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344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430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51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3602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2688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88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23069" y="1260158"/>
            <a:ext cx="3737108" cy="35641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301199" y="1260158"/>
            <a:ext cx="3737108" cy="35641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868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3069" y="1208902"/>
            <a:ext cx="3738577" cy="50381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0860" indent="0">
              <a:buNone/>
              <a:defRPr sz="1700" b="1"/>
            </a:lvl2pPr>
            <a:lvl3pPr marL="781721" indent="0">
              <a:buNone/>
              <a:defRPr sz="1500" b="1"/>
            </a:lvl3pPr>
            <a:lvl4pPr marL="1172581" indent="0">
              <a:buNone/>
              <a:defRPr sz="1400" b="1"/>
            </a:lvl4pPr>
            <a:lvl5pPr marL="1563441" indent="0">
              <a:buNone/>
              <a:defRPr sz="1400" b="1"/>
            </a:lvl5pPr>
            <a:lvl6pPr marL="1954301" indent="0">
              <a:buNone/>
              <a:defRPr sz="1400" b="1"/>
            </a:lvl6pPr>
            <a:lvl7pPr marL="2345162" indent="0">
              <a:buNone/>
              <a:defRPr sz="1400" b="1"/>
            </a:lvl7pPr>
            <a:lvl8pPr marL="2736022" indent="0">
              <a:buNone/>
              <a:defRPr sz="1400" b="1"/>
            </a:lvl8pPr>
            <a:lvl9pPr marL="3126882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3069" y="1712714"/>
            <a:ext cx="3738577" cy="3111639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298262" y="1208902"/>
            <a:ext cx="3740045" cy="50381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0860" indent="0">
              <a:buNone/>
              <a:defRPr sz="1700" b="1"/>
            </a:lvl2pPr>
            <a:lvl3pPr marL="781721" indent="0">
              <a:buNone/>
              <a:defRPr sz="1500" b="1"/>
            </a:lvl3pPr>
            <a:lvl4pPr marL="1172581" indent="0">
              <a:buNone/>
              <a:defRPr sz="1400" b="1"/>
            </a:lvl4pPr>
            <a:lvl5pPr marL="1563441" indent="0">
              <a:buNone/>
              <a:defRPr sz="1400" b="1"/>
            </a:lvl5pPr>
            <a:lvl6pPr marL="1954301" indent="0">
              <a:buNone/>
              <a:defRPr sz="1400" b="1"/>
            </a:lvl6pPr>
            <a:lvl7pPr marL="2345162" indent="0">
              <a:buNone/>
              <a:defRPr sz="1400" b="1"/>
            </a:lvl7pPr>
            <a:lvl8pPr marL="2736022" indent="0">
              <a:buNone/>
              <a:defRPr sz="1400" b="1"/>
            </a:lvl8pPr>
            <a:lvl9pPr marL="3126882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298262" y="1712714"/>
            <a:ext cx="3740045" cy="3111639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697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55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38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3069" y="215027"/>
            <a:ext cx="2783735" cy="915114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308162" y="215028"/>
            <a:ext cx="4730144" cy="4609326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23069" y="1130142"/>
            <a:ext cx="2783735" cy="3694212"/>
          </a:xfrm>
        </p:spPr>
        <p:txBody>
          <a:bodyPr/>
          <a:lstStyle>
            <a:lvl1pPr marL="0" indent="0">
              <a:buNone/>
              <a:defRPr sz="1200"/>
            </a:lvl1pPr>
            <a:lvl2pPr marL="390860" indent="0">
              <a:buNone/>
              <a:defRPr sz="1000"/>
            </a:lvl2pPr>
            <a:lvl3pPr marL="781721" indent="0">
              <a:buNone/>
              <a:defRPr sz="900"/>
            </a:lvl3pPr>
            <a:lvl4pPr marL="1172581" indent="0">
              <a:buNone/>
              <a:defRPr sz="800"/>
            </a:lvl4pPr>
            <a:lvl5pPr marL="1563441" indent="0">
              <a:buNone/>
              <a:defRPr sz="800"/>
            </a:lvl5pPr>
            <a:lvl6pPr marL="1954301" indent="0">
              <a:buNone/>
              <a:defRPr sz="800"/>
            </a:lvl6pPr>
            <a:lvl7pPr marL="2345162" indent="0">
              <a:buNone/>
              <a:defRPr sz="800"/>
            </a:lvl7pPr>
            <a:lvl8pPr marL="2736022" indent="0">
              <a:buNone/>
              <a:defRPr sz="800"/>
            </a:lvl8pPr>
            <a:lvl9pPr marL="3126882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58488" y="3780473"/>
            <a:ext cx="5076825" cy="446306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658488" y="482561"/>
            <a:ext cx="5076825" cy="3240405"/>
          </a:xfrm>
        </p:spPr>
        <p:txBody>
          <a:bodyPr/>
          <a:lstStyle>
            <a:lvl1pPr marL="0" indent="0">
              <a:buNone/>
              <a:defRPr sz="2700"/>
            </a:lvl1pPr>
            <a:lvl2pPr marL="390860" indent="0">
              <a:buNone/>
              <a:defRPr sz="2400"/>
            </a:lvl2pPr>
            <a:lvl3pPr marL="781721" indent="0">
              <a:buNone/>
              <a:defRPr sz="2100"/>
            </a:lvl3pPr>
            <a:lvl4pPr marL="1172581" indent="0">
              <a:buNone/>
              <a:defRPr sz="1700"/>
            </a:lvl4pPr>
            <a:lvl5pPr marL="1563441" indent="0">
              <a:buNone/>
              <a:defRPr sz="1700"/>
            </a:lvl5pPr>
            <a:lvl6pPr marL="1954301" indent="0">
              <a:buNone/>
              <a:defRPr sz="1700"/>
            </a:lvl6pPr>
            <a:lvl7pPr marL="2345162" indent="0">
              <a:buNone/>
              <a:defRPr sz="1700"/>
            </a:lvl7pPr>
            <a:lvl8pPr marL="2736022" indent="0">
              <a:buNone/>
              <a:defRPr sz="1700"/>
            </a:lvl8pPr>
            <a:lvl9pPr marL="3126882" indent="0">
              <a:buNone/>
              <a:defRPr sz="1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58488" y="4226780"/>
            <a:ext cx="5076825" cy="633829"/>
          </a:xfrm>
        </p:spPr>
        <p:txBody>
          <a:bodyPr/>
          <a:lstStyle>
            <a:lvl1pPr marL="0" indent="0">
              <a:buNone/>
              <a:defRPr sz="1200"/>
            </a:lvl1pPr>
            <a:lvl2pPr marL="390860" indent="0">
              <a:buNone/>
              <a:defRPr sz="1000"/>
            </a:lvl2pPr>
            <a:lvl3pPr marL="781721" indent="0">
              <a:buNone/>
              <a:defRPr sz="900"/>
            </a:lvl3pPr>
            <a:lvl4pPr marL="1172581" indent="0">
              <a:buNone/>
              <a:defRPr sz="800"/>
            </a:lvl4pPr>
            <a:lvl5pPr marL="1563441" indent="0">
              <a:buNone/>
              <a:defRPr sz="800"/>
            </a:lvl5pPr>
            <a:lvl6pPr marL="1954301" indent="0">
              <a:buNone/>
              <a:defRPr sz="800"/>
            </a:lvl6pPr>
            <a:lvl7pPr marL="2345162" indent="0">
              <a:buNone/>
              <a:defRPr sz="800"/>
            </a:lvl7pPr>
            <a:lvl8pPr marL="2736022" indent="0">
              <a:buNone/>
              <a:defRPr sz="800"/>
            </a:lvl8pPr>
            <a:lvl9pPr marL="3126882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06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65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134497" y="216278"/>
            <a:ext cx="1903809" cy="460807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23069" y="216278"/>
            <a:ext cx="5570405" cy="460807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20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23069" y="216278"/>
            <a:ext cx="7615238" cy="900113"/>
          </a:xfrm>
          <a:prstGeom prst="rect">
            <a:avLst/>
          </a:prstGeom>
        </p:spPr>
        <p:txBody>
          <a:bodyPr vert="horz" lIns="78172" tIns="39086" rIns="78172" bIns="39086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3069" y="1260158"/>
            <a:ext cx="7615238" cy="3564196"/>
          </a:xfrm>
          <a:prstGeom prst="rect">
            <a:avLst/>
          </a:prstGeom>
        </p:spPr>
        <p:txBody>
          <a:bodyPr vert="horz" lIns="78172" tIns="39086" rIns="78172" bIns="39086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23070" y="5005626"/>
            <a:ext cx="1974320" cy="287536"/>
          </a:xfrm>
          <a:prstGeom prst="rect">
            <a:avLst/>
          </a:prstGeom>
        </p:spPr>
        <p:txBody>
          <a:bodyPr vert="horz" lIns="78172" tIns="39086" rIns="78172" bIns="39086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E4F-3D9C-4C76-9F1F-7A94F86A99E3}" type="datetimeFigureOut">
              <a:rPr lang="fr-FR" smtClean="0"/>
              <a:t>22/09/2017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890971" y="5005626"/>
            <a:ext cx="2679436" cy="287536"/>
          </a:xfrm>
          <a:prstGeom prst="rect">
            <a:avLst/>
          </a:prstGeom>
        </p:spPr>
        <p:txBody>
          <a:bodyPr vert="horz" lIns="78172" tIns="39086" rIns="78172" bIns="39086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063987" y="5005626"/>
            <a:ext cx="1974320" cy="287536"/>
          </a:xfrm>
          <a:prstGeom prst="rect">
            <a:avLst/>
          </a:prstGeom>
        </p:spPr>
        <p:txBody>
          <a:bodyPr vert="horz" lIns="78172" tIns="39086" rIns="78172" bIns="39086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81CAD-2537-4BEE-9CF2-779ED490CE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413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721" rtl="0" eaLnBrk="1" latinLnBrk="0" hangingPunct="1"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145" indent="-293145" algn="l" defTabSz="7817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5148" indent="-244288" algn="l" defTabSz="781721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7151" indent="-195430" algn="l" defTabSz="7817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11" indent="-195430" algn="l" defTabSz="781721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871" indent="-195430" algn="l" defTabSz="781721" rtl="0" eaLnBrk="1" latinLnBrk="0" hangingPunct="1">
        <a:spcBef>
          <a:spcPct val="20000"/>
        </a:spcBef>
        <a:buFont typeface="Arial" panose="020B0604020202020204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9732" indent="-195430" algn="l" defTabSz="7817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40592" indent="-195430" algn="l" defTabSz="7817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1452" indent="-195430" algn="l" defTabSz="7817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22312" indent="-195430" algn="l" defTabSz="781721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0860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1721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2581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3441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4301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5162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6022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6882" algn="l" defTabSz="78172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131" y="2664000"/>
            <a:ext cx="3870325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2" y="-27384"/>
            <a:ext cx="5241349" cy="54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ZoneTexte 33"/>
          <p:cNvSpPr txBox="1"/>
          <p:nvPr/>
        </p:nvSpPr>
        <p:spPr>
          <a:xfrm>
            <a:off x="157462" y="-99392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131" y="-27384"/>
            <a:ext cx="3870325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ZoneTexte 35"/>
          <p:cNvSpPr txBox="1"/>
          <p:nvPr/>
        </p:nvSpPr>
        <p:spPr>
          <a:xfrm>
            <a:off x="4518099" y="-99392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942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2017-09-22T20:47:54Z</dcterms:created>
  <dcterms:modified xsi:type="dcterms:W3CDTF">2017-09-22T20:58:03Z</dcterms:modified>
</cp:coreProperties>
</file>