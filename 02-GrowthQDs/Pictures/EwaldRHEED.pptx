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458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2189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77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01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83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91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99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08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922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28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367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61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FA47B-E4B5-46CF-BD8A-DB5ECF2703C6}" type="datetimeFigureOut">
              <a:rPr lang="fr-FR" smtClean="0"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282F7-F0D5-428A-86B8-67734787EB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79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129" y="116632"/>
            <a:ext cx="3381375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9" y="116632"/>
            <a:ext cx="4104000" cy="277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7504" y="6313055"/>
            <a:ext cx="2592000" cy="50167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4" name="Groupe 23"/>
          <p:cNvGrpSpPr/>
          <p:nvPr/>
        </p:nvGrpSpPr>
        <p:grpSpPr>
          <a:xfrm>
            <a:off x="905095" y="5877272"/>
            <a:ext cx="552442" cy="546683"/>
            <a:chOff x="741909" y="5947927"/>
            <a:chExt cx="475767" cy="470807"/>
          </a:xfrm>
        </p:grpSpPr>
        <p:cxnSp>
          <p:nvCxnSpPr>
            <p:cNvPr id="14" name="Connecteur droit 13"/>
            <p:cNvCxnSpPr/>
            <p:nvPr/>
          </p:nvCxnSpPr>
          <p:spPr>
            <a:xfrm flipH="1" flipV="1">
              <a:off x="741909" y="5947927"/>
              <a:ext cx="360040" cy="36004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flipH="1" flipV="1">
              <a:off x="1108262" y="6309320"/>
              <a:ext cx="109414" cy="109414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e 28"/>
          <p:cNvGrpSpPr/>
          <p:nvPr/>
        </p:nvGrpSpPr>
        <p:grpSpPr>
          <a:xfrm flipH="1">
            <a:off x="1457537" y="5878843"/>
            <a:ext cx="552442" cy="546683"/>
            <a:chOff x="741909" y="5947927"/>
            <a:chExt cx="475767" cy="470807"/>
          </a:xfrm>
        </p:grpSpPr>
        <p:cxnSp>
          <p:nvCxnSpPr>
            <p:cNvPr id="30" name="Connecteur droit 29"/>
            <p:cNvCxnSpPr/>
            <p:nvPr/>
          </p:nvCxnSpPr>
          <p:spPr>
            <a:xfrm flipH="1" flipV="1">
              <a:off x="741909" y="5947927"/>
              <a:ext cx="360040" cy="36004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 flipH="1" flipV="1">
              <a:off x="1108262" y="6309320"/>
              <a:ext cx="109414" cy="109414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Connecteur droit 36"/>
          <p:cNvCxnSpPr/>
          <p:nvPr/>
        </p:nvCxnSpPr>
        <p:spPr>
          <a:xfrm flipV="1">
            <a:off x="4411578" y="5890491"/>
            <a:ext cx="541856" cy="54185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/>
          <p:cNvSpPr/>
          <p:nvPr/>
        </p:nvSpPr>
        <p:spPr>
          <a:xfrm>
            <a:off x="4453897" y="6176656"/>
            <a:ext cx="751492" cy="52418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2988112" y="6437174"/>
            <a:ext cx="2592000" cy="37620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Connecteur droit 33"/>
          <p:cNvCxnSpPr/>
          <p:nvPr/>
        </p:nvCxnSpPr>
        <p:spPr>
          <a:xfrm flipH="1" flipV="1">
            <a:off x="3604109" y="5892062"/>
            <a:ext cx="538714" cy="53871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H="1" flipV="1">
            <a:off x="4150153" y="6432348"/>
            <a:ext cx="127047" cy="127048"/>
          </a:xfrm>
          <a:prstGeom prst="line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V="1">
            <a:off x="4277201" y="6177797"/>
            <a:ext cx="383169" cy="383170"/>
          </a:xfrm>
          <a:prstGeom prst="line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456481" y="-27384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60945" y="3245812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5391572" y="-27385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Image 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" y="3708000"/>
            <a:ext cx="2700000" cy="2023976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400" y="3708000"/>
            <a:ext cx="2700000" cy="202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743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</Words>
  <Application>Microsoft Office PowerPoint</Application>
  <PresentationFormat>Affichage à l'écran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8</cp:revision>
  <dcterms:created xsi:type="dcterms:W3CDTF">2017-10-10T12:07:26Z</dcterms:created>
  <dcterms:modified xsi:type="dcterms:W3CDTF">2017-10-10T16:42:14Z</dcterms:modified>
</cp:coreProperties>
</file>