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7853363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2244" y="-96"/>
      </p:cViewPr>
      <p:guideLst>
        <p:guide orient="horz" pos="2160"/>
        <p:guide pos="24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89002" y="2130426"/>
            <a:ext cx="6675359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78005" y="3886200"/>
            <a:ext cx="549735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E41CB-C801-46CA-BE85-25D40520F43B}" type="datetimeFigureOut">
              <a:rPr lang="fr-FR" smtClean="0"/>
              <a:t>31/01/2018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88941-3D5F-4B5E-AD66-1C0A6D8785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7149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E41CB-C801-46CA-BE85-25D40520F43B}" type="datetimeFigureOut">
              <a:rPr lang="fr-FR" smtClean="0"/>
              <a:t>31/01/2018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88941-3D5F-4B5E-AD66-1C0A6D8785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25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0361" y="4406901"/>
            <a:ext cx="667535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0361" y="2906713"/>
            <a:ext cx="667535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E41CB-C801-46CA-BE85-25D40520F43B}" type="datetimeFigureOut">
              <a:rPr lang="fr-FR" smtClean="0"/>
              <a:t>31/01/2018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88941-3D5F-4B5E-AD66-1C0A6D8785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9502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36768" y="1600201"/>
            <a:ext cx="29695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37210" y="1600201"/>
            <a:ext cx="297091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E41CB-C801-46CA-BE85-25D40520F43B}" type="datetimeFigureOut">
              <a:rPr lang="fr-FR" smtClean="0"/>
              <a:t>31/01/2018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88941-3D5F-4B5E-AD66-1C0A6D8785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4788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92668" y="274638"/>
            <a:ext cx="7068027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92668" y="1535113"/>
            <a:ext cx="34699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92668" y="2174875"/>
            <a:ext cx="34699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989400" y="1535113"/>
            <a:ext cx="347129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989400" y="2174875"/>
            <a:ext cx="347129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E41CB-C801-46CA-BE85-25D40520F43B}" type="datetimeFigureOut">
              <a:rPr lang="fr-FR" smtClean="0"/>
              <a:t>31/01/2018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88941-3D5F-4B5E-AD66-1C0A6D8785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5083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E41CB-C801-46CA-BE85-25D40520F43B}" type="datetimeFigureOut">
              <a:rPr lang="fr-FR" smtClean="0"/>
              <a:t>31/01/2018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88941-3D5F-4B5E-AD66-1C0A6D8785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67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E41CB-C801-46CA-BE85-25D40520F43B}" type="datetimeFigureOut">
              <a:rPr lang="fr-FR" smtClean="0"/>
              <a:t>31/01/2018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88941-3D5F-4B5E-AD66-1C0A6D8785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2854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92669" y="273050"/>
            <a:ext cx="2583702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070447" y="273051"/>
            <a:ext cx="439024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92669" y="1435101"/>
            <a:ext cx="2583702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E41CB-C801-46CA-BE85-25D40520F43B}" type="datetimeFigureOut">
              <a:rPr lang="fr-FR" smtClean="0"/>
              <a:t>31/01/2018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88941-3D5F-4B5E-AD66-1C0A6D8785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2499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39314" y="4800600"/>
            <a:ext cx="471201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539314" y="612775"/>
            <a:ext cx="4712018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539314" y="5367338"/>
            <a:ext cx="471201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E41CB-C801-46CA-BE85-25D40520F43B}" type="datetimeFigureOut">
              <a:rPr lang="fr-FR" smtClean="0"/>
              <a:t>31/01/2018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88941-3D5F-4B5E-AD66-1C0A6D8785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7636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E41CB-C801-46CA-BE85-25D40520F43B}" type="datetimeFigureOut">
              <a:rPr lang="fr-FR" smtClean="0"/>
              <a:t>31/01/2018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88941-3D5F-4B5E-AD66-1C0A6D8785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8063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890628" y="274639"/>
            <a:ext cx="1517498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36768" y="274639"/>
            <a:ext cx="442297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E41CB-C801-46CA-BE85-25D40520F43B}" type="datetimeFigureOut">
              <a:rPr lang="fr-FR" smtClean="0"/>
              <a:t>31/01/2018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88941-3D5F-4B5E-AD66-1C0A6D8785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1293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92668" y="274638"/>
            <a:ext cx="706802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92668" y="1600201"/>
            <a:ext cx="7068027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92668" y="6356351"/>
            <a:ext cx="18324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7E41CB-C801-46CA-BE85-25D40520F43B}" type="datetimeFigureOut">
              <a:rPr lang="fr-FR" smtClean="0"/>
              <a:t>31/01/2018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683233" y="6356351"/>
            <a:ext cx="2486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5628244" y="6356351"/>
            <a:ext cx="18324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B88941-3D5F-4B5E-AD66-1C0A6D8785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2328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8501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94023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Personnalisé</PresentationFormat>
  <Paragraphs>0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AudreyAzura</dc:creator>
  <cp:lastModifiedBy>AudreyAzura</cp:lastModifiedBy>
  <cp:revision>1</cp:revision>
  <dcterms:created xsi:type="dcterms:W3CDTF">2018-01-31T14:53:24Z</dcterms:created>
  <dcterms:modified xsi:type="dcterms:W3CDTF">2018-01-31T14:54:10Z</dcterms:modified>
</cp:coreProperties>
</file>