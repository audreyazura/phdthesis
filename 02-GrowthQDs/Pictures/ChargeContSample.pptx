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744913" cy="2016125"/>
  <p:notesSz cx="6858000" cy="9144000"/>
  <p:defaultTextStyle>
    <a:defPPr>
      <a:defRPr lang="fr-FR"/>
    </a:defPPr>
    <a:lvl1pPr marL="0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164592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329184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493776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658368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822960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987552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152144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316736" algn="l" defTabSz="329184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2718" y="-1284"/>
      </p:cViewPr>
      <p:guideLst>
        <p:guide orient="horz" pos="636"/>
        <p:guide pos="11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280870" y="626307"/>
            <a:ext cx="3183177" cy="43216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61738" y="1142472"/>
            <a:ext cx="2621439" cy="51523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4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29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937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58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22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987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52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16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4641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316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95824" y="1295549"/>
            <a:ext cx="3183177" cy="400425"/>
          </a:xfrm>
        </p:spPr>
        <p:txBody>
          <a:bodyPr anchor="t"/>
          <a:lstStyle>
            <a:lvl1pPr algn="l">
              <a:defRPr sz="14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95824" y="854521"/>
            <a:ext cx="3183177" cy="441027"/>
          </a:xfrm>
        </p:spPr>
        <p:txBody>
          <a:bodyPr anchor="b"/>
          <a:lstStyle>
            <a:lvl1pPr marL="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1pPr>
            <a:lvl2pPr marL="164592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329184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93776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4pPr>
            <a:lvl5pPr marL="658368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5pPr>
            <a:lvl6pPr marL="82296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6pPr>
            <a:lvl7pPr marL="987552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7pPr>
            <a:lvl8pPr marL="1152144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8pPr>
            <a:lvl9pPr marL="1316736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332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87248" y="470431"/>
            <a:ext cx="1654004" cy="1330549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903666" y="470431"/>
            <a:ext cx="1654004" cy="1330549"/>
          </a:xfrm>
        </p:spPr>
        <p:txBody>
          <a:bodyPr/>
          <a:lstStyle>
            <a:lvl1pPr>
              <a:defRPr sz="1000"/>
            </a:lvl1pPr>
            <a:lvl2pPr>
              <a:defRPr sz="900"/>
            </a:lvl2pPr>
            <a:lvl3pPr>
              <a:defRPr sz="7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3753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7248" y="451295"/>
            <a:ext cx="1654654" cy="188078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64592" indent="0">
              <a:buNone/>
              <a:defRPr sz="700" b="1"/>
            </a:lvl2pPr>
            <a:lvl3pPr marL="329184" indent="0">
              <a:buNone/>
              <a:defRPr sz="600" b="1"/>
            </a:lvl3pPr>
            <a:lvl4pPr marL="493776" indent="0">
              <a:buNone/>
              <a:defRPr sz="600" b="1"/>
            </a:lvl4pPr>
            <a:lvl5pPr marL="658368" indent="0">
              <a:buNone/>
              <a:defRPr sz="600" b="1"/>
            </a:lvl5pPr>
            <a:lvl6pPr marL="822960" indent="0">
              <a:buNone/>
              <a:defRPr sz="600" b="1"/>
            </a:lvl6pPr>
            <a:lvl7pPr marL="987552" indent="0">
              <a:buNone/>
              <a:defRPr sz="600" b="1"/>
            </a:lvl7pPr>
            <a:lvl8pPr marL="1152144" indent="0">
              <a:buNone/>
              <a:defRPr sz="600" b="1"/>
            </a:lvl8pPr>
            <a:lvl9pPr marL="1316736" indent="0">
              <a:buNone/>
              <a:defRPr sz="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87248" y="639373"/>
            <a:ext cx="1654654" cy="1161606"/>
          </a:xfrm>
        </p:spPr>
        <p:txBody>
          <a:bodyPr/>
          <a:lstStyle>
            <a:lvl1pPr>
              <a:defRPr sz="900"/>
            </a:lvl1pPr>
            <a:lvl2pPr>
              <a:defRPr sz="7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1902365" y="451295"/>
            <a:ext cx="1655303" cy="188078"/>
          </a:xfrm>
        </p:spPr>
        <p:txBody>
          <a:bodyPr anchor="b"/>
          <a:lstStyle>
            <a:lvl1pPr marL="0" indent="0">
              <a:buNone/>
              <a:defRPr sz="900" b="1"/>
            </a:lvl1pPr>
            <a:lvl2pPr marL="164592" indent="0">
              <a:buNone/>
              <a:defRPr sz="700" b="1"/>
            </a:lvl2pPr>
            <a:lvl3pPr marL="329184" indent="0">
              <a:buNone/>
              <a:defRPr sz="600" b="1"/>
            </a:lvl3pPr>
            <a:lvl4pPr marL="493776" indent="0">
              <a:buNone/>
              <a:defRPr sz="600" b="1"/>
            </a:lvl4pPr>
            <a:lvl5pPr marL="658368" indent="0">
              <a:buNone/>
              <a:defRPr sz="600" b="1"/>
            </a:lvl5pPr>
            <a:lvl6pPr marL="822960" indent="0">
              <a:buNone/>
              <a:defRPr sz="600" b="1"/>
            </a:lvl6pPr>
            <a:lvl7pPr marL="987552" indent="0">
              <a:buNone/>
              <a:defRPr sz="600" b="1"/>
            </a:lvl7pPr>
            <a:lvl8pPr marL="1152144" indent="0">
              <a:buNone/>
              <a:defRPr sz="600" b="1"/>
            </a:lvl8pPr>
            <a:lvl9pPr marL="1316736" indent="0">
              <a:buNone/>
              <a:defRPr sz="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1902365" y="639373"/>
            <a:ext cx="1655303" cy="1161606"/>
          </a:xfrm>
        </p:spPr>
        <p:txBody>
          <a:bodyPr/>
          <a:lstStyle>
            <a:lvl1pPr>
              <a:defRPr sz="900"/>
            </a:lvl1pPr>
            <a:lvl2pPr>
              <a:defRPr sz="7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850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3430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75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7247" y="80273"/>
            <a:ext cx="1232051" cy="341622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64159" y="80274"/>
            <a:ext cx="2093511" cy="1720706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700"/>
            </a:lvl4pPr>
            <a:lvl5pPr>
              <a:defRPr sz="700"/>
            </a:lvl5pPr>
            <a:lvl6pPr>
              <a:defRPr sz="700"/>
            </a:lvl6pPr>
            <a:lvl7pPr>
              <a:defRPr sz="700"/>
            </a:lvl7pPr>
            <a:lvl8pPr>
              <a:defRPr sz="700"/>
            </a:lvl8pPr>
            <a:lvl9pPr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87247" y="421893"/>
            <a:ext cx="1232051" cy="1379086"/>
          </a:xfrm>
        </p:spPr>
        <p:txBody>
          <a:bodyPr/>
          <a:lstStyle>
            <a:lvl1pPr marL="0" indent="0">
              <a:buNone/>
              <a:defRPr sz="500"/>
            </a:lvl1pPr>
            <a:lvl2pPr marL="164592" indent="0">
              <a:buNone/>
              <a:defRPr sz="400"/>
            </a:lvl2pPr>
            <a:lvl3pPr marL="329184" indent="0">
              <a:buNone/>
              <a:defRPr sz="400"/>
            </a:lvl3pPr>
            <a:lvl4pPr marL="493776" indent="0">
              <a:buNone/>
              <a:defRPr sz="300"/>
            </a:lvl4pPr>
            <a:lvl5pPr marL="658368" indent="0">
              <a:buNone/>
              <a:defRPr sz="300"/>
            </a:lvl5pPr>
            <a:lvl6pPr marL="822960" indent="0">
              <a:buNone/>
              <a:defRPr sz="300"/>
            </a:lvl6pPr>
            <a:lvl7pPr marL="987552" indent="0">
              <a:buNone/>
              <a:defRPr sz="300"/>
            </a:lvl7pPr>
            <a:lvl8pPr marL="1152144" indent="0">
              <a:buNone/>
              <a:defRPr sz="300"/>
            </a:lvl8pPr>
            <a:lvl9pPr marL="1316736" indent="0">
              <a:buNone/>
              <a:defRPr sz="3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029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34029" y="1411289"/>
            <a:ext cx="2246948" cy="166610"/>
          </a:xfrm>
        </p:spPr>
        <p:txBody>
          <a:bodyPr anchor="b"/>
          <a:lstStyle>
            <a:lvl1pPr algn="l">
              <a:defRPr sz="7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734029" y="180147"/>
            <a:ext cx="2246948" cy="1209675"/>
          </a:xfrm>
        </p:spPr>
        <p:txBody>
          <a:bodyPr/>
          <a:lstStyle>
            <a:lvl1pPr marL="0" indent="0">
              <a:buNone/>
              <a:defRPr sz="1200"/>
            </a:lvl1pPr>
            <a:lvl2pPr marL="164592" indent="0">
              <a:buNone/>
              <a:defRPr sz="1000"/>
            </a:lvl2pPr>
            <a:lvl3pPr marL="329184" indent="0">
              <a:buNone/>
              <a:defRPr sz="900"/>
            </a:lvl3pPr>
            <a:lvl4pPr marL="493776" indent="0">
              <a:buNone/>
              <a:defRPr sz="700"/>
            </a:lvl4pPr>
            <a:lvl5pPr marL="658368" indent="0">
              <a:buNone/>
              <a:defRPr sz="700"/>
            </a:lvl5pPr>
            <a:lvl6pPr marL="822960" indent="0">
              <a:buNone/>
              <a:defRPr sz="700"/>
            </a:lvl6pPr>
            <a:lvl7pPr marL="987552" indent="0">
              <a:buNone/>
              <a:defRPr sz="700"/>
            </a:lvl7pPr>
            <a:lvl8pPr marL="1152144" indent="0">
              <a:buNone/>
              <a:defRPr sz="700"/>
            </a:lvl8pPr>
            <a:lvl9pPr marL="1316736" indent="0">
              <a:buNone/>
              <a:defRPr sz="7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34029" y="1577899"/>
            <a:ext cx="2246948" cy="236615"/>
          </a:xfrm>
        </p:spPr>
        <p:txBody>
          <a:bodyPr/>
          <a:lstStyle>
            <a:lvl1pPr marL="0" indent="0">
              <a:buNone/>
              <a:defRPr sz="500"/>
            </a:lvl1pPr>
            <a:lvl2pPr marL="164592" indent="0">
              <a:buNone/>
              <a:defRPr sz="400"/>
            </a:lvl2pPr>
            <a:lvl3pPr marL="329184" indent="0">
              <a:buNone/>
              <a:defRPr sz="400"/>
            </a:lvl3pPr>
            <a:lvl4pPr marL="493776" indent="0">
              <a:buNone/>
              <a:defRPr sz="300"/>
            </a:lvl4pPr>
            <a:lvl5pPr marL="658368" indent="0">
              <a:buNone/>
              <a:defRPr sz="300"/>
            </a:lvl5pPr>
            <a:lvl6pPr marL="822960" indent="0">
              <a:buNone/>
              <a:defRPr sz="300"/>
            </a:lvl6pPr>
            <a:lvl7pPr marL="987552" indent="0">
              <a:buNone/>
              <a:defRPr sz="300"/>
            </a:lvl7pPr>
            <a:lvl8pPr marL="1152144" indent="0">
              <a:buNone/>
              <a:defRPr sz="300"/>
            </a:lvl8pPr>
            <a:lvl9pPr marL="1316736" indent="0">
              <a:buNone/>
              <a:defRPr sz="3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425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388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2715063" y="80739"/>
            <a:ext cx="842605" cy="172024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87248" y="80739"/>
            <a:ext cx="2465401" cy="172024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9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87247" y="80741"/>
            <a:ext cx="3370422" cy="336021"/>
          </a:xfrm>
          <a:prstGeom prst="rect">
            <a:avLst/>
          </a:prstGeom>
        </p:spPr>
        <p:txBody>
          <a:bodyPr vert="horz" lIns="32918" tIns="16459" rIns="32918" bIns="16459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7247" y="470431"/>
            <a:ext cx="3370422" cy="1330549"/>
          </a:xfrm>
          <a:prstGeom prst="rect">
            <a:avLst/>
          </a:prstGeom>
        </p:spPr>
        <p:txBody>
          <a:bodyPr vert="horz" lIns="32918" tIns="16459" rIns="32918" bIns="16459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87246" y="1868650"/>
            <a:ext cx="873814" cy="107340"/>
          </a:xfrm>
          <a:prstGeom prst="rect">
            <a:avLst/>
          </a:prstGeom>
        </p:spPr>
        <p:txBody>
          <a:bodyPr vert="horz" lIns="32918" tIns="16459" rIns="32918" bIns="16459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C29BF-30DA-4EEB-B4C9-02D07A7BBEAA}" type="datetimeFigureOut">
              <a:rPr lang="fr-FR" smtClean="0"/>
              <a:t>13/09/2017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279514" y="1868650"/>
            <a:ext cx="1185889" cy="107340"/>
          </a:xfrm>
          <a:prstGeom prst="rect">
            <a:avLst/>
          </a:prstGeom>
        </p:spPr>
        <p:txBody>
          <a:bodyPr vert="horz" lIns="32918" tIns="16459" rIns="32918" bIns="16459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683855" y="1868650"/>
            <a:ext cx="873814" cy="107340"/>
          </a:xfrm>
          <a:prstGeom prst="rect">
            <a:avLst/>
          </a:prstGeom>
        </p:spPr>
        <p:txBody>
          <a:bodyPr vert="horz" lIns="32918" tIns="16459" rIns="32918" bIns="16459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247AA-B1DD-4E9B-ACE2-9D671278FA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01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29184" rtl="0" eaLnBrk="1" latinLnBrk="0" hangingPunct="1">
        <a:spcBef>
          <a:spcPct val="0"/>
        </a:spcBef>
        <a:buNone/>
        <a:defRPr sz="1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" indent="-123444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67462" indent="-102870" algn="l" defTabSz="329184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–"/>
        <a:defRPr sz="70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»"/>
        <a:defRPr sz="70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" indent="-82296" algn="l" defTabSz="329184" rtl="0" eaLnBrk="1" latinLnBrk="0" hangingPunct="1">
        <a:spcBef>
          <a:spcPct val="2000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" algn="l" defTabSz="329184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e 133"/>
          <p:cNvGrpSpPr>
            <a:grpSpLocks noChangeAspect="1"/>
          </p:cNvGrpSpPr>
          <p:nvPr/>
        </p:nvGrpSpPr>
        <p:grpSpPr>
          <a:xfrm>
            <a:off x="-73617" y="30641"/>
            <a:ext cx="3781992" cy="1931782"/>
            <a:chOff x="5072261" y="4725144"/>
            <a:chExt cx="3870259" cy="2016224"/>
          </a:xfrm>
        </p:grpSpPr>
        <p:sp>
          <p:nvSpPr>
            <p:cNvPr id="135" name="Rectangle 134"/>
            <p:cNvSpPr/>
            <p:nvPr/>
          </p:nvSpPr>
          <p:spPr>
            <a:xfrm>
              <a:off x="5846176" y="5877272"/>
              <a:ext cx="2232248" cy="441920"/>
            </a:xfrm>
            <a:prstGeom prst="rect">
              <a:avLst/>
            </a:prstGeom>
            <a:solidFill>
              <a:srgbClr val="0066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5846176" y="5615529"/>
              <a:ext cx="2232248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Ellipse 136"/>
            <p:cNvSpPr/>
            <p:nvPr/>
          </p:nvSpPr>
          <p:spPr>
            <a:xfrm>
              <a:off x="595069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Ellipse 137"/>
            <p:cNvSpPr/>
            <p:nvPr/>
          </p:nvSpPr>
          <p:spPr>
            <a:xfrm>
              <a:off x="635023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Ellipse 138"/>
            <p:cNvSpPr/>
            <p:nvPr/>
          </p:nvSpPr>
          <p:spPr>
            <a:xfrm>
              <a:off x="6638264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Ellipse 139"/>
            <p:cNvSpPr/>
            <p:nvPr/>
          </p:nvSpPr>
          <p:spPr>
            <a:xfrm>
              <a:off x="7214328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1" name="Ellipse 140"/>
            <p:cNvSpPr/>
            <p:nvPr/>
          </p:nvSpPr>
          <p:spPr>
            <a:xfrm>
              <a:off x="7790392" y="5517232"/>
              <a:ext cx="216024" cy="14401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5846176" y="5327497"/>
              <a:ext cx="2232248" cy="4571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3" name="Connecteur droit 142"/>
            <p:cNvCxnSpPr/>
            <p:nvPr/>
          </p:nvCxnSpPr>
          <p:spPr>
            <a:xfrm flipV="1">
              <a:off x="5835948" y="5374170"/>
              <a:ext cx="10228" cy="94502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4" name="Connecteur droit 143"/>
            <p:cNvCxnSpPr/>
            <p:nvPr/>
          </p:nvCxnSpPr>
          <p:spPr>
            <a:xfrm flipV="1">
              <a:off x="8078425" y="5371313"/>
              <a:ext cx="0" cy="947879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5" name="Connecteur droit 144"/>
            <p:cNvCxnSpPr/>
            <p:nvPr/>
          </p:nvCxnSpPr>
          <p:spPr>
            <a:xfrm>
              <a:off x="5846176" y="5373216"/>
              <a:ext cx="2232248" cy="0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6" name="Rectangle 145"/>
            <p:cNvSpPr/>
            <p:nvPr/>
          </p:nvSpPr>
          <p:spPr>
            <a:xfrm>
              <a:off x="5797132" y="5982272"/>
              <a:ext cx="769124" cy="289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p-</a:t>
              </a:r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5801492" y="5662034"/>
              <a:ext cx="670852" cy="289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5072261" y="5182943"/>
              <a:ext cx="908215" cy="289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Au (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 </a:t>
              </a:r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nm)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49" name="Image 148" descr="Image3.png"/>
            <p:cNvPicPr>
              <a:picLocks noChangeAspect="1"/>
            </p:cNvPicPr>
            <p:nvPr/>
          </p:nvPicPr>
          <p:blipFill>
            <a:blip r:embed="rId2" cstate="print"/>
            <a:srcRect b="48823"/>
            <a:stretch>
              <a:fillRect/>
            </a:stretch>
          </p:blipFill>
          <p:spPr>
            <a:xfrm>
              <a:off x="5870644" y="4725144"/>
              <a:ext cx="1919748" cy="602353"/>
            </a:xfrm>
            <a:prstGeom prst="rect">
              <a:avLst/>
            </a:prstGeom>
          </p:spPr>
        </p:pic>
        <p:sp>
          <p:nvSpPr>
            <p:cNvPr id="150" name="Rectangle 149"/>
            <p:cNvSpPr/>
            <p:nvPr/>
          </p:nvSpPr>
          <p:spPr>
            <a:xfrm>
              <a:off x="6049697" y="5072305"/>
              <a:ext cx="422647" cy="289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SIL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1" name="Ellipse 150"/>
            <p:cNvSpPr/>
            <p:nvPr/>
          </p:nvSpPr>
          <p:spPr>
            <a:xfrm>
              <a:off x="8510473" y="5741021"/>
              <a:ext cx="432047" cy="406282"/>
            </a:xfrm>
            <a:prstGeom prst="ellips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2" name="Connecteur droit 151"/>
            <p:cNvCxnSpPr/>
            <p:nvPr/>
          </p:nvCxnSpPr>
          <p:spPr>
            <a:xfrm flipV="1">
              <a:off x="7898404" y="4869160"/>
              <a:ext cx="0" cy="45338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/>
            <p:cNvCxnSpPr/>
            <p:nvPr/>
          </p:nvCxnSpPr>
          <p:spPr>
            <a:xfrm>
              <a:off x="7898404" y="4869160"/>
              <a:ext cx="828092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Connecteur droit 153"/>
            <p:cNvCxnSpPr>
              <a:endCxn id="151" idx="0"/>
            </p:cNvCxnSpPr>
            <p:nvPr/>
          </p:nvCxnSpPr>
          <p:spPr>
            <a:xfrm>
              <a:off x="8726496" y="4869161"/>
              <a:ext cx="0" cy="87186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Connecteur droit 154"/>
            <p:cNvCxnSpPr>
              <a:stCxn id="151" idx="4"/>
            </p:cNvCxnSpPr>
            <p:nvPr/>
          </p:nvCxnSpPr>
          <p:spPr>
            <a:xfrm>
              <a:off x="8726496" y="6147303"/>
              <a:ext cx="0" cy="59406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/>
            <p:cNvCxnSpPr/>
            <p:nvPr/>
          </p:nvCxnSpPr>
          <p:spPr>
            <a:xfrm>
              <a:off x="7898404" y="6319192"/>
              <a:ext cx="0" cy="422176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/>
            <p:cNvCxnSpPr/>
            <p:nvPr/>
          </p:nvCxnSpPr>
          <p:spPr>
            <a:xfrm>
              <a:off x="7898404" y="6741368"/>
              <a:ext cx="828092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ectangle 157"/>
            <p:cNvSpPr/>
            <p:nvPr/>
          </p:nvSpPr>
          <p:spPr>
            <a:xfrm>
              <a:off x="8554021" y="5703239"/>
              <a:ext cx="321259" cy="481845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sz="2400" dirty="0" smtClean="0"/>
                <a:t>V</a:t>
              </a:r>
              <a:endParaRPr lang="en-US" sz="2400" dirty="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5346521" y="5493835"/>
              <a:ext cx="536314" cy="289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CdTe</a:t>
              </a:r>
              <a:endParaRPr 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81097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10</Words>
  <Application>Microsoft Office PowerPoint</Application>
  <PresentationFormat>Personnalisé</PresentationFormat>
  <Paragraphs>6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2</cp:revision>
  <dcterms:created xsi:type="dcterms:W3CDTF">2017-09-13T12:26:46Z</dcterms:created>
  <dcterms:modified xsi:type="dcterms:W3CDTF">2017-09-13T16:21:51Z</dcterms:modified>
</cp:coreProperties>
</file>