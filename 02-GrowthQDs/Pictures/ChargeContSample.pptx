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3744913" cy="2538413"/>
  <p:notesSz cx="6858000" cy="9144000"/>
  <p:defaultTextStyle>
    <a:defPPr>
      <a:defRPr lang="fr-FR"/>
    </a:defPPr>
    <a:lvl1pPr marL="0" algn="l" defTabSz="329184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164592" algn="l" defTabSz="329184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329184" algn="l" defTabSz="329184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493776" algn="l" defTabSz="329184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658368" algn="l" defTabSz="329184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822960" algn="l" defTabSz="329184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987552" algn="l" defTabSz="329184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152144" algn="l" defTabSz="329184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316736" algn="l" defTabSz="329184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524" autoAdjust="0"/>
  </p:normalViewPr>
  <p:slideViewPr>
    <p:cSldViewPr>
      <p:cViewPr>
        <p:scale>
          <a:sx n="150" d="100"/>
          <a:sy n="150" d="100"/>
        </p:scale>
        <p:origin x="-2124" y="-768"/>
      </p:cViewPr>
      <p:guideLst>
        <p:guide orient="horz" pos="800"/>
        <p:guide pos="11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80871" y="788558"/>
            <a:ext cx="3183177" cy="544112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61740" y="1438438"/>
            <a:ext cx="2621439" cy="64870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645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29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4937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6583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822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987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1521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316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08/11/2017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4641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08/11/2017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3166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95824" y="1631173"/>
            <a:ext cx="3183177" cy="504157"/>
          </a:xfrm>
        </p:spPr>
        <p:txBody>
          <a:bodyPr anchor="t"/>
          <a:lstStyle>
            <a:lvl1pPr algn="l">
              <a:defRPr sz="14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95824" y="1075891"/>
            <a:ext cx="3183177" cy="555277"/>
          </a:xfrm>
        </p:spPr>
        <p:txBody>
          <a:bodyPr anchor="b"/>
          <a:lstStyle>
            <a:lvl1pPr marL="0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1pPr>
            <a:lvl2pPr marL="164592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2pPr>
            <a:lvl3pPr marL="329184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3pPr>
            <a:lvl4pPr marL="493776" indent="0">
              <a:buNone/>
              <a:defRPr sz="500">
                <a:solidFill>
                  <a:schemeClr val="tx1">
                    <a:tint val="75000"/>
                  </a:schemeClr>
                </a:solidFill>
              </a:defRPr>
            </a:lvl4pPr>
            <a:lvl5pPr marL="658368" indent="0">
              <a:buNone/>
              <a:defRPr sz="500">
                <a:solidFill>
                  <a:schemeClr val="tx1">
                    <a:tint val="75000"/>
                  </a:schemeClr>
                </a:solidFill>
              </a:defRPr>
            </a:lvl5pPr>
            <a:lvl6pPr marL="822960" indent="0">
              <a:buNone/>
              <a:defRPr sz="500">
                <a:solidFill>
                  <a:schemeClr val="tx1">
                    <a:tint val="75000"/>
                  </a:schemeClr>
                </a:solidFill>
              </a:defRPr>
            </a:lvl6pPr>
            <a:lvl7pPr marL="987552" indent="0">
              <a:buNone/>
              <a:defRPr sz="500">
                <a:solidFill>
                  <a:schemeClr val="tx1">
                    <a:tint val="75000"/>
                  </a:schemeClr>
                </a:solidFill>
              </a:defRPr>
            </a:lvl7pPr>
            <a:lvl8pPr marL="1152144" indent="0">
              <a:buNone/>
              <a:defRPr sz="500">
                <a:solidFill>
                  <a:schemeClr val="tx1">
                    <a:tint val="75000"/>
                  </a:schemeClr>
                </a:solidFill>
              </a:defRPr>
            </a:lvl8pPr>
            <a:lvl9pPr marL="1316736" indent="0">
              <a:buNone/>
              <a:defRPr sz="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08/11/2017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3321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87248" y="592302"/>
            <a:ext cx="1654004" cy="1675235"/>
          </a:xfrm>
        </p:spPr>
        <p:txBody>
          <a:bodyPr/>
          <a:lstStyle>
            <a:lvl1pPr>
              <a:defRPr sz="1000"/>
            </a:lvl1pPr>
            <a:lvl2pPr>
              <a:defRPr sz="900"/>
            </a:lvl2pPr>
            <a:lvl3pPr>
              <a:defRPr sz="700"/>
            </a:lvl3pPr>
            <a:lvl4pPr>
              <a:defRPr sz="600"/>
            </a:lvl4pPr>
            <a:lvl5pPr>
              <a:defRPr sz="600"/>
            </a:lvl5pPr>
            <a:lvl6pPr>
              <a:defRPr sz="600"/>
            </a:lvl6pPr>
            <a:lvl7pPr>
              <a:defRPr sz="600"/>
            </a:lvl7pPr>
            <a:lvl8pPr>
              <a:defRPr sz="600"/>
            </a:lvl8pPr>
            <a:lvl9pPr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903666" y="592302"/>
            <a:ext cx="1654004" cy="1675235"/>
          </a:xfrm>
        </p:spPr>
        <p:txBody>
          <a:bodyPr/>
          <a:lstStyle>
            <a:lvl1pPr>
              <a:defRPr sz="1000"/>
            </a:lvl1pPr>
            <a:lvl2pPr>
              <a:defRPr sz="900"/>
            </a:lvl2pPr>
            <a:lvl3pPr>
              <a:defRPr sz="700"/>
            </a:lvl3pPr>
            <a:lvl4pPr>
              <a:defRPr sz="600"/>
            </a:lvl4pPr>
            <a:lvl5pPr>
              <a:defRPr sz="600"/>
            </a:lvl5pPr>
            <a:lvl6pPr>
              <a:defRPr sz="600"/>
            </a:lvl6pPr>
            <a:lvl7pPr>
              <a:defRPr sz="600"/>
            </a:lvl7pPr>
            <a:lvl8pPr>
              <a:defRPr sz="600"/>
            </a:lvl8pPr>
            <a:lvl9pPr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08/11/2017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3753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87248" y="568206"/>
            <a:ext cx="1654654" cy="236799"/>
          </a:xfrm>
        </p:spPr>
        <p:txBody>
          <a:bodyPr anchor="b"/>
          <a:lstStyle>
            <a:lvl1pPr marL="0" indent="0">
              <a:buNone/>
              <a:defRPr sz="900" b="1"/>
            </a:lvl1pPr>
            <a:lvl2pPr marL="164592" indent="0">
              <a:buNone/>
              <a:defRPr sz="700" b="1"/>
            </a:lvl2pPr>
            <a:lvl3pPr marL="329184" indent="0">
              <a:buNone/>
              <a:defRPr sz="600" b="1"/>
            </a:lvl3pPr>
            <a:lvl4pPr marL="493776" indent="0">
              <a:buNone/>
              <a:defRPr sz="600" b="1"/>
            </a:lvl4pPr>
            <a:lvl5pPr marL="658368" indent="0">
              <a:buNone/>
              <a:defRPr sz="600" b="1"/>
            </a:lvl5pPr>
            <a:lvl6pPr marL="822960" indent="0">
              <a:buNone/>
              <a:defRPr sz="600" b="1"/>
            </a:lvl6pPr>
            <a:lvl7pPr marL="987552" indent="0">
              <a:buNone/>
              <a:defRPr sz="600" b="1"/>
            </a:lvl7pPr>
            <a:lvl8pPr marL="1152144" indent="0">
              <a:buNone/>
              <a:defRPr sz="600" b="1"/>
            </a:lvl8pPr>
            <a:lvl9pPr marL="1316736" indent="0">
              <a:buNone/>
              <a:defRPr sz="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87248" y="805005"/>
            <a:ext cx="1654654" cy="1462525"/>
          </a:xfrm>
        </p:spPr>
        <p:txBody>
          <a:bodyPr/>
          <a:lstStyle>
            <a:lvl1pPr>
              <a:defRPr sz="900"/>
            </a:lvl1pPr>
            <a:lvl2pPr>
              <a:defRPr sz="7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  <a:lvl6pPr>
              <a:defRPr sz="600"/>
            </a:lvl6pPr>
            <a:lvl7pPr>
              <a:defRPr sz="600"/>
            </a:lvl7pPr>
            <a:lvl8pPr>
              <a:defRPr sz="600"/>
            </a:lvl8pPr>
            <a:lvl9pPr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1902372" y="568206"/>
            <a:ext cx="1655303" cy="236799"/>
          </a:xfrm>
        </p:spPr>
        <p:txBody>
          <a:bodyPr anchor="b"/>
          <a:lstStyle>
            <a:lvl1pPr marL="0" indent="0">
              <a:buNone/>
              <a:defRPr sz="900" b="1"/>
            </a:lvl1pPr>
            <a:lvl2pPr marL="164592" indent="0">
              <a:buNone/>
              <a:defRPr sz="700" b="1"/>
            </a:lvl2pPr>
            <a:lvl3pPr marL="329184" indent="0">
              <a:buNone/>
              <a:defRPr sz="600" b="1"/>
            </a:lvl3pPr>
            <a:lvl4pPr marL="493776" indent="0">
              <a:buNone/>
              <a:defRPr sz="600" b="1"/>
            </a:lvl4pPr>
            <a:lvl5pPr marL="658368" indent="0">
              <a:buNone/>
              <a:defRPr sz="600" b="1"/>
            </a:lvl5pPr>
            <a:lvl6pPr marL="822960" indent="0">
              <a:buNone/>
              <a:defRPr sz="600" b="1"/>
            </a:lvl6pPr>
            <a:lvl7pPr marL="987552" indent="0">
              <a:buNone/>
              <a:defRPr sz="600" b="1"/>
            </a:lvl7pPr>
            <a:lvl8pPr marL="1152144" indent="0">
              <a:buNone/>
              <a:defRPr sz="600" b="1"/>
            </a:lvl8pPr>
            <a:lvl9pPr marL="1316736" indent="0">
              <a:buNone/>
              <a:defRPr sz="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1902372" y="805005"/>
            <a:ext cx="1655303" cy="1462525"/>
          </a:xfrm>
        </p:spPr>
        <p:txBody>
          <a:bodyPr/>
          <a:lstStyle>
            <a:lvl1pPr>
              <a:defRPr sz="900"/>
            </a:lvl1pPr>
            <a:lvl2pPr>
              <a:defRPr sz="7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  <a:lvl6pPr>
              <a:defRPr sz="600"/>
            </a:lvl6pPr>
            <a:lvl7pPr>
              <a:defRPr sz="600"/>
            </a:lvl7pPr>
            <a:lvl8pPr>
              <a:defRPr sz="600"/>
            </a:lvl8pPr>
            <a:lvl9pPr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08/11/2017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9850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08/11/2017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3430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08/11/2017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6757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87254" y="101067"/>
            <a:ext cx="1232051" cy="430123"/>
          </a:xfrm>
        </p:spPr>
        <p:txBody>
          <a:bodyPr anchor="b"/>
          <a:lstStyle>
            <a:lvl1pPr algn="l">
              <a:defRPr sz="7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464166" y="101069"/>
            <a:ext cx="2093511" cy="2166463"/>
          </a:xfrm>
        </p:spPr>
        <p:txBody>
          <a:bodyPr/>
          <a:lstStyle>
            <a:lvl1pPr>
              <a:defRPr sz="1200"/>
            </a:lvl1pPr>
            <a:lvl2pPr>
              <a:defRPr sz="1000"/>
            </a:lvl2pPr>
            <a:lvl3pPr>
              <a:defRPr sz="900"/>
            </a:lvl3pPr>
            <a:lvl4pPr>
              <a:defRPr sz="700"/>
            </a:lvl4pPr>
            <a:lvl5pPr>
              <a:defRPr sz="700"/>
            </a:lvl5pPr>
            <a:lvl6pPr>
              <a:defRPr sz="700"/>
            </a:lvl6pPr>
            <a:lvl7pPr>
              <a:defRPr sz="700"/>
            </a:lvl7pPr>
            <a:lvl8pPr>
              <a:defRPr sz="700"/>
            </a:lvl8pPr>
            <a:lvl9pPr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87254" y="531188"/>
            <a:ext cx="1232051" cy="1736346"/>
          </a:xfrm>
        </p:spPr>
        <p:txBody>
          <a:bodyPr/>
          <a:lstStyle>
            <a:lvl1pPr marL="0" indent="0">
              <a:buNone/>
              <a:defRPr sz="500"/>
            </a:lvl1pPr>
            <a:lvl2pPr marL="164592" indent="0">
              <a:buNone/>
              <a:defRPr sz="400"/>
            </a:lvl2pPr>
            <a:lvl3pPr marL="329184" indent="0">
              <a:buNone/>
              <a:defRPr sz="400"/>
            </a:lvl3pPr>
            <a:lvl4pPr marL="493776" indent="0">
              <a:buNone/>
              <a:defRPr sz="300"/>
            </a:lvl4pPr>
            <a:lvl5pPr marL="658368" indent="0">
              <a:buNone/>
              <a:defRPr sz="300"/>
            </a:lvl5pPr>
            <a:lvl6pPr marL="822960" indent="0">
              <a:buNone/>
              <a:defRPr sz="300"/>
            </a:lvl6pPr>
            <a:lvl7pPr marL="987552" indent="0">
              <a:buNone/>
              <a:defRPr sz="300"/>
            </a:lvl7pPr>
            <a:lvl8pPr marL="1152144" indent="0">
              <a:buNone/>
              <a:defRPr sz="300"/>
            </a:lvl8pPr>
            <a:lvl9pPr marL="1316736" indent="0">
              <a:buNone/>
              <a:defRPr sz="3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08/11/2017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190290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34029" y="1776893"/>
            <a:ext cx="2246948" cy="209772"/>
          </a:xfrm>
        </p:spPr>
        <p:txBody>
          <a:bodyPr anchor="b"/>
          <a:lstStyle>
            <a:lvl1pPr algn="l">
              <a:defRPr sz="7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734029" y="226818"/>
            <a:ext cx="2246948" cy="1523048"/>
          </a:xfrm>
        </p:spPr>
        <p:txBody>
          <a:bodyPr/>
          <a:lstStyle>
            <a:lvl1pPr marL="0" indent="0">
              <a:buNone/>
              <a:defRPr sz="1200"/>
            </a:lvl1pPr>
            <a:lvl2pPr marL="164592" indent="0">
              <a:buNone/>
              <a:defRPr sz="1000"/>
            </a:lvl2pPr>
            <a:lvl3pPr marL="329184" indent="0">
              <a:buNone/>
              <a:defRPr sz="900"/>
            </a:lvl3pPr>
            <a:lvl4pPr marL="493776" indent="0">
              <a:buNone/>
              <a:defRPr sz="700"/>
            </a:lvl4pPr>
            <a:lvl5pPr marL="658368" indent="0">
              <a:buNone/>
              <a:defRPr sz="700"/>
            </a:lvl5pPr>
            <a:lvl6pPr marL="822960" indent="0">
              <a:buNone/>
              <a:defRPr sz="700"/>
            </a:lvl6pPr>
            <a:lvl7pPr marL="987552" indent="0">
              <a:buNone/>
              <a:defRPr sz="700"/>
            </a:lvl7pPr>
            <a:lvl8pPr marL="1152144" indent="0">
              <a:buNone/>
              <a:defRPr sz="700"/>
            </a:lvl8pPr>
            <a:lvl9pPr marL="1316736" indent="0">
              <a:buNone/>
              <a:defRPr sz="7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34029" y="1986665"/>
            <a:ext cx="2246948" cy="297911"/>
          </a:xfrm>
        </p:spPr>
        <p:txBody>
          <a:bodyPr/>
          <a:lstStyle>
            <a:lvl1pPr marL="0" indent="0">
              <a:buNone/>
              <a:defRPr sz="500"/>
            </a:lvl1pPr>
            <a:lvl2pPr marL="164592" indent="0">
              <a:buNone/>
              <a:defRPr sz="400"/>
            </a:lvl2pPr>
            <a:lvl3pPr marL="329184" indent="0">
              <a:buNone/>
              <a:defRPr sz="400"/>
            </a:lvl3pPr>
            <a:lvl4pPr marL="493776" indent="0">
              <a:buNone/>
              <a:defRPr sz="300"/>
            </a:lvl4pPr>
            <a:lvl5pPr marL="658368" indent="0">
              <a:buNone/>
              <a:defRPr sz="300"/>
            </a:lvl5pPr>
            <a:lvl6pPr marL="822960" indent="0">
              <a:buNone/>
              <a:defRPr sz="300"/>
            </a:lvl6pPr>
            <a:lvl7pPr marL="987552" indent="0">
              <a:buNone/>
              <a:defRPr sz="300"/>
            </a:lvl7pPr>
            <a:lvl8pPr marL="1152144" indent="0">
              <a:buNone/>
              <a:defRPr sz="300"/>
            </a:lvl8pPr>
            <a:lvl9pPr marL="1316736" indent="0">
              <a:buNone/>
              <a:defRPr sz="3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08/11/2017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4250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08/11/2017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388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2715070" y="101657"/>
            <a:ext cx="842605" cy="2165876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87255" y="101657"/>
            <a:ext cx="2465401" cy="2165876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29BF-30DA-4EEB-B4C9-02D07A7BBEAA}" type="datetimeFigureOut">
              <a:rPr lang="fr-FR" smtClean="0"/>
              <a:t>08/11/2017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9973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87247" y="101662"/>
            <a:ext cx="3370422" cy="423071"/>
          </a:xfrm>
          <a:prstGeom prst="rect">
            <a:avLst/>
          </a:prstGeom>
        </p:spPr>
        <p:txBody>
          <a:bodyPr vert="horz" lIns="32918" tIns="16459" rIns="32918" bIns="16459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87247" y="592302"/>
            <a:ext cx="3370422" cy="1675235"/>
          </a:xfrm>
          <a:prstGeom prst="rect">
            <a:avLst/>
          </a:prstGeom>
        </p:spPr>
        <p:txBody>
          <a:bodyPr vert="horz" lIns="32918" tIns="16459" rIns="32918" bIns="16459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187246" y="2352736"/>
            <a:ext cx="873814" cy="135145"/>
          </a:xfrm>
          <a:prstGeom prst="rect">
            <a:avLst/>
          </a:prstGeom>
        </p:spPr>
        <p:txBody>
          <a:bodyPr vert="horz" lIns="32918" tIns="16459" rIns="32918" bIns="16459" rtlCol="0" anchor="ctr"/>
          <a:lstStyle>
            <a:lvl1pPr algn="l">
              <a:defRPr sz="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5C29BF-30DA-4EEB-B4C9-02D07A7BBEAA}" type="datetimeFigureOut">
              <a:rPr lang="fr-FR" smtClean="0"/>
              <a:t>08/11/2017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279515" y="2352736"/>
            <a:ext cx="1185889" cy="135145"/>
          </a:xfrm>
          <a:prstGeom prst="rect">
            <a:avLst/>
          </a:prstGeom>
        </p:spPr>
        <p:txBody>
          <a:bodyPr vert="horz" lIns="32918" tIns="16459" rIns="32918" bIns="16459" rtlCol="0" anchor="ctr"/>
          <a:lstStyle>
            <a:lvl1pPr algn="ctr">
              <a:defRPr sz="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2683855" y="2352736"/>
            <a:ext cx="873814" cy="135145"/>
          </a:xfrm>
          <a:prstGeom prst="rect">
            <a:avLst/>
          </a:prstGeom>
        </p:spPr>
        <p:txBody>
          <a:bodyPr vert="horz" lIns="32918" tIns="16459" rIns="32918" bIns="16459" rtlCol="0" anchor="ctr"/>
          <a:lstStyle>
            <a:lvl1pPr algn="r">
              <a:defRPr sz="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247AA-B1DD-4E9B-ACE2-9D671278FA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601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29184" rtl="0" eaLnBrk="1" latinLnBrk="0" hangingPunct="1">
        <a:spcBef>
          <a:spcPct val="0"/>
        </a:spcBef>
        <a:buNone/>
        <a:defRPr sz="1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3444" indent="-123444" algn="l" defTabSz="329184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267462" indent="-102870" algn="l" defTabSz="329184" rtl="0" eaLnBrk="1" latinLnBrk="0" hangingPunct="1">
        <a:spcBef>
          <a:spcPct val="20000"/>
        </a:spcBef>
        <a:buFont typeface="Arial" panose="020B0604020202020204" pitchFamily="34" charset="0"/>
        <a:buChar char="–"/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" indent="-82296" algn="l" defTabSz="329184" rtl="0" eaLnBrk="1" latinLnBrk="0" hangingPunct="1">
        <a:spcBef>
          <a:spcPct val="200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3pPr>
      <a:lvl4pPr marL="576072" indent="-82296" algn="l" defTabSz="329184" rtl="0" eaLnBrk="1" latinLnBrk="0" hangingPunct="1">
        <a:spcBef>
          <a:spcPct val="20000"/>
        </a:spcBef>
        <a:buFont typeface="Arial" panose="020B0604020202020204" pitchFamily="34" charset="0"/>
        <a:buChar char="–"/>
        <a:defRPr sz="700" kern="1200">
          <a:solidFill>
            <a:schemeClr val="tx1"/>
          </a:solidFill>
          <a:latin typeface="+mn-lt"/>
          <a:ea typeface="+mn-ea"/>
          <a:cs typeface="+mn-cs"/>
        </a:defRPr>
      </a:lvl4pPr>
      <a:lvl5pPr marL="740664" indent="-82296" algn="l" defTabSz="329184" rtl="0" eaLnBrk="1" latinLnBrk="0" hangingPunct="1">
        <a:spcBef>
          <a:spcPct val="20000"/>
        </a:spcBef>
        <a:buFont typeface="Arial" panose="020B0604020202020204" pitchFamily="34" charset="0"/>
        <a:buChar char="»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905256" indent="-82296" algn="l" defTabSz="329184" rtl="0" eaLnBrk="1" latinLnBrk="0" hangingPunct="1">
        <a:spcBef>
          <a:spcPct val="200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6pPr>
      <a:lvl7pPr marL="1069848" indent="-82296" algn="l" defTabSz="329184" rtl="0" eaLnBrk="1" latinLnBrk="0" hangingPunct="1">
        <a:spcBef>
          <a:spcPct val="200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7pPr>
      <a:lvl8pPr marL="1234440" indent="-82296" algn="l" defTabSz="329184" rtl="0" eaLnBrk="1" latinLnBrk="0" hangingPunct="1">
        <a:spcBef>
          <a:spcPct val="200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" indent="-82296" algn="l" defTabSz="329184" rtl="0" eaLnBrk="1" latinLnBrk="0" hangingPunct="1">
        <a:spcBef>
          <a:spcPct val="200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329184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" algn="l" defTabSz="329184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2pPr>
      <a:lvl3pPr marL="329184" algn="l" defTabSz="329184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3pPr>
      <a:lvl4pPr marL="493776" algn="l" defTabSz="329184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" algn="l" defTabSz="329184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" algn="l" defTabSz="329184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6pPr>
      <a:lvl7pPr marL="987552" algn="l" defTabSz="329184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7pPr>
      <a:lvl8pPr marL="1152144" algn="l" defTabSz="329184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" algn="l" defTabSz="329184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/>
          <p:cNvGrpSpPr/>
          <p:nvPr/>
        </p:nvGrpSpPr>
        <p:grpSpPr>
          <a:xfrm>
            <a:off x="-73617" y="8835"/>
            <a:ext cx="3781992" cy="2529271"/>
            <a:chOff x="-73617" y="8835"/>
            <a:chExt cx="3781992" cy="2529271"/>
          </a:xfrm>
        </p:grpSpPr>
        <p:sp>
          <p:nvSpPr>
            <p:cNvPr id="208" name="Rectangle 207"/>
            <p:cNvSpPr/>
            <p:nvPr/>
          </p:nvSpPr>
          <p:spPr>
            <a:xfrm>
              <a:off x="682648" y="1260275"/>
              <a:ext cx="2181338" cy="423412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Rectangle 208"/>
            <p:cNvSpPr/>
            <p:nvPr/>
          </p:nvSpPr>
          <p:spPr>
            <a:xfrm>
              <a:off x="682648" y="937487"/>
              <a:ext cx="2181338" cy="4380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Ellipse 209"/>
            <p:cNvSpPr/>
            <p:nvPr/>
          </p:nvSpPr>
          <p:spPr>
            <a:xfrm>
              <a:off x="784780" y="843306"/>
              <a:ext cx="211097" cy="13798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1" name="Ellipse 210"/>
            <p:cNvSpPr/>
            <p:nvPr/>
          </p:nvSpPr>
          <p:spPr>
            <a:xfrm>
              <a:off x="1175208" y="843306"/>
              <a:ext cx="211097" cy="13798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" name="Ellipse 211"/>
            <p:cNvSpPr/>
            <p:nvPr/>
          </p:nvSpPr>
          <p:spPr>
            <a:xfrm>
              <a:off x="1456671" y="843306"/>
              <a:ext cx="211097" cy="13798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3" name="Ellipse 212"/>
            <p:cNvSpPr/>
            <p:nvPr/>
          </p:nvSpPr>
          <p:spPr>
            <a:xfrm>
              <a:off x="2019597" y="843306"/>
              <a:ext cx="211097" cy="13798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4" name="Ellipse 213"/>
            <p:cNvSpPr/>
            <p:nvPr/>
          </p:nvSpPr>
          <p:spPr>
            <a:xfrm>
              <a:off x="2582523" y="843306"/>
              <a:ext cx="211097" cy="13798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5" name="Rectangle 214"/>
            <p:cNvSpPr/>
            <p:nvPr/>
          </p:nvSpPr>
          <p:spPr>
            <a:xfrm>
              <a:off x="682648" y="585961"/>
              <a:ext cx="2181338" cy="43804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6" name="Connecteur droit 215"/>
            <p:cNvCxnSpPr>
              <a:endCxn id="215" idx="1"/>
            </p:cNvCxnSpPr>
            <p:nvPr/>
          </p:nvCxnSpPr>
          <p:spPr>
            <a:xfrm flipV="1">
              <a:off x="682648" y="607863"/>
              <a:ext cx="0" cy="1075826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17" name="Connecteur droit 216"/>
            <p:cNvCxnSpPr>
              <a:endCxn id="215" idx="3"/>
            </p:cNvCxnSpPr>
            <p:nvPr/>
          </p:nvCxnSpPr>
          <p:spPr>
            <a:xfrm flipH="1" flipV="1">
              <a:off x="2863986" y="607863"/>
              <a:ext cx="1" cy="1075826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18" name="Connecteur droit 217"/>
            <p:cNvCxnSpPr/>
            <p:nvPr/>
          </p:nvCxnSpPr>
          <p:spPr>
            <a:xfrm>
              <a:off x="682648" y="629765"/>
              <a:ext cx="2181338" cy="0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219" name="Rectangle 218"/>
            <p:cNvSpPr/>
            <p:nvPr/>
          </p:nvSpPr>
          <p:spPr>
            <a:xfrm>
              <a:off x="634722" y="1360878"/>
              <a:ext cx="751583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p-</a:t>
              </a:r>
              <a:r>
                <a:rPr lang="en-US" sz="12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ZnTe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0" name="Rectangle 219"/>
            <p:cNvSpPr/>
            <p:nvPr/>
          </p:nvSpPr>
          <p:spPr>
            <a:xfrm>
              <a:off x="638982" y="989805"/>
              <a:ext cx="1665522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i-ZnTe</a:t>
              </a:r>
              <a:r>
                <a:rPr lang="en-US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(150 - 200 nm)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1" name="Rectangle 220"/>
            <p:cNvSpPr/>
            <p:nvPr/>
          </p:nvSpPr>
          <p:spPr>
            <a:xfrm>
              <a:off x="-73617" y="492327"/>
              <a:ext cx="887502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Au (</a:t>
              </a:r>
              <a:r>
                <a: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6 </a:t>
              </a:r>
              <a:r>
                <a:rPr lang="en-US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nm)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222" name="Image 221" descr="Image3.png"/>
            <p:cNvPicPr>
              <a:picLocks noChangeAspect="1"/>
            </p:cNvPicPr>
            <p:nvPr/>
          </p:nvPicPr>
          <p:blipFill>
            <a:blip r:embed="rId2" cstate="print"/>
            <a:srcRect b="48823"/>
            <a:stretch>
              <a:fillRect/>
            </a:stretch>
          </p:blipFill>
          <p:spPr>
            <a:xfrm>
              <a:off x="706558" y="8835"/>
              <a:ext cx="1875965" cy="577126"/>
            </a:xfrm>
            <a:prstGeom prst="rect">
              <a:avLst/>
            </a:prstGeom>
          </p:spPr>
        </p:pic>
        <p:sp>
          <p:nvSpPr>
            <p:cNvPr id="223" name="Rectangle 222"/>
            <p:cNvSpPr/>
            <p:nvPr/>
          </p:nvSpPr>
          <p:spPr>
            <a:xfrm>
              <a:off x="881527" y="341456"/>
              <a:ext cx="413008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SIL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4" name="Ellipse 223"/>
            <p:cNvSpPr/>
            <p:nvPr/>
          </p:nvSpPr>
          <p:spPr>
            <a:xfrm>
              <a:off x="3286181" y="1129731"/>
              <a:ext cx="422194" cy="389266"/>
            </a:xfrm>
            <a:prstGeom prst="ellipse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5" name="Connecteur droit 224"/>
            <p:cNvCxnSpPr/>
            <p:nvPr/>
          </p:nvCxnSpPr>
          <p:spPr>
            <a:xfrm flipV="1">
              <a:off x="2688072" y="146819"/>
              <a:ext cx="0" cy="43439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Connecteur droit 225"/>
            <p:cNvCxnSpPr/>
            <p:nvPr/>
          </p:nvCxnSpPr>
          <p:spPr>
            <a:xfrm>
              <a:off x="2688072" y="146819"/>
              <a:ext cx="80920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Connecteur droit 226"/>
            <p:cNvCxnSpPr>
              <a:endCxn id="224" idx="0"/>
            </p:cNvCxnSpPr>
            <p:nvPr/>
          </p:nvCxnSpPr>
          <p:spPr>
            <a:xfrm>
              <a:off x="3497278" y="146819"/>
              <a:ext cx="0" cy="9829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Connecteur droit 227"/>
            <p:cNvCxnSpPr>
              <a:stCxn id="224" idx="4"/>
            </p:cNvCxnSpPr>
            <p:nvPr/>
          </p:nvCxnSpPr>
          <p:spPr>
            <a:xfrm>
              <a:off x="3497278" y="1518997"/>
              <a:ext cx="0" cy="56918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Connecteur droit 228"/>
            <p:cNvCxnSpPr/>
            <p:nvPr/>
          </p:nvCxnSpPr>
          <p:spPr>
            <a:xfrm>
              <a:off x="2688072" y="1683687"/>
              <a:ext cx="0" cy="6744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Connecteur droit 229"/>
            <p:cNvCxnSpPr/>
            <p:nvPr/>
          </p:nvCxnSpPr>
          <p:spPr>
            <a:xfrm>
              <a:off x="2688072" y="2088182"/>
              <a:ext cx="80920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1" name="Rectangle 230"/>
            <p:cNvSpPr/>
            <p:nvPr/>
          </p:nvSpPr>
          <p:spPr>
            <a:xfrm>
              <a:off x="3328736" y="1093531"/>
              <a:ext cx="313932" cy="461665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sz="2400" dirty="0" smtClean="0"/>
                <a:t>V</a:t>
              </a:r>
              <a:endParaRPr lang="en-US" sz="2400" dirty="0"/>
            </a:p>
          </p:txBody>
        </p:sp>
        <p:sp>
          <p:nvSpPr>
            <p:cNvPr id="232" name="Rectangle 231"/>
            <p:cNvSpPr/>
            <p:nvPr/>
          </p:nvSpPr>
          <p:spPr>
            <a:xfrm>
              <a:off x="194388" y="892897"/>
              <a:ext cx="524083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CdTe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3" name="Rectangle 232"/>
            <p:cNvSpPr/>
            <p:nvPr/>
          </p:nvSpPr>
          <p:spPr>
            <a:xfrm>
              <a:off x="638983" y="611759"/>
              <a:ext cx="1305481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i-ZnTe</a:t>
              </a:r>
              <a:r>
                <a:rPr lang="en-US" sz="12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(110 nm)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34" name="Connecteur droit 233"/>
            <p:cNvCxnSpPr/>
            <p:nvPr/>
          </p:nvCxnSpPr>
          <p:spPr>
            <a:xfrm flipV="1">
              <a:off x="2534400" y="2357925"/>
              <a:ext cx="320400" cy="25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Connecteur droit 234"/>
            <p:cNvCxnSpPr/>
            <p:nvPr/>
          </p:nvCxnSpPr>
          <p:spPr>
            <a:xfrm flipH="1">
              <a:off x="2515752" y="2358106"/>
              <a:ext cx="72000" cy="18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Connecteur droit 235"/>
            <p:cNvCxnSpPr/>
            <p:nvPr/>
          </p:nvCxnSpPr>
          <p:spPr>
            <a:xfrm flipH="1">
              <a:off x="2726848" y="2358106"/>
              <a:ext cx="72000" cy="18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Connecteur droit 236"/>
            <p:cNvCxnSpPr/>
            <p:nvPr/>
          </p:nvCxnSpPr>
          <p:spPr>
            <a:xfrm flipH="1">
              <a:off x="2621300" y="2358106"/>
              <a:ext cx="72000" cy="18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Connecteur droit 237"/>
            <p:cNvCxnSpPr/>
            <p:nvPr/>
          </p:nvCxnSpPr>
          <p:spPr>
            <a:xfrm flipH="1">
              <a:off x="2673624" y="2358106"/>
              <a:ext cx="72000" cy="18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Connecteur droit 238"/>
            <p:cNvCxnSpPr/>
            <p:nvPr/>
          </p:nvCxnSpPr>
          <p:spPr>
            <a:xfrm flipH="1">
              <a:off x="2569224" y="2357925"/>
              <a:ext cx="72000" cy="18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Connecteur droit 239"/>
            <p:cNvCxnSpPr/>
            <p:nvPr/>
          </p:nvCxnSpPr>
          <p:spPr>
            <a:xfrm flipH="1">
              <a:off x="2782800" y="2358000"/>
              <a:ext cx="72000" cy="18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Connecteur droit 240"/>
            <p:cNvCxnSpPr/>
            <p:nvPr/>
          </p:nvCxnSpPr>
          <p:spPr>
            <a:xfrm flipH="1">
              <a:off x="2462400" y="2358000"/>
              <a:ext cx="72000" cy="18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810975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</TotalTime>
  <Words>21</Words>
  <Application>Microsoft Office PowerPoint</Application>
  <PresentationFormat>Personnalisé</PresentationFormat>
  <Paragraphs>7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9</cp:revision>
  <dcterms:created xsi:type="dcterms:W3CDTF">2017-09-13T12:26:46Z</dcterms:created>
  <dcterms:modified xsi:type="dcterms:W3CDTF">2017-11-08T14:54:33Z</dcterms:modified>
</cp:coreProperties>
</file>