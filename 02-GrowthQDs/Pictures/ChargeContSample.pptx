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744913" cy="2124075"/>
  <p:notesSz cx="6858000" cy="9144000"/>
  <p:defaultTextStyle>
    <a:defPPr>
      <a:defRPr lang="fr-FR"/>
    </a:defPPr>
    <a:lvl1pPr marL="0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164592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329184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493776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658368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822960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987552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152144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316736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2694" y="-1302"/>
      </p:cViewPr>
      <p:guideLst>
        <p:guide orient="horz" pos="670"/>
        <p:guide pos="11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80871" y="659842"/>
            <a:ext cx="3183177" cy="45529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61739" y="1203644"/>
            <a:ext cx="2621439" cy="54281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645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29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4937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583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22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987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1521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16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4641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3166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95824" y="1364918"/>
            <a:ext cx="3183177" cy="421865"/>
          </a:xfrm>
        </p:spPr>
        <p:txBody>
          <a:bodyPr anchor="t"/>
          <a:lstStyle>
            <a:lvl1pPr algn="l">
              <a:defRPr sz="14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95824" y="900275"/>
            <a:ext cx="3183177" cy="464641"/>
          </a:xfrm>
        </p:spPr>
        <p:txBody>
          <a:bodyPr anchor="b"/>
          <a:lstStyle>
            <a:lvl1pPr marL="0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1pPr>
            <a:lvl2pPr marL="164592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2pPr>
            <a:lvl3pPr marL="329184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3pPr>
            <a:lvl4pPr marL="493776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4pPr>
            <a:lvl5pPr marL="658368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5pPr>
            <a:lvl6pPr marL="822960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6pPr>
            <a:lvl7pPr marL="987552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7pPr>
            <a:lvl8pPr marL="1152144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8pPr>
            <a:lvl9pPr marL="1316736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3321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87248" y="495620"/>
            <a:ext cx="1654004" cy="1401791"/>
          </a:xfrm>
        </p:spPr>
        <p:txBody>
          <a:bodyPr/>
          <a:lstStyle>
            <a:lvl1pPr>
              <a:defRPr sz="1000"/>
            </a:lvl1pPr>
            <a:lvl2pPr>
              <a:defRPr sz="900"/>
            </a:lvl2pPr>
            <a:lvl3pPr>
              <a:defRPr sz="70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903666" y="495620"/>
            <a:ext cx="1654004" cy="1401791"/>
          </a:xfrm>
        </p:spPr>
        <p:txBody>
          <a:bodyPr/>
          <a:lstStyle>
            <a:lvl1pPr>
              <a:defRPr sz="1000"/>
            </a:lvl1pPr>
            <a:lvl2pPr>
              <a:defRPr sz="900"/>
            </a:lvl2pPr>
            <a:lvl3pPr>
              <a:defRPr sz="70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3753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87248" y="475459"/>
            <a:ext cx="1654654" cy="198148"/>
          </a:xfrm>
        </p:spPr>
        <p:txBody>
          <a:bodyPr anchor="b"/>
          <a:lstStyle>
            <a:lvl1pPr marL="0" indent="0">
              <a:buNone/>
              <a:defRPr sz="900" b="1"/>
            </a:lvl1pPr>
            <a:lvl2pPr marL="164592" indent="0">
              <a:buNone/>
              <a:defRPr sz="700" b="1"/>
            </a:lvl2pPr>
            <a:lvl3pPr marL="329184" indent="0">
              <a:buNone/>
              <a:defRPr sz="600" b="1"/>
            </a:lvl3pPr>
            <a:lvl4pPr marL="493776" indent="0">
              <a:buNone/>
              <a:defRPr sz="600" b="1"/>
            </a:lvl4pPr>
            <a:lvl5pPr marL="658368" indent="0">
              <a:buNone/>
              <a:defRPr sz="600" b="1"/>
            </a:lvl5pPr>
            <a:lvl6pPr marL="822960" indent="0">
              <a:buNone/>
              <a:defRPr sz="600" b="1"/>
            </a:lvl6pPr>
            <a:lvl7pPr marL="987552" indent="0">
              <a:buNone/>
              <a:defRPr sz="600" b="1"/>
            </a:lvl7pPr>
            <a:lvl8pPr marL="1152144" indent="0">
              <a:buNone/>
              <a:defRPr sz="600" b="1"/>
            </a:lvl8pPr>
            <a:lvl9pPr marL="1316736" indent="0">
              <a:buNone/>
              <a:defRPr sz="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87248" y="673607"/>
            <a:ext cx="1654654" cy="1223802"/>
          </a:xfrm>
        </p:spPr>
        <p:txBody>
          <a:bodyPr/>
          <a:lstStyle>
            <a:lvl1pPr>
              <a:defRPr sz="900"/>
            </a:lvl1pPr>
            <a:lvl2pPr>
              <a:defRPr sz="7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1902366" y="475459"/>
            <a:ext cx="1655303" cy="198148"/>
          </a:xfrm>
        </p:spPr>
        <p:txBody>
          <a:bodyPr anchor="b"/>
          <a:lstStyle>
            <a:lvl1pPr marL="0" indent="0">
              <a:buNone/>
              <a:defRPr sz="900" b="1"/>
            </a:lvl1pPr>
            <a:lvl2pPr marL="164592" indent="0">
              <a:buNone/>
              <a:defRPr sz="700" b="1"/>
            </a:lvl2pPr>
            <a:lvl3pPr marL="329184" indent="0">
              <a:buNone/>
              <a:defRPr sz="600" b="1"/>
            </a:lvl3pPr>
            <a:lvl4pPr marL="493776" indent="0">
              <a:buNone/>
              <a:defRPr sz="600" b="1"/>
            </a:lvl4pPr>
            <a:lvl5pPr marL="658368" indent="0">
              <a:buNone/>
              <a:defRPr sz="600" b="1"/>
            </a:lvl5pPr>
            <a:lvl6pPr marL="822960" indent="0">
              <a:buNone/>
              <a:defRPr sz="600" b="1"/>
            </a:lvl6pPr>
            <a:lvl7pPr marL="987552" indent="0">
              <a:buNone/>
              <a:defRPr sz="600" b="1"/>
            </a:lvl7pPr>
            <a:lvl8pPr marL="1152144" indent="0">
              <a:buNone/>
              <a:defRPr sz="600" b="1"/>
            </a:lvl8pPr>
            <a:lvl9pPr marL="1316736" indent="0">
              <a:buNone/>
              <a:defRPr sz="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1902366" y="673607"/>
            <a:ext cx="1655303" cy="1223802"/>
          </a:xfrm>
        </p:spPr>
        <p:txBody>
          <a:bodyPr/>
          <a:lstStyle>
            <a:lvl1pPr>
              <a:defRPr sz="900"/>
            </a:lvl1pPr>
            <a:lvl2pPr>
              <a:defRPr sz="7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850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430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6757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87248" y="84571"/>
            <a:ext cx="1232051" cy="359914"/>
          </a:xfrm>
        </p:spPr>
        <p:txBody>
          <a:bodyPr anchor="b"/>
          <a:lstStyle>
            <a:lvl1pPr algn="l">
              <a:defRPr sz="7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464160" y="84572"/>
            <a:ext cx="2093511" cy="1812838"/>
          </a:xfrm>
        </p:spPr>
        <p:txBody>
          <a:bodyPr/>
          <a:lstStyle>
            <a:lvl1pPr>
              <a:defRPr sz="1200"/>
            </a:lvl1pPr>
            <a:lvl2pPr>
              <a:defRPr sz="1000"/>
            </a:lvl2pPr>
            <a:lvl3pPr>
              <a:defRPr sz="900"/>
            </a:lvl3pPr>
            <a:lvl4pPr>
              <a:defRPr sz="700"/>
            </a:lvl4pPr>
            <a:lvl5pPr>
              <a:defRPr sz="700"/>
            </a:lvl5pPr>
            <a:lvl6pPr>
              <a:defRPr sz="700"/>
            </a:lvl6pPr>
            <a:lvl7pPr>
              <a:defRPr sz="700"/>
            </a:lvl7pPr>
            <a:lvl8pPr>
              <a:defRPr sz="700"/>
            </a:lvl8pPr>
            <a:lvl9pPr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87248" y="444482"/>
            <a:ext cx="1232051" cy="1452927"/>
          </a:xfrm>
        </p:spPr>
        <p:txBody>
          <a:bodyPr/>
          <a:lstStyle>
            <a:lvl1pPr marL="0" indent="0">
              <a:buNone/>
              <a:defRPr sz="500"/>
            </a:lvl1pPr>
            <a:lvl2pPr marL="164592" indent="0">
              <a:buNone/>
              <a:defRPr sz="400"/>
            </a:lvl2pPr>
            <a:lvl3pPr marL="329184" indent="0">
              <a:buNone/>
              <a:defRPr sz="400"/>
            </a:lvl3pPr>
            <a:lvl4pPr marL="493776" indent="0">
              <a:buNone/>
              <a:defRPr sz="300"/>
            </a:lvl4pPr>
            <a:lvl5pPr marL="658368" indent="0">
              <a:buNone/>
              <a:defRPr sz="300"/>
            </a:lvl5pPr>
            <a:lvl6pPr marL="822960" indent="0">
              <a:buNone/>
              <a:defRPr sz="300"/>
            </a:lvl6pPr>
            <a:lvl7pPr marL="987552" indent="0">
              <a:buNone/>
              <a:defRPr sz="300"/>
            </a:lvl7pPr>
            <a:lvl8pPr marL="1152144" indent="0">
              <a:buNone/>
              <a:defRPr sz="300"/>
            </a:lvl8pPr>
            <a:lvl9pPr marL="1316736" indent="0">
              <a:buNone/>
              <a:defRPr sz="3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9029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34029" y="1486854"/>
            <a:ext cx="2246948" cy="175531"/>
          </a:xfrm>
        </p:spPr>
        <p:txBody>
          <a:bodyPr anchor="b"/>
          <a:lstStyle>
            <a:lvl1pPr algn="l">
              <a:defRPr sz="7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734029" y="189793"/>
            <a:ext cx="2246948" cy="1274445"/>
          </a:xfrm>
        </p:spPr>
        <p:txBody>
          <a:bodyPr/>
          <a:lstStyle>
            <a:lvl1pPr marL="0" indent="0">
              <a:buNone/>
              <a:defRPr sz="1200"/>
            </a:lvl1pPr>
            <a:lvl2pPr marL="164592" indent="0">
              <a:buNone/>
              <a:defRPr sz="1000"/>
            </a:lvl2pPr>
            <a:lvl3pPr marL="329184" indent="0">
              <a:buNone/>
              <a:defRPr sz="900"/>
            </a:lvl3pPr>
            <a:lvl4pPr marL="493776" indent="0">
              <a:buNone/>
              <a:defRPr sz="700"/>
            </a:lvl4pPr>
            <a:lvl5pPr marL="658368" indent="0">
              <a:buNone/>
              <a:defRPr sz="700"/>
            </a:lvl5pPr>
            <a:lvl6pPr marL="822960" indent="0">
              <a:buNone/>
              <a:defRPr sz="700"/>
            </a:lvl6pPr>
            <a:lvl7pPr marL="987552" indent="0">
              <a:buNone/>
              <a:defRPr sz="700"/>
            </a:lvl7pPr>
            <a:lvl8pPr marL="1152144" indent="0">
              <a:buNone/>
              <a:defRPr sz="700"/>
            </a:lvl8pPr>
            <a:lvl9pPr marL="1316736" indent="0">
              <a:buNone/>
              <a:defRPr sz="7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34029" y="1662386"/>
            <a:ext cx="2246948" cy="249284"/>
          </a:xfrm>
        </p:spPr>
        <p:txBody>
          <a:bodyPr/>
          <a:lstStyle>
            <a:lvl1pPr marL="0" indent="0">
              <a:buNone/>
              <a:defRPr sz="500"/>
            </a:lvl1pPr>
            <a:lvl2pPr marL="164592" indent="0">
              <a:buNone/>
              <a:defRPr sz="400"/>
            </a:lvl2pPr>
            <a:lvl3pPr marL="329184" indent="0">
              <a:buNone/>
              <a:defRPr sz="400"/>
            </a:lvl3pPr>
            <a:lvl4pPr marL="493776" indent="0">
              <a:buNone/>
              <a:defRPr sz="300"/>
            </a:lvl4pPr>
            <a:lvl5pPr marL="658368" indent="0">
              <a:buNone/>
              <a:defRPr sz="300"/>
            </a:lvl5pPr>
            <a:lvl6pPr marL="822960" indent="0">
              <a:buNone/>
              <a:defRPr sz="300"/>
            </a:lvl6pPr>
            <a:lvl7pPr marL="987552" indent="0">
              <a:buNone/>
              <a:defRPr sz="300"/>
            </a:lvl7pPr>
            <a:lvl8pPr marL="1152144" indent="0">
              <a:buNone/>
              <a:defRPr sz="300"/>
            </a:lvl8pPr>
            <a:lvl9pPr marL="1316736" indent="0">
              <a:buNone/>
              <a:defRPr sz="3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4250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388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715064" y="85062"/>
            <a:ext cx="842605" cy="181234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87249" y="85062"/>
            <a:ext cx="2465401" cy="181234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997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87247" y="85065"/>
            <a:ext cx="3370422" cy="354013"/>
          </a:xfrm>
          <a:prstGeom prst="rect">
            <a:avLst/>
          </a:prstGeom>
        </p:spPr>
        <p:txBody>
          <a:bodyPr vert="horz" lIns="32918" tIns="16459" rIns="32918" bIns="16459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87247" y="495620"/>
            <a:ext cx="3370422" cy="1401791"/>
          </a:xfrm>
          <a:prstGeom prst="rect">
            <a:avLst/>
          </a:prstGeom>
        </p:spPr>
        <p:txBody>
          <a:bodyPr vert="horz" lIns="32918" tIns="16459" rIns="32918" bIns="16459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87246" y="1968704"/>
            <a:ext cx="873814" cy="113087"/>
          </a:xfrm>
          <a:prstGeom prst="rect">
            <a:avLst/>
          </a:prstGeom>
        </p:spPr>
        <p:txBody>
          <a:bodyPr vert="horz" lIns="32918" tIns="16459" rIns="32918" bIns="16459" rtlCol="0" anchor="ctr"/>
          <a:lstStyle>
            <a:lvl1pPr algn="l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C29BF-30DA-4EEB-B4C9-02D07A7BBEAA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279515" y="1968704"/>
            <a:ext cx="1185889" cy="113087"/>
          </a:xfrm>
          <a:prstGeom prst="rect">
            <a:avLst/>
          </a:prstGeom>
        </p:spPr>
        <p:txBody>
          <a:bodyPr vert="horz" lIns="32918" tIns="16459" rIns="32918" bIns="16459" rtlCol="0" anchor="ctr"/>
          <a:lstStyle>
            <a:lvl1pPr algn="ctr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683855" y="1968704"/>
            <a:ext cx="873814" cy="113087"/>
          </a:xfrm>
          <a:prstGeom prst="rect">
            <a:avLst/>
          </a:prstGeom>
        </p:spPr>
        <p:txBody>
          <a:bodyPr vert="horz" lIns="32918" tIns="16459" rIns="32918" bIns="16459" rtlCol="0" anchor="ctr"/>
          <a:lstStyle>
            <a:lvl1pPr algn="r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601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29184" rtl="0" eaLnBrk="1" latinLnBrk="0" hangingPunct="1">
        <a:spcBef>
          <a:spcPct val="0"/>
        </a:spcBef>
        <a:buNone/>
        <a:defRPr sz="1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3444" indent="-123444" algn="l" defTabSz="329184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267462" indent="-102870" algn="l" defTabSz="329184" rtl="0" eaLnBrk="1" latinLnBrk="0" hangingPunct="1">
        <a:spcBef>
          <a:spcPct val="20000"/>
        </a:spcBef>
        <a:buFont typeface="Arial" panose="020B0604020202020204" pitchFamily="34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" indent="-82296" algn="l" defTabSz="329184" rtl="0" eaLnBrk="1" latinLnBrk="0" hangingPunct="1">
        <a:spcBef>
          <a:spcPct val="200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" indent="-82296" algn="l" defTabSz="329184" rtl="0" eaLnBrk="1" latinLnBrk="0" hangingPunct="1">
        <a:spcBef>
          <a:spcPct val="20000"/>
        </a:spcBef>
        <a:buFont typeface="Arial" panose="020B0604020202020204" pitchFamily="34" charset="0"/>
        <a:buChar char="–"/>
        <a:defRPr sz="700" kern="1200">
          <a:solidFill>
            <a:schemeClr val="tx1"/>
          </a:solidFill>
          <a:latin typeface="+mn-lt"/>
          <a:ea typeface="+mn-ea"/>
          <a:cs typeface="+mn-cs"/>
        </a:defRPr>
      </a:lvl4pPr>
      <a:lvl5pPr marL="740664" indent="-82296" algn="l" defTabSz="329184" rtl="0" eaLnBrk="1" latinLnBrk="0" hangingPunct="1">
        <a:spcBef>
          <a:spcPct val="20000"/>
        </a:spcBef>
        <a:buFont typeface="Arial" panose="020B0604020202020204" pitchFamily="34" charset="0"/>
        <a:buChar char="»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905256" indent="-82296" algn="l" defTabSz="329184" rtl="0" eaLnBrk="1" latinLnBrk="0" hangingPunct="1">
        <a:spcBef>
          <a:spcPct val="200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6pPr>
      <a:lvl7pPr marL="1069848" indent="-82296" algn="l" defTabSz="329184" rtl="0" eaLnBrk="1" latinLnBrk="0" hangingPunct="1">
        <a:spcBef>
          <a:spcPct val="200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7pPr>
      <a:lvl8pPr marL="1234440" indent="-82296" algn="l" defTabSz="329184" rtl="0" eaLnBrk="1" latinLnBrk="0" hangingPunct="1">
        <a:spcBef>
          <a:spcPct val="200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" indent="-82296" algn="l" defTabSz="329184" rtl="0" eaLnBrk="1" latinLnBrk="0" hangingPunct="1">
        <a:spcBef>
          <a:spcPct val="200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e 33"/>
          <p:cNvGrpSpPr/>
          <p:nvPr/>
        </p:nvGrpSpPr>
        <p:grpSpPr>
          <a:xfrm>
            <a:off x="-73617" y="8835"/>
            <a:ext cx="3781992" cy="2079347"/>
            <a:chOff x="-73617" y="-116924"/>
            <a:chExt cx="3781992" cy="2079347"/>
          </a:xfrm>
        </p:grpSpPr>
        <p:sp>
          <p:nvSpPr>
            <p:cNvPr id="35" name="Rectangle 34"/>
            <p:cNvSpPr/>
            <p:nvPr/>
          </p:nvSpPr>
          <p:spPr>
            <a:xfrm>
              <a:off x="682648" y="1134516"/>
              <a:ext cx="2181338" cy="423412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82648" y="811728"/>
              <a:ext cx="2181338" cy="4380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Ellipse 36"/>
            <p:cNvSpPr/>
            <p:nvPr/>
          </p:nvSpPr>
          <p:spPr>
            <a:xfrm>
              <a:off x="784780" y="717547"/>
              <a:ext cx="211097" cy="13798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Ellipse 37"/>
            <p:cNvSpPr/>
            <p:nvPr/>
          </p:nvSpPr>
          <p:spPr>
            <a:xfrm>
              <a:off x="1175208" y="717547"/>
              <a:ext cx="211097" cy="13798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Ellipse 38"/>
            <p:cNvSpPr/>
            <p:nvPr/>
          </p:nvSpPr>
          <p:spPr>
            <a:xfrm>
              <a:off x="1456671" y="717547"/>
              <a:ext cx="211097" cy="13798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Ellipse 39"/>
            <p:cNvSpPr/>
            <p:nvPr/>
          </p:nvSpPr>
          <p:spPr>
            <a:xfrm>
              <a:off x="2019597" y="717547"/>
              <a:ext cx="211097" cy="13798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Ellipse 40"/>
            <p:cNvSpPr/>
            <p:nvPr/>
          </p:nvSpPr>
          <p:spPr>
            <a:xfrm>
              <a:off x="2582523" y="717547"/>
              <a:ext cx="211097" cy="13798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82648" y="460202"/>
              <a:ext cx="2181338" cy="43804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Connecteur droit 42"/>
            <p:cNvCxnSpPr>
              <a:endCxn id="42" idx="1"/>
            </p:cNvCxnSpPr>
            <p:nvPr/>
          </p:nvCxnSpPr>
          <p:spPr>
            <a:xfrm flipV="1">
              <a:off x="672653" y="482104"/>
              <a:ext cx="9995" cy="1075825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4" name="Connecteur droit 43"/>
            <p:cNvCxnSpPr>
              <a:endCxn id="42" idx="3"/>
            </p:cNvCxnSpPr>
            <p:nvPr/>
          </p:nvCxnSpPr>
          <p:spPr>
            <a:xfrm flipH="1" flipV="1">
              <a:off x="2863986" y="482104"/>
              <a:ext cx="1" cy="1075826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5" name="Connecteur droit 44"/>
            <p:cNvCxnSpPr/>
            <p:nvPr/>
          </p:nvCxnSpPr>
          <p:spPr>
            <a:xfrm>
              <a:off x="682648" y="504006"/>
              <a:ext cx="2181338" cy="0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46" name="Rectangle 45"/>
            <p:cNvSpPr/>
            <p:nvPr/>
          </p:nvSpPr>
          <p:spPr>
            <a:xfrm>
              <a:off x="634722" y="1235119"/>
              <a:ext cx="751583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p-</a:t>
              </a:r>
              <a:r>
                <a:rPr lang="en-US" sz="12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ZnTe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638982" y="864046"/>
              <a:ext cx="1665522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i-ZnTe</a:t>
              </a:r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(</a:t>
              </a:r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150 - 200 </a:t>
              </a:r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nm)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-73617" y="366568"/>
              <a:ext cx="887502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Au (</a:t>
              </a:r>
              <a:r>
                <a: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 </a:t>
              </a:r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nm)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9" name="Image 48" descr="Image3.png"/>
            <p:cNvPicPr>
              <a:picLocks noChangeAspect="1"/>
            </p:cNvPicPr>
            <p:nvPr/>
          </p:nvPicPr>
          <p:blipFill>
            <a:blip r:embed="rId2" cstate="print"/>
            <a:srcRect b="48823"/>
            <a:stretch>
              <a:fillRect/>
            </a:stretch>
          </p:blipFill>
          <p:spPr>
            <a:xfrm>
              <a:off x="706558" y="-116924"/>
              <a:ext cx="1875965" cy="577126"/>
            </a:xfrm>
            <a:prstGeom prst="rect">
              <a:avLst/>
            </a:prstGeom>
          </p:spPr>
        </p:pic>
        <p:sp>
          <p:nvSpPr>
            <p:cNvPr id="50" name="Rectangle 49"/>
            <p:cNvSpPr/>
            <p:nvPr/>
          </p:nvSpPr>
          <p:spPr>
            <a:xfrm>
              <a:off x="881527" y="215697"/>
              <a:ext cx="413008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SIL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Ellipse 50"/>
            <p:cNvSpPr/>
            <p:nvPr/>
          </p:nvSpPr>
          <p:spPr>
            <a:xfrm>
              <a:off x="3286181" y="1003972"/>
              <a:ext cx="422194" cy="389266"/>
            </a:xfrm>
            <a:prstGeom prst="ellipse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2" name="Connecteur droit 51"/>
            <p:cNvCxnSpPr/>
            <p:nvPr/>
          </p:nvCxnSpPr>
          <p:spPr>
            <a:xfrm flipV="1">
              <a:off x="2688072" y="21060"/>
              <a:ext cx="0" cy="434396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droit 52"/>
            <p:cNvCxnSpPr/>
            <p:nvPr/>
          </p:nvCxnSpPr>
          <p:spPr>
            <a:xfrm>
              <a:off x="2688072" y="21060"/>
              <a:ext cx="809206" cy="0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cteur droit 53"/>
            <p:cNvCxnSpPr>
              <a:endCxn id="51" idx="0"/>
            </p:cNvCxnSpPr>
            <p:nvPr/>
          </p:nvCxnSpPr>
          <p:spPr>
            <a:xfrm>
              <a:off x="3497278" y="21060"/>
              <a:ext cx="0" cy="982912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eur droit 54"/>
            <p:cNvCxnSpPr>
              <a:stCxn id="51" idx="4"/>
            </p:cNvCxnSpPr>
            <p:nvPr/>
          </p:nvCxnSpPr>
          <p:spPr>
            <a:xfrm>
              <a:off x="3497278" y="1393238"/>
              <a:ext cx="0" cy="569185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/>
            <p:cNvCxnSpPr/>
            <p:nvPr/>
          </p:nvCxnSpPr>
          <p:spPr>
            <a:xfrm>
              <a:off x="2688072" y="1557928"/>
              <a:ext cx="0" cy="404495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eur droit 56"/>
            <p:cNvCxnSpPr/>
            <p:nvPr/>
          </p:nvCxnSpPr>
          <p:spPr>
            <a:xfrm>
              <a:off x="2688072" y="1962423"/>
              <a:ext cx="809206" cy="0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/>
            <p:cNvSpPr/>
            <p:nvPr/>
          </p:nvSpPr>
          <p:spPr>
            <a:xfrm>
              <a:off x="3328736" y="967772"/>
              <a:ext cx="313932" cy="461665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sz="2400" dirty="0" smtClean="0"/>
                <a:t>V</a:t>
              </a:r>
              <a:endParaRPr lang="en-US" sz="2400" dirty="0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194388" y="767138"/>
              <a:ext cx="524083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CdTe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638983" y="486000"/>
              <a:ext cx="1305481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i-ZnTe</a:t>
              </a:r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(110 nm)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810975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21</Words>
  <Application>Microsoft Office PowerPoint</Application>
  <PresentationFormat>Personnalisé</PresentationFormat>
  <Paragraphs>7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4</cp:revision>
  <dcterms:created xsi:type="dcterms:W3CDTF">2017-09-13T12:26:46Z</dcterms:created>
  <dcterms:modified xsi:type="dcterms:W3CDTF">2017-10-12T17:06:48Z</dcterms:modified>
</cp:coreProperties>
</file>