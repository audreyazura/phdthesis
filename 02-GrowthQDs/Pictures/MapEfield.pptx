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4968875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1224" y="-54"/>
      </p:cViewPr>
      <p:guideLst>
        <p:guide orient="horz" pos="1566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1543573"/>
            <a:ext cx="7772400" cy="1065087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2815696"/>
            <a:ext cx="6400800" cy="126982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2961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1033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3192964"/>
            <a:ext cx="7772400" cy="9868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106023"/>
            <a:ext cx="7772400" cy="1086941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1548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159407"/>
            <a:ext cx="4038600" cy="327922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159407"/>
            <a:ext cx="4038600" cy="327922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2920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112247"/>
            <a:ext cx="4040188" cy="4635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1575778"/>
            <a:ext cx="4040188" cy="286285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30" y="1112247"/>
            <a:ext cx="4041775" cy="4635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30" y="1575778"/>
            <a:ext cx="4041775" cy="286285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986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5080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9516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5" y="197836"/>
            <a:ext cx="3008313" cy="84194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197836"/>
            <a:ext cx="5111750" cy="424079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5" y="1039784"/>
            <a:ext cx="3008313" cy="339884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8422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3478213"/>
            <a:ext cx="5486400" cy="41062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443978"/>
            <a:ext cx="5486400" cy="29813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3888837"/>
            <a:ext cx="5486400" cy="58315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4338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723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198986"/>
            <a:ext cx="2057400" cy="423964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198986"/>
            <a:ext cx="6019800" cy="423964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7204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198985"/>
            <a:ext cx="8229600" cy="8281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159407"/>
            <a:ext cx="8229600" cy="32792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4605412"/>
            <a:ext cx="2133600" cy="2645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8249C-4BA3-4338-8D91-035235D4C769}" type="datetimeFigureOut">
              <a:rPr lang="fr-FR" smtClean="0"/>
              <a:t>28/08/2017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4605412"/>
            <a:ext cx="2895600" cy="2645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4605412"/>
            <a:ext cx="2133600" cy="2645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939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3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age 4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14" t="13191" r="19930" b="35919"/>
          <a:stretch/>
        </p:blipFill>
        <p:spPr>
          <a:xfrm>
            <a:off x="35496" y="44624"/>
            <a:ext cx="6908800" cy="2616200"/>
          </a:xfrm>
          <a:prstGeom prst="rect">
            <a:avLst/>
          </a:prstGeom>
        </p:spPr>
      </p:pic>
      <p:graphicFrame>
        <p:nvGraphicFramePr>
          <p:cNvPr id="47" name="Objet 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8655480"/>
              </p:ext>
            </p:extLst>
          </p:nvPr>
        </p:nvGraphicFramePr>
        <p:xfrm>
          <a:off x="6861969" y="1709118"/>
          <a:ext cx="2301875" cy="1903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8" name="Drawing" r:id="rId4" imgW="1757160" imgH="1453320" progId="Canvas.Drawing.6">
                  <p:embed/>
                </p:oleObj>
              </mc:Choice>
              <mc:Fallback>
                <p:oleObj name="Drawing" r:id="rId4" imgW="1757160" imgH="1453320" progId="Canvas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61969" y="1709118"/>
                        <a:ext cx="2301875" cy="1903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ZoneTexte 47"/>
          <p:cNvSpPr txBox="1"/>
          <p:nvPr/>
        </p:nvSpPr>
        <p:spPr>
          <a:xfrm>
            <a:off x="-36512" y="-27384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itchFamily="18" charset="0"/>
                <a:cs typeface="Times New Roman" pitchFamily="18" charset="0"/>
              </a:rPr>
              <a:t>a)</a:t>
            </a:r>
            <a:endParaRPr lang="fr-FR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9" name="ZoneTexte 48"/>
          <p:cNvSpPr txBox="1"/>
          <p:nvPr/>
        </p:nvSpPr>
        <p:spPr>
          <a:xfrm>
            <a:off x="6931278" y="1547500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fr-FR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fr-FR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50" name="Image 49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7" t="38328" r="19583" b="17762"/>
          <a:stretch/>
        </p:blipFill>
        <p:spPr>
          <a:xfrm>
            <a:off x="169200" y="2708920"/>
            <a:ext cx="6810376" cy="2257425"/>
          </a:xfrm>
          <a:prstGeom prst="rect">
            <a:avLst/>
          </a:prstGeom>
        </p:spPr>
      </p:pic>
      <p:sp>
        <p:nvSpPr>
          <p:cNvPr id="51" name="ZoneTexte 50"/>
          <p:cNvSpPr txBox="1"/>
          <p:nvPr/>
        </p:nvSpPr>
        <p:spPr>
          <a:xfrm>
            <a:off x="-36512" y="2555612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itchFamily="18" charset="0"/>
                <a:cs typeface="Times New Roman" pitchFamily="18" charset="0"/>
              </a:rPr>
              <a:t>b)</a:t>
            </a:r>
            <a:endParaRPr lang="fr-FR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184379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6</Words>
  <Application>Microsoft Office PowerPoint</Application>
  <PresentationFormat>Personnalisé</PresentationFormat>
  <Paragraphs>3</Paragraphs>
  <Slides>1</Slides>
  <Notes>0</Notes>
  <HiddenSlides>0</HiddenSlides>
  <MMClips>0</MMClips>
  <ScaleCrop>false</ScaleCrop>
  <HeadingPairs>
    <vt:vector size="6" baseType="variant"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3" baseType="lpstr">
      <vt:lpstr>Thème Office</vt:lpstr>
      <vt:lpstr>Drawing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4</cp:revision>
  <dcterms:created xsi:type="dcterms:W3CDTF">2017-08-28T11:29:18Z</dcterms:created>
  <dcterms:modified xsi:type="dcterms:W3CDTF">2017-08-28T11:58:53Z</dcterms:modified>
</cp:coreProperties>
</file>