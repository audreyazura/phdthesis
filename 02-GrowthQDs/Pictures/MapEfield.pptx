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12061825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9" d="100"/>
          <a:sy n="49" d="100"/>
        </p:scale>
        <p:origin x="-2142" y="-108"/>
      </p:cViewPr>
      <p:guideLst>
        <p:guide orient="horz" pos="3801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3746989"/>
            <a:ext cx="7772400" cy="2585472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6835034"/>
            <a:ext cx="6400800" cy="308246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2961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1033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7750844"/>
            <a:ext cx="7772400" cy="239561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5112324"/>
            <a:ext cx="7772400" cy="263852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1548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2814435"/>
            <a:ext cx="4038600" cy="796024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2814435"/>
            <a:ext cx="4038600" cy="796024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2920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2699954"/>
            <a:ext cx="4040188" cy="112521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3825165"/>
            <a:ext cx="4040188" cy="694951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33" y="2699954"/>
            <a:ext cx="4041775" cy="112521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33" y="3825165"/>
            <a:ext cx="4041775" cy="694951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986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5080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9516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10" y="480243"/>
            <a:ext cx="3008313" cy="204380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480244"/>
            <a:ext cx="5111750" cy="1029443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10" y="2524051"/>
            <a:ext cx="3008313" cy="825062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8422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8443279"/>
            <a:ext cx="5486400" cy="99677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1077748"/>
            <a:ext cx="5486400" cy="723709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9440060"/>
            <a:ext cx="5486400" cy="1415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4338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723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483035"/>
            <a:ext cx="2057400" cy="1029163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483035"/>
            <a:ext cx="6019800" cy="1029163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8249C-4BA3-4338-8D91-035235D4C769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7204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483034"/>
            <a:ext cx="8229600" cy="20103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2814435"/>
            <a:ext cx="8229600" cy="7960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11179530"/>
            <a:ext cx="2133600" cy="642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8249C-4BA3-4338-8D91-035235D4C769}" type="datetimeFigureOut">
              <a:rPr lang="fr-FR" smtClean="0"/>
              <a:t>12/10/2017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11179530"/>
            <a:ext cx="2895600" cy="642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11179530"/>
            <a:ext cx="2133600" cy="642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6DDC1-30CB-48D7-A6C7-64C1CC9C43C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9397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Image 8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0" y="75"/>
            <a:ext cx="9144000" cy="3466584"/>
          </a:xfrm>
          <a:prstGeom prst="rect">
            <a:avLst/>
          </a:prstGeom>
        </p:spPr>
      </p:pic>
      <p:pic>
        <p:nvPicPr>
          <p:cNvPr id="82" name="Picture 2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4544" y="3435936"/>
            <a:ext cx="9846000" cy="32608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3" name="Picture 2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0420" y="6163111"/>
            <a:ext cx="9864000" cy="32763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4" name="Picture 27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0420" y="8855910"/>
            <a:ext cx="9846000" cy="32608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5" name="ZoneTexte 84"/>
          <p:cNvSpPr txBox="1"/>
          <p:nvPr/>
        </p:nvSpPr>
        <p:spPr>
          <a:xfrm>
            <a:off x="-36982" y="-71933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ZoneTexte 85"/>
          <p:cNvSpPr txBox="1"/>
          <p:nvPr/>
        </p:nvSpPr>
        <p:spPr>
          <a:xfrm>
            <a:off x="-36982" y="3354834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-36512" y="6073303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-36512" y="8737599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ZoneTexte 1"/>
          <p:cNvSpPr txBox="1"/>
          <p:nvPr/>
        </p:nvSpPr>
        <p:spPr>
          <a:xfrm rot="10800000">
            <a:off x="-19963" y="1062360"/>
            <a:ext cx="415498" cy="544123"/>
          </a:xfrm>
          <a:prstGeom prst="rect">
            <a:avLst/>
          </a:prstGeom>
          <a:solidFill>
            <a:schemeClr val="bg1"/>
          </a:solidFill>
        </p:spPr>
        <p:txBody>
          <a:bodyPr vert="eaVert" wrap="none" rtlCol="0">
            <a:spAutoFit/>
          </a:bodyPr>
          <a:lstStyle/>
          <a:p>
            <a:r>
              <a:rPr lang="fr-FR" sz="15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 (V)</a:t>
            </a:r>
            <a:endParaRPr lang="fr-FR" sz="1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184379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16</Words>
  <Application>Microsoft Office PowerPoint</Application>
  <PresentationFormat>Personnalisé</PresentationFormat>
  <Paragraphs>5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Alban Lafuente</cp:lastModifiedBy>
  <cp:revision>17</cp:revision>
  <dcterms:created xsi:type="dcterms:W3CDTF">2017-08-28T11:29:18Z</dcterms:created>
  <dcterms:modified xsi:type="dcterms:W3CDTF">2017-10-12T17:45:01Z</dcterms:modified>
</cp:coreProperties>
</file>