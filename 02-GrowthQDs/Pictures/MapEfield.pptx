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12061825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2130" y="-72"/>
      </p:cViewPr>
      <p:guideLst>
        <p:guide orient="horz" pos="380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3746989"/>
            <a:ext cx="7772400" cy="258547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6835034"/>
            <a:ext cx="6400800" cy="308246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2961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033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7750844"/>
            <a:ext cx="7772400" cy="239561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5112324"/>
            <a:ext cx="7772400" cy="263852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154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2814435"/>
            <a:ext cx="4038600" cy="796024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2814435"/>
            <a:ext cx="4038600" cy="796024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2920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2699954"/>
            <a:ext cx="4040188" cy="112521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3825165"/>
            <a:ext cx="4040188" cy="69495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33" y="2699954"/>
            <a:ext cx="4041775" cy="112521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33" y="3825165"/>
            <a:ext cx="4041775" cy="69495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86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08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9516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10" y="480243"/>
            <a:ext cx="3008313" cy="204380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480244"/>
            <a:ext cx="5111750" cy="102944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10" y="2524051"/>
            <a:ext cx="3008313" cy="82506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8422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8443279"/>
            <a:ext cx="5486400" cy="9967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1077748"/>
            <a:ext cx="5486400" cy="723709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9440060"/>
            <a:ext cx="5486400" cy="1415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33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72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483035"/>
            <a:ext cx="2057400" cy="1029163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483035"/>
            <a:ext cx="6019800" cy="1029163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249C-4BA3-4338-8D91-035235D4C769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20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483034"/>
            <a:ext cx="8229600" cy="20103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2814435"/>
            <a:ext cx="8229600" cy="7960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11179530"/>
            <a:ext cx="2133600" cy="6421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8249C-4BA3-4338-8D91-035235D4C769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11179530"/>
            <a:ext cx="2895600" cy="6421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11179530"/>
            <a:ext cx="2133600" cy="6421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6DDC1-30CB-48D7-A6C7-64C1CC9C43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93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Image 8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0" y="75"/>
            <a:ext cx="9144000" cy="3466584"/>
          </a:xfrm>
          <a:prstGeom prst="rect">
            <a:avLst/>
          </a:prstGeom>
        </p:spPr>
      </p:pic>
      <p:pic>
        <p:nvPicPr>
          <p:cNvPr id="82" name="Picture 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4544" y="3435936"/>
            <a:ext cx="9846000" cy="3260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" name="Picture 2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0420" y="6163111"/>
            <a:ext cx="9864000" cy="32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" name="Picture 2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0420" y="8855910"/>
            <a:ext cx="9846000" cy="3260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" name="ZoneTexte 84"/>
          <p:cNvSpPr txBox="1"/>
          <p:nvPr/>
        </p:nvSpPr>
        <p:spPr>
          <a:xfrm>
            <a:off x="-36982" y="-71933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ZoneTexte 85"/>
          <p:cNvSpPr txBox="1"/>
          <p:nvPr/>
        </p:nvSpPr>
        <p:spPr>
          <a:xfrm>
            <a:off x="-36982" y="3354834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-36512" y="6073303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-36512" y="8737599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8437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12</Words>
  <Application>Microsoft Office PowerPoint</Application>
  <PresentationFormat>Personnalisé</PresentationFormat>
  <Paragraphs>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Alban Lafuente</cp:lastModifiedBy>
  <cp:revision>16</cp:revision>
  <dcterms:created xsi:type="dcterms:W3CDTF">2017-08-28T11:29:18Z</dcterms:created>
  <dcterms:modified xsi:type="dcterms:W3CDTF">2017-09-22T17:54:09Z</dcterms:modified>
</cp:coreProperties>
</file>