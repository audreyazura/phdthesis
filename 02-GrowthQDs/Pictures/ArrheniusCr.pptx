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380288" cy="377983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9" d="100"/>
          <a:sy n="149" d="100"/>
        </p:scale>
        <p:origin x="-108" y="-96"/>
      </p:cViewPr>
      <p:guideLst>
        <p:guide orient="horz" pos="1191"/>
        <p:guide pos="23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ata\Growth\Cr%20Flux\20161024_CrFlux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y(Pa)</c:v>
                </c:pt>
              </c:strCache>
            </c:strRef>
          </c:tx>
          <c:marker>
            <c:symbol val="none"/>
          </c:marker>
          <c:xVal>
            <c:numRef>
              <c:f>Sheet1!$A$2:$A$302</c:f>
              <c:numCache>
                <c:formatCode>General</c:formatCode>
                <c:ptCount val="301"/>
                <c:pt idx="0">
                  <c:v>0.93183618319899353</c:v>
                </c:pt>
                <c:pt idx="1">
                  <c:v>0.93096867290415675</c:v>
                </c:pt>
                <c:pt idx="2">
                  <c:v>0.9301027763567874</c:v>
                </c:pt>
                <c:pt idx="3">
                  <c:v>0.92923848905821671</c:v>
                </c:pt>
                <c:pt idx="4">
                  <c:v>0.92837580652648188</c:v>
                </c:pt>
                <c:pt idx="5">
                  <c:v>0.92751472429624815</c:v>
                </c:pt>
                <c:pt idx="6">
                  <c:v>0.92665523791873228</c:v>
                </c:pt>
                <c:pt idx="7">
                  <c:v>0.92579734296162564</c:v>
                </c:pt>
                <c:pt idx="8">
                  <c:v>0.92494103500901814</c:v>
                </c:pt>
                <c:pt idx="9">
                  <c:v>0.92408630966132232</c:v>
                </c:pt>
                <c:pt idx="10">
                  <c:v>0.92323316253519816</c:v>
                </c:pt>
                <c:pt idx="11">
                  <c:v>0.92238158926347824</c:v>
                </c:pt>
                <c:pt idx="12">
                  <c:v>0.92153158549509273</c:v>
                </c:pt>
                <c:pt idx="13">
                  <c:v>0.92068314689499597</c:v>
                </c:pt>
                <c:pt idx="14">
                  <c:v>0.91983626914409222</c:v>
                </c:pt>
                <c:pt idx="15">
                  <c:v>0.91899094793916269</c:v>
                </c:pt>
                <c:pt idx="16">
                  <c:v>0.91814717899279252</c:v>
                </c:pt>
                <c:pt idx="17">
                  <c:v>0.91730495803329815</c:v>
                </c:pt>
                <c:pt idx="18">
                  <c:v>0.91646428080465558</c:v>
                </c:pt>
                <c:pt idx="19">
                  <c:v>0.9156251430664285</c:v>
                </c:pt>
                <c:pt idx="20">
                  <c:v>0.91478754059369705</c:v>
                </c:pt>
                <c:pt idx="21">
                  <c:v>0.91395146917698666</c:v>
                </c:pt>
                <c:pt idx="22">
                  <c:v>0.91311692462219785</c:v>
                </c:pt>
                <c:pt idx="23">
                  <c:v>0.91228390275053584</c:v>
                </c:pt>
                <c:pt idx="24">
                  <c:v>0.91145239939844136</c:v>
                </c:pt>
                <c:pt idx="25">
                  <c:v>0.91062241041752034</c:v>
                </c:pt>
                <c:pt idx="26">
                  <c:v>0.90979393167447564</c:v>
                </c:pt>
                <c:pt idx="27">
                  <c:v>0.90896695905103841</c:v>
                </c:pt>
                <c:pt idx="28">
                  <c:v>0.90814148844389952</c:v>
                </c:pt>
                <c:pt idx="29">
                  <c:v>0.90731751576464181</c:v>
                </c:pt>
                <c:pt idx="30">
                  <c:v>0.9064950369396727</c:v>
                </c:pt>
                <c:pt idx="31">
                  <c:v>0.90567404791015704</c:v>
                </c:pt>
                <c:pt idx="32">
                  <c:v>0.90485454463195036</c:v>
                </c:pt>
                <c:pt idx="33">
                  <c:v>0.90403652307553217</c:v>
                </c:pt>
                <c:pt idx="34">
                  <c:v>0.90321997922594044</c:v>
                </c:pt>
                <c:pt idx="35">
                  <c:v>0.90240490908270532</c:v>
                </c:pt>
                <c:pt idx="36">
                  <c:v>0.90159130865978443</c:v>
                </c:pt>
                <c:pt idx="37">
                  <c:v>0.90077917398549734</c:v>
                </c:pt>
                <c:pt idx="38">
                  <c:v>0.89996850110246129</c:v>
                </c:pt>
                <c:pt idx="39">
                  <c:v>0.89915928606752682</c:v>
                </c:pt>
                <c:pt idx="40">
                  <c:v>0.89835152495171355</c:v>
                </c:pt>
                <c:pt idx="41">
                  <c:v>0.89754521384014707</c:v>
                </c:pt>
                <c:pt idx="42">
                  <c:v>0.8967403488319956</c:v>
                </c:pt>
                <c:pt idx="43">
                  <c:v>0.89593692604040664</c:v>
                </c:pt>
                <c:pt idx="44">
                  <c:v>0.895134941592445</c:v>
                </c:pt>
                <c:pt idx="45">
                  <c:v>0.89433439162903006</c:v>
                </c:pt>
                <c:pt idx="46">
                  <c:v>0.89353527230487417</c:v>
                </c:pt>
                <c:pt idx="47">
                  <c:v>0.89273757978842117</c:v>
                </c:pt>
                <c:pt idx="48">
                  <c:v>0.89194131026178469</c:v>
                </c:pt>
                <c:pt idx="49">
                  <c:v>0.89114645992068786</c:v>
                </c:pt>
                <c:pt idx="50">
                  <c:v>0.89035302497440227</c:v>
                </c:pt>
                <c:pt idx="51">
                  <c:v>0.88956100164568774</c:v>
                </c:pt>
                <c:pt idx="52">
                  <c:v>0.88877038617073267</c:v>
                </c:pt>
                <c:pt idx="53">
                  <c:v>0.88798117479909422</c:v>
                </c:pt>
                <c:pt idx="54">
                  <c:v>0.88719336379363878</c:v>
                </c:pt>
                <c:pt idx="55">
                  <c:v>0.88640694943048348</c:v>
                </c:pt>
                <c:pt idx="56">
                  <c:v>0.88562192799893713</c:v>
                </c:pt>
                <c:pt idx="57">
                  <c:v>0.88483829580144224</c:v>
                </c:pt>
                <c:pt idx="58">
                  <c:v>0.88405604915351621</c:v>
                </c:pt>
                <c:pt idx="59">
                  <c:v>0.88327518438369468</c:v>
                </c:pt>
                <c:pt idx="60">
                  <c:v>0.88249569783347304</c:v>
                </c:pt>
                <c:pt idx="61">
                  <c:v>0.8817175858572498</c:v>
                </c:pt>
                <c:pt idx="62">
                  <c:v>0.88094084482227009</c:v>
                </c:pt>
                <c:pt idx="63">
                  <c:v>0.88016547110856835</c:v>
                </c:pt>
                <c:pt idx="64">
                  <c:v>0.87939146110891253</c:v>
                </c:pt>
                <c:pt idx="65">
                  <c:v>0.8786188112287483</c:v>
                </c:pt>
                <c:pt idx="66">
                  <c:v>0.87784751788614312</c:v>
                </c:pt>
                <c:pt idx="67">
                  <c:v>0.87707757751173088</c:v>
                </c:pt>
                <c:pt idx="68">
                  <c:v>0.87630898654865697</c:v>
                </c:pt>
                <c:pt idx="69">
                  <c:v>0.87554174145252373</c:v>
                </c:pt>
                <c:pt idx="70">
                  <c:v>0.87477583869133524</c:v>
                </c:pt>
                <c:pt idx="71">
                  <c:v>0.87401127474544416</c:v>
                </c:pt>
                <c:pt idx="72">
                  <c:v>0.87324804610749673</c:v>
                </c:pt>
                <c:pt idx="73">
                  <c:v>0.87248614928238011</c:v>
                </c:pt>
                <c:pt idx="74">
                  <c:v>0.87172558078716811</c:v>
                </c:pt>
                <c:pt idx="75">
                  <c:v>0.87096633715106908</c:v>
                </c:pt>
                <c:pt idx="76">
                  <c:v>0.87020841491537215</c:v>
                </c:pt>
                <c:pt idx="77">
                  <c:v>0.86945181063339561</c:v>
                </c:pt>
                <c:pt idx="78">
                  <c:v>0.86869652087043381</c:v>
                </c:pt>
                <c:pt idx="79">
                  <c:v>0.86794254220370604</c:v>
                </c:pt>
                <c:pt idx="80">
                  <c:v>0.86718987122230407</c:v>
                </c:pt>
                <c:pt idx="81">
                  <c:v>0.86643850452714111</c:v>
                </c:pt>
                <c:pt idx="82">
                  <c:v>0.86568843873090073</c:v>
                </c:pt>
                <c:pt idx="83">
                  <c:v>0.86493967045798548</c:v>
                </c:pt>
                <c:pt idx="84">
                  <c:v>0.86419219634446698</c:v>
                </c:pt>
                <c:pt idx="85">
                  <c:v>0.8634460130380347</c:v>
                </c:pt>
                <c:pt idx="86">
                  <c:v>0.86270111719794673</c:v>
                </c:pt>
                <c:pt idx="87">
                  <c:v>0.86195750549497907</c:v>
                </c:pt>
                <c:pt idx="88">
                  <c:v>0.86121517461137653</c:v>
                </c:pt>
                <c:pt idx="89">
                  <c:v>0.86047412124080358</c:v>
                </c:pt>
                <c:pt idx="90">
                  <c:v>0.85973434208829469</c:v>
                </c:pt>
                <c:pt idx="91">
                  <c:v>0.85899583387020562</c:v>
                </c:pt>
                <c:pt idx="92">
                  <c:v>0.85825859331416554</c:v>
                </c:pt>
                <c:pt idx="93">
                  <c:v>0.85752261715902756</c:v>
                </c:pt>
                <c:pt idx="94">
                  <c:v>0.85678790215482148</c:v>
                </c:pt>
                <c:pt idx="95">
                  <c:v>0.85605444506270589</c:v>
                </c:pt>
                <c:pt idx="96">
                  <c:v>0.85532224265492018</c:v>
                </c:pt>
                <c:pt idx="97">
                  <c:v>0.85459129171473736</c:v>
                </c:pt>
                <c:pt idx="98">
                  <c:v>0.85386158903641718</c:v>
                </c:pt>
                <c:pt idx="99">
                  <c:v>0.85313313142515879</c:v>
                </c:pt>
                <c:pt idx="100">
                  <c:v>0.85240591569705482</c:v>
                </c:pt>
                <c:pt idx="101">
                  <c:v>0.85167993867904435</c:v>
                </c:pt>
                <c:pt idx="102">
                  <c:v>0.85095519720886692</c:v>
                </c:pt>
                <c:pt idx="103">
                  <c:v>0.85023168813501671</c:v>
                </c:pt>
                <c:pt idx="104">
                  <c:v>0.84950940831669708</c:v>
                </c:pt>
                <c:pt idx="105">
                  <c:v>0.84878835462377444</c:v>
                </c:pt>
                <c:pt idx="106">
                  <c:v>0.84806852393673404</c:v>
                </c:pt>
                <c:pt idx="107">
                  <c:v>0.84734991314663388</c:v>
                </c:pt>
                <c:pt idx="108">
                  <c:v>0.84663251915506066</c:v>
                </c:pt>
                <c:pt idx="109">
                  <c:v>0.84591633887408524</c:v>
                </c:pt>
                <c:pt idx="110">
                  <c:v>0.84520136922621814</c:v>
                </c:pt>
                <c:pt idx="111">
                  <c:v>0.8444876071443651</c:v>
                </c:pt>
                <c:pt idx="112">
                  <c:v>0.84377504957178406</c:v>
                </c:pt>
                <c:pt idx="113">
                  <c:v>0.84306369346204102</c:v>
                </c:pt>
                <c:pt idx="114">
                  <c:v>0.84235353577896632</c:v>
                </c:pt>
                <c:pt idx="115">
                  <c:v>0.84164457349661237</c:v>
                </c:pt>
                <c:pt idx="116">
                  <c:v>0.84093680359920941</c:v>
                </c:pt>
                <c:pt idx="117">
                  <c:v>0.84023022308112416</c:v>
                </c:pt>
                <c:pt idx="118">
                  <c:v>0.83952482894681602</c:v>
                </c:pt>
                <c:pt idx="119">
                  <c:v>0.83882061821079557</c:v>
                </c:pt>
                <c:pt idx="120">
                  <c:v>0.83811758789758195</c:v>
                </c:pt>
                <c:pt idx="121">
                  <c:v>0.83741573504166134</c:v>
                </c:pt>
                <c:pt idx="122">
                  <c:v>0.83671505668744506</c:v>
                </c:pt>
                <c:pt idx="123">
                  <c:v>0.83601554988922788</c:v>
                </c:pt>
                <c:pt idx="124">
                  <c:v>0.83531721171114726</c:v>
                </c:pt>
                <c:pt idx="125">
                  <c:v>0.83462003922714179</c:v>
                </c:pt>
                <c:pt idx="126">
                  <c:v>0.8339240295209106</c:v>
                </c:pt>
                <c:pt idx="127">
                  <c:v>0.83322917968587251</c:v>
                </c:pt>
                <c:pt idx="128">
                  <c:v>0.8325354868251259</c:v>
                </c:pt>
                <c:pt idx="129">
                  <c:v>0.83184294805140779</c:v>
                </c:pt>
                <c:pt idx="130">
                  <c:v>0.83115156048705474</c:v>
                </c:pt>
                <c:pt idx="131">
                  <c:v>0.8304613212639621</c:v>
                </c:pt>
                <c:pt idx="132">
                  <c:v>0.82977222752354474</c:v>
                </c:pt>
                <c:pt idx="133">
                  <c:v>0.82908427641669769</c:v>
                </c:pt>
                <c:pt idx="134">
                  <c:v>0.82839746510375667</c:v>
                </c:pt>
                <c:pt idx="135">
                  <c:v>0.82771179075445922</c:v>
                </c:pt>
                <c:pt idx="136">
                  <c:v>0.82702725054790549</c:v>
                </c:pt>
                <c:pt idx="137">
                  <c:v>0.82634384167251984</c:v>
                </c:pt>
                <c:pt idx="138">
                  <c:v>0.82566156132601243</c:v>
                </c:pt>
                <c:pt idx="139">
                  <c:v>0.82498040671534045</c:v>
                </c:pt>
                <c:pt idx="140">
                  <c:v>0.82430037505667064</c:v>
                </c:pt>
                <c:pt idx="141">
                  <c:v>0.82362146357534072</c:v>
                </c:pt>
                <c:pt idx="142">
                  <c:v>0.82294366950582232</c:v>
                </c:pt>
                <c:pt idx="143">
                  <c:v>0.82226699009168269</c:v>
                </c:pt>
                <c:pt idx="144">
                  <c:v>0.82159142258554818</c:v>
                </c:pt>
                <c:pt idx="145">
                  <c:v>0.82091696424906613</c:v>
                </c:pt>
                <c:pt idx="146">
                  <c:v>0.82024361235286869</c:v>
                </c:pt>
                <c:pt idx="147">
                  <c:v>0.81957136417653564</c:v>
                </c:pt>
                <c:pt idx="148">
                  <c:v>0.81890021700855742</c:v>
                </c:pt>
                <c:pt idx="149">
                  <c:v>0.81823016814629945</c:v>
                </c:pt>
                <c:pt idx="150">
                  <c:v>0.81756121489596523</c:v>
                </c:pt>
                <c:pt idx="151">
                  <c:v>0.81689335457256051</c:v>
                </c:pt>
                <c:pt idx="152">
                  <c:v>0.81622658449985708</c:v>
                </c:pt>
                <c:pt idx="153">
                  <c:v>0.81556090201035758</c:v>
                </c:pt>
                <c:pt idx="154">
                  <c:v>0.81489630444525929</c:v>
                </c:pt>
                <c:pt idx="155">
                  <c:v>0.81423278915441921</c:v>
                </c:pt>
                <c:pt idx="156">
                  <c:v>0.81357035349631857</c:v>
                </c:pt>
                <c:pt idx="157">
                  <c:v>0.81290899483802781</c:v>
                </c:pt>
                <c:pt idx="158">
                  <c:v>0.81224871055517189</c:v>
                </c:pt>
                <c:pt idx="159">
                  <c:v>0.8115894980318954</c:v>
                </c:pt>
                <c:pt idx="160">
                  <c:v>0.81093135466082789</c:v>
                </c:pt>
                <c:pt idx="161">
                  <c:v>0.81027427784304984</c:v>
                </c:pt>
                <c:pt idx="162">
                  <c:v>0.80961826498805811</c:v>
                </c:pt>
                <c:pt idx="163">
                  <c:v>0.80896331351373207</c:v>
                </c:pt>
                <c:pt idx="164">
                  <c:v>0.80830942084629986</c:v>
                </c:pt>
                <c:pt idx="165">
                  <c:v>0.80765658442030441</c:v>
                </c:pt>
                <c:pt idx="166">
                  <c:v>0.80700480167856992</c:v>
                </c:pt>
                <c:pt idx="167">
                  <c:v>0.80635407007216864</c:v>
                </c:pt>
                <c:pt idx="168">
                  <c:v>0.80570438706038749</c:v>
                </c:pt>
                <c:pt idx="169">
                  <c:v>0.80505575011069508</c:v>
                </c:pt>
                <c:pt idx="170">
                  <c:v>0.80440815669870891</c:v>
                </c:pt>
                <c:pt idx="171">
                  <c:v>0.80376160430816213</c:v>
                </c:pt>
                <c:pt idx="172">
                  <c:v>0.80311609043087173</c:v>
                </c:pt>
                <c:pt idx="173">
                  <c:v>0.80247161256670541</c:v>
                </c:pt>
                <c:pt idx="174">
                  <c:v>0.80182816822354963</c:v>
                </c:pt>
                <c:pt idx="175">
                  <c:v>0.8011857549172775</c:v>
                </c:pt>
                <c:pt idx="176">
                  <c:v>0.80054437017171676</c:v>
                </c:pt>
                <c:pt idx="177">
                  <c:v>0.79990401151861767</c:v>
                </c:pt>
                <c:pt idx="178">
                  <c:v>0.79926467649762212</c:v>
                </c:pt>
                <c:pt idx="179">
                  <c:v>0.79862636265623121</c:v>
                </c:pt>
                <c:pt idx="180">
                  <c:v>0.7979890675497745</c:v>
                </c:pt>
                <c:pt idx="181">
                  <c:v>0.7973527887413786</c:v>
                </c:pt>
                <c:pt idx="182">
                  <c:v>0.79671752380193595</c:v>
                </c:pt>
                <c:pt idx="183">
                  <c:v>0.79608327031007442</c:v>
                </c:pt>
                <c:pt idx="184">
                  <c:v>0.79545002585212576</c:v>
                </c:pt>
                <c:pt idx="185">
                  <c:v>0.79481778802209591</c:v>
                </c:pt>
                <c:pt idx="186">
                  <c:v>0.79418655442163355</c:v>
                </c:pt>
                <c:pt idx="187">
                  <c:v>0.79355632266000076</c:v>
                </c:pt>
                <c:pt idx="188">
                  <c:v>0.79292709035404185</c:v>
                </c:pt>
                <c:pt idx="189">
                  <c:v>0.79229885512815423</c:v>
                </c:pt>
                <c:pt idx="190">
                  <c:v>0.79167161461425795</c:v>
                </c:pt>
                <c:pt idx="191">
                  <c:v>0.79104536645176593</c:v>
                </c:pt>
                <c:pt idx="192">
                  <c:v>0.79042010828755482</c:v>
                </c:pt>
                <c:pt idx="193">
                  <c:v>0.78979583777593487</c:v>
                </c:pt>
                <c:pt idx="194">
                  <c:v>0.78917255257862129</c:v>
                </c:pt>
                <c:pt idx="195">
                  <c:v>0.78855025036470439</c:v>
                </c:pt>
                <c:pt idx="196">
                  <c:v>0.78792892881062127</c:v>
                </c:pt>
                <c:pt idx="197">
                  <c:v>0.78730858560012595</c:v>
                </c:pt>
                <c:pt idx="198">
                  <c:v>0.78668921842426143</c:v>
                </c:pt>
                <c:pt idx="199">
                  <c:v>0.78607082498133074</c:v>
                </c:pt>
                <c:pt idx="200">
                  <c:v>0.78545340297686839</c:v>
                </c:pt>
                <c:pt idx="201">
                  <c:v>0.78483695012361177</c:v>
                </c:pt>
                <c:pt idx="202">
                  <c:v>0.78422146414147353</c:v>
                </c:pt>
                <c:pt idx="203">
                  <c:v>0.78360694275751275</c:v>
                </c:pt>
                <c:pt idx="204">
                  <c:v>0.78299338370590765</c:v>
                </c:pt>
                <c:pt idx="205">
                  <c:v>0.78238078472792705</c:v>
                </c:pt>
                <c:pt idx="206">
                  <c:v>0.78176914357190319</c:v>
                </c:pt>
                <c:pt idx="207">
                  <c:v>0.78115845799320383</c:v>
                </c:pt>
                <c:pt idx="208">
                  <c:v>0.7805487257542052</c:v>
                </c:pt>
                <c:pt idx="209">
                  <c:v>0.77993994462426386</c:v>
                </c:pt>
                <c:pt idx="210">
                  <c:v>0.77933211237969058</c:v>
                </c:pt>
                <c:pt idx="211">
                  <c:v>0.77872522680372225</c:v>
                </c:pt>
                <c:pt idx="212">
                  <c:v>0.77811928568649569</c:v>
                </c:pt>
                <c:pt idx="213">
                  <c:v>0.77751428682502033</c:v>
                </c:pt>
                <c:pt idx="214">
                  <c:v>0.77691022802315191</c:v>
                </c:pt>
                <c:pt idx="215">
                  <c:v>0.77630710709156536</c:v>
                </c:pt>
                <c:pt idx="216">
                  <c:v>0.7757049218477291</c:v>
                </c:pt>
                <c:pt idx="217">
                  <c:v>0.775103670115878</c:v>
                </c:pt>
                <c:pt idx="218">
                  <c:v>0.77450334972698753</c:v>
                </c:pt>
                <c:pt idx="219">
                  <c:v>0.77390395851874771</c:v>
                </c:pt>
                <c:pt idx="220">
                  <c:v>0.77330549433553719</c:v>
                </c:pt>
                <c:pt idx="221">
                  <c:v>0.77270795502839695</c:v>
                </c:pt>
                <c:pt idx="222">
                  <c:v>0.77211133845500513</c:v>
                </c:pt>
                <c:pt idx="223">
                  <c:v>0.77151564247965121</c:v>
                </c:pt>
                <c:pt idx="224">
                  <c:v>0.77092086497321044</c:v>
                </c:pt>
                <c:pt idx="225">
                  <c:v>0.77032700381311858</c:v>
                </c:pt>
                <c:pt idx="226">
                  <c:v>0.76973405688334673</c:v>
                </c:pt>
                <c:pt idx="227">
                  <c:v>0.76914202207437599</c:v>
                </c:pt>
                <c:pt idx="228">
                  <c:v>0.7685508972831725</c:v>
                </c:pt>
                <c:pt idx="229">
                  <c:v>0.76796068041316279</c:v>
                </c:pt>
                <c:pt idx="230">
                  <c:v>0.76737136937420858</c:v>
                </c:pt>
                <c:pt idx="231">
                  <c:v>0.76678296208258245</c:v>
                </c:pt>
                <c:pt idx="232">
                  <c:v>0.76619545646094311</c:v>
                </c:pt>
                <c:pt idx="233">
                  <c:v>0.76560885043831106</c:v>
                </c:pt>
                <c:pt idx="234">
                  <c:v>0.76502314195004395</c:v>
                </c:pt>
                <c:pt idx="235">
                  <c:v>0.76443832893781294</c:v>
                </c:pt>
                <c:pt idx="236">
                  <c:v>0.76385440934957793</c:v>
                </c:pt>
                <c:pt idx="237">
                  <c:v>0.76327138113956416</c:v>
                </c:pt>
                <c:pt idx="238">
                  <c:v>0.76268924226823775</c:v>
                </c:pt>
                <c:pt idx="239">
                  <c:v>0.76210799070228241</c:v>
                </c:pt>
                <c:pt idx="240">
                  <c:v>0.76152762441457555</c:v>
                </c:pt>
                <c:pt idx="241">
                  <c:v>0.76094814138416467</c:v>
                </c:pt>
                <c:pt idx="242">
                  <c:v>0.76036953959624376</c:v>
                </c:pt>
                <c:pt idx="243">
                  <c:v>0.75979181704213039</c:v>
                </c:pt>
                <c:pt idx="244">
                  <c:v>0.75921497171924224</c:v>
                </c:pt>
                <c:pt idx="245">
                  <c:v>0.75863900163107378</c:v>
                </c:pt>
                <c:pt idx="246">
                  <c:v>0.75806390478717356</c:v>
                </c:pt>
                <c:pt idx="247">
                  <c:v>0.75748967920312082</c:v>
                </c:pt>
                <c:pt idx="248">
                  <c:v>0.75691632290050326</c:v>
                </c:pt>
                <c:pt idx="249">
                  <c:v>0.75634383390689397</c:v>
                </c:pt>
                <c:pt idx="250">
                  <c:v>0.75577221025582886</c:v>
                </c:pt>
                <c:pt idx="251">
                  <c:v>0.75520144998678396</c:v>
                </c:pt>
                <c:pt idx="252">
                  <c:v>0.75463155114515335</c:v>
                </c:pt>
                <c:pt idx="253">
                  <c:v>0.75406251178222672</c:v>
                </c:pt>
                <c:pt idx="254">
                  <c:v>0.75349432995516707</c:v>
                </c:pt>
                <c:pt idx="255">
                  <c:v>0.75292700372698862</c:v>
                </c:pt>
                <c:pt idx="256">
                  <c:v>0.75236053116653501</c:v>
                </c:pt>
                <c:pt idx="257">
                  <c:v>0.75179491034845691</c:v>
                </c:pt>
                <c:pt idx="258">
                  <c:v>0.75123013935319083</c:v>
                </c:pt>
                <c:pt idx="259">
                  <c:v>0.75066621626693686</c:v>
                </c:pt>
                <c:pt idx="260">
                  <c:v>0.7501031391816374</c:v>
                </c:pt>
                <c:pt idx="261">
                  <c:v>0.7495409061949555</c:v>
                </c:pt>
                <c:pt idx="262">
                  <c:v>0.74897951541025343</c:v>
                </c:pt>
                <c:pt idx="263">
                  <c:v>0.74841896493657145</c:v>
                </c:pt>
                <c:pt idx="264">
                  <c:v>0.74785925288860633</c:v>
                </c:pt>
                <c:pt idx="265">
                  <c:v>0.74730037738669053</c:v>
                </c:pt>
                <c:pt idx="266">
                  <c:v>0.74674233655677102</c:v>
                </c:pt>
                <c:pt idx="267">
                  <c:v>0.74618512853038832</c:v>
                </c:pt>
                <c:pt idx="268">
                  <c:v>0.74562875144465568</c:v>
                </c:pt>
                <c:pt idx="269">
                  <c:v>0.74507320344223815</c:v>
                </c:pt>
                <c:pt idx="270">
                  <c:v>0.74451848267133225</c:v>
                </c:pt>
                <c:pt idx="271">
                  <c:v>0.74396458728564518</c:v>
                </c:pt>
                <c:pt idx="272">
                  <c:v>0.74341151544437423</c:v>
                </c:pt>
                <c:pt idx="273">
                  <c:v>0.7428592653121866</c:v>
                </c:pt>
                <c:pt idx="274">
                  <c:v>0.74230783505919895</c:v>
                </c:pt>
                <c:pt idx="275">
                  <c:v>0.74175722286095758</c:v>
                </c:pt>
                <c:pt idx="276">
                  <c:v>0.74120742689841745</c:v>
                </c:pt>
                <c:pt idx="277">
                  <c:v>0.74065844535792313</c:v>
                </c:pt>
                <c:pt idx="278">
                  <c:v>0.74011027643118821</c:v>
                </c:pt>
                <c:pt idx="279">
                  <c:v>0.73956291831527565</c:v>
                </c:pt>
                <c:pt idx="280">
                  <c:v>0.73901636921257796</c:v>
                </c:pt>
                <c:pt idx="281">
                  <c:v>0.73847062733079782</c:v>
                </c:pt>
                <c:pt idx="282">
                  <c:v>0.73792569088292803</c:v>
                </c:pt>
                <c:pt idx="283">
                  <c:v>0.73738155808723216</c:v>
                </c:pt>
                <c:pt idx="284">
                  <c:v>0.73683822716722536</c:v>
                </c:pt>
                <c:pt idx="285">
                  <c:v>0.73629569635165482</c:v>
                </c:pt>
                <c:pt idx="286">
                  <c:v>0.73575396387448033</c:v>
                </c:pt>
                <c:pt idx="287">
                  <c:v>0.73521302797485566</c:v>
                </c:pt>
                <c:pt idx="288">
                  <c:v>0.73467288689710897</c:v>
                </c:pt>
                <c:pt idx="289">
                  <c:v>0.73413353889072419</c:v>
                </c:pt>
                <c:pt idx="290">
                  <c:v>0.7335949822103216</c:v>
                </c:pt>
                <c:pt idx="291">
                  <c:v>0.7330572151156397</c:v>
                </c:pt>
                <c:pt idx="292">
                  <c:v>0.73252023587151593</c:v>
                </c:pt>
                <c:pt idx="293">
                  <c:v>0.7319840427478681</c:v>
                </c:pt>
                <c:pt idx="294">
                  <c:v>0.73144863401967597</c:v>
                </c:pt>
                <c:pt idx="295">
                  <c:v>0.7309140079669626</c:v>
                </c:pt>
                <c:pt idx="296">
                  <c:v>0.73038016287477625</c:v>
                </c:pt>
                <c:pt idx="297">
                  <c:v>0.72984709703317152</c:v>
                </c:pt>
                <c:pt idx="298">
                  <c:v>0.72931480873719134</c:v>
                </c:pt>
                <c:pt idx="299">
                  <c:v>0.72878329628684901</c:v>
                </c:pt>
                <c:pt idx="300">
                  <c:v>0.72825255798710986</c:v>
                </c:pt>
              </c:numCache>
            </c:numRef>
          </c:xVal>
          <c:yVal>
            <c:numRef>
              <c:f>Sheet1!$E$2:$E$302</c:f>
              <c:numCache>
                <c:formatCode>General</c:formatCode>
                <c:ptCount val="301"/>
                <c:pt idx="0">
                  <c:v>3.0716758685846171E-10</c:v>
                </c:pt>
                <c:pt idx="1">
                  <c:v>3.1666108726196596E-10</c:v>
                </c:pt>
                <c:pt idx="2">
                  <c:v>3.2642951569217609E-10</c:v>
                </c:pt>
                <c:pt idx="3">
                  <c:v>3.3648028305204931E-10</c:v>
                </c:pt>
                <c:pt idx="4">
                  <c:v>3.4682098464252872E-10</c:v>
                </c:pt>
                <c:pt idx="5">
                  <c:v>3.5745940435199328E-10</c:v>
                </c:pt>
                <c:pt idx="6">
                  <c:v>3.6840351893133714E-10</c:v>
                </c:pt>
                <c:pt idx="7">
                  <c:v>3.7966150235624887E-10</c:v>
                </c:pt>
                <c:pt idx="8">
                  <c:v>3.9124173027821764E-10</c:v>
                </c:pt>
                <c:pt idx="9">
                  <c:v>4.0315278456587297E-10</c:v>
                </c:pt>
                <c:pt idx="10">
                  <c:v>4.1540345793828633E-10</c:v>
                </c:pt>
                <c:pt idx="11">
                  <c:v>4.2800275869184339E-10</c:v>
                </c:pt>
                <c:pt idx="12">
                  <c:v>4.4095991552236402E-10</c:v>
                </c:pt>
                <c:pt idx="13">
                  <c:v>4.5428438244416845E-10</c:v>
                </c:pt>
                <c:pt idx="14">
                  <c:v>4.6798584380778422E-10</c:v>
                </c:pt>
                <c:pt idx="15">
                  <c:v>4.820742194180421E-10</c:v>
                </c:pt>
                <c:pt idx="16">
                  <c:v>4.965596697543204E-10</c:v>
                </c:pt>
                <c:pt idx="17">
                  <c:v>5.1145260129475379E-10</c:v>
                </c:pt>
                <c:pt idx="18">
                  <c:v>5.2676367194617334E-10</c:v>
                </c:pt>
                <c:pt idx="19">
                  <c:v>5.4250379658167572E-10</c:v>
                </c:pt>
                <c:pt idx="20">
                  <c:v>5.5868415268766124E-10</c:v>
                </c:pt>
                <c:pt idx="21">
                  <c:v>5.7531618612227006E-10</c:v>
                </c:pt>
                <c:pt idx="22">
                  <c:v>5.9241161698709812E-10</c:v>
                </c:pt>
                <c:pt idx="23">
                  <c:v>6.0998244561419125E-10</c:v>
                </c:pt>
                <c:pt idx="24">
                  <c:v>6.2804095867028377E-10</c:v>
                </c:pt>
                <c:pt idx="25">
                  <c:v>6.4659973538029937E-10</c:v>
                </c:pt>
                <c:pt idx="26">
                  <c:v>6.6567165387217208E-10</c:v>
                </c:pt>
                <c:pt idx="27">
                  <c:v>6.8526989764499149E-10</c:v>
                </c:pt>
                <c:pt idx="28">
                  <c:v>7.05407962162692E-10</c:v>
                </c:pt>
                <c:pt idx="29">
                  <c:v>7.2609966157530017E-10</c:v>
                </c:pt>
                <c:pt idx="30">
                  <c:v>7.4735913557000661E-10</c:v>
                </c:pt>
                <c:pt idx="31">
                  <c:v>7.6920085635412473E-10</c:v>
                </c:pt>
                <c:pt idx="32">
                  <c:v>7.916396357723405E-10</c:v>
                </c:pt>
                <c:pt idx="33">
                  <c:v>8.1469063256034374E-10</c:v>
                </c:pt>
                <c:pt idx="34">
                  <c:v>8.3836935973720163E-10</c:v>
                </c:pt>
                <c:pt idx="35">
                  <c:v>8.6269169213884011E-10</c:v>
                </c:pt>
                <c:pt idx="36">
                  <c:v>8.8767387409486743E-10</c:v>
                </c:pt>
                <c:pt idx="37">
                  <c:v>9.1333252725125731E-10</c:v>
                </c:pt>
                <c:pt idx="38">
                  <c:v>9.3968465854121517E-10</c:v>
                </c:pt>
                <c:pt idx="39">
                  <c:v>9.6674766830674098E-10</c:v>
                </c:pt>
                <c:pt idx="40">
                  <c:v>9.9453935857333989E-10</c:v>
                </c:pt>
                <c:pt idx="41">
                  <c:v>1.0230779414804168E-9</c:v>
                </c:pt>
                <c:pt idx="42">
                  <c:v>1.0523820478699153E-9</c:v>
                </c:pt>
                <c:pt idx="43">
                  <c:v>1.082470736035815E-9</c:v>
                </c:pt>
                <c:pt idx="44">
                  <c:v>1.1133635006370286E-9</c:v>
                </c:pt>
                <c:pt idx="45">
                  <c:v>1.145080281776525E-9</c:v>
                </c:pt>
                <c:pt idx="46">
                  <c:v>1.1776414742491764E-9</c:v>
                </c:pt>
                <c:pt idx="47">
                  <c:v>1.2110679369612343E-9</c:v>
                </c:pt>
                <c:pt idx="48">
                  <c:v>1.2453810025241553E-9</c:v>
                </c:pt>
                <c:pt idx="49">
                  <c:v>1.2806024870255148E-9</c:v>
                </c:pt>
                <c:pt idx="50">
                  <c:v>1.3167546999800011E-9</c:v>
                </c:pt>
                <c:pt idx="51">
                  <c:v>1.3538604544632532E-9</c:v>
                </c:pt>
                <c:pt idx="52">
                  <c:v>1.3919430774315355E-9</c:v>
                </c:pt>
                <c:pt idx="53">
                  <c:v>1.4310264202301845E-9</c:v>
                </c:pt>
                <c:pt idx="54">
                  <c:v>1.4711348692938893E-9</c:v>
                </c:pt>
                <c:pt idx="55">
                  <c:v>1.512293357041748E-9</c:v>
                </c:pt>
                <c:pt idx="56">
                  <c:v>1.554527372970306E-9</c:v>
                </c:pt>
                <c:pt idx="57">
                  <c:v>1.5978629749475876E-9</c:v>
                </c:pt>
                <c:pt idx="58">
                  <c:v>1.6423268007114455E-9</c:v>
                </c:pt>
                <c:pt idx="59">
                  <c:v>1.6879460795751963E-9</c:v>
                </c:pt>
                <c:pt idx="60">
                  <c:v>1.7347486443440965E-9</c:v>
                </c:pt>
                <c:pt idx="61">
                  <c:v>1.7827629434456978E-9</c:v>
                </c:pt>
                <c:pt idx="62">
                  <c:v>1.8320180532775024E-9</c:v>
                </c:pt>
                <c:pt idx="63">
                  <c:v>1.882543690775388E-9</c:v>
                </c:pt>
                <c:pt idx="64">
                  <c:v>1.9343702262061219E-9</c:v>
                </c:pt>
                <c:pt idx="65">
                  <c:v>1.9875286961874427E-9</c:v>
                </c:pt>
                <c:pt idx="66">
                  <c:v>2.0420508169392232E-9</c:v>
                </c:pt>
                <c:pt idx="67">
                  <c:v>2.0979689977693979E-9</c:v>
                </c:pt>
                <c:pt idx="68">
                  <c:v>2.1553163547980442E-9</c:v>
                </c:pt>
                <c:pt idx="69">
                  <c:v>2.214126724923393E-9</c:v>
                </c:pt>
                <c:pt idx="70">
                  <c:v>2.2744346800335084E-9</c:v>
                </c:pt>
                <c:pt idx="71">
                  <c:v>2.3362755414672254E-9</c:v>
                </c:pt>
                <c:pt idx="72">
                  <c:v>2.3996853947283715E-9</c:v>
                </c:pt>
                <c:pt idx="73">
                  <c:v>2.4647011044567734E-9</c:v>
                </c:pt>
                <c:pt idx="74">
                  <c:v>2.5313603296603157E-9</c:v>
                </c:pt>
                <c:pt idx="75">
                  <c:v>2.5997015392116397E-9</c:v>
                </c:pt>
                <c:pt idx="76">
                  <c:v>2.6697640276137536E-9</c:v>
                </c:pt>
                <c:pt idx="77">
                  <c:v>2.741587931038337E-9</c:v>
                </c:pt>
                <c:pt idx="78">
                  <c:v>2.8152142436411098E-9</c:v>
                </c:pt>
                <c:pt idx="79">
                  <c:v>2.8906848341579611E-9</c:v>
                </c:pt>
                <c:pt idx="80">
                  <c:v>2.9680424627866327E-9</c:v>
                </c:pt>
                <c:pt idx="81">
                  <c:v>3.0473307983575397E-9</c:v>
                </c:pt>
                <c:pt idx="82">
                  <c:v>3.1285944357985286E-9</c:v>
                </c:pt>
                <c:pt idx="83">
                  <c:v>3.211878913897643E-9</c:v>
                </c:pt>
                <c:pt idx="84">
                  <c:v>3.2972307333683075E-9</c:v>
                </c:pt>
                <c:pt idx="85">
                  <c:v>3.3846973752215393E-9</c:v>
                </c:pt>
                <c:pt idx="86">
                  <c:v>3.4743273194494534E-9</c:v>
                </c:pt>
                <c:pt idx="87">
                  <c:v>3.5661700640248811E-9</c:v>
                </c:pt>
                <c:pt idx="88">
                  <c:v>3.6602761442213428E-9</c:v>
                </c:pt>
                <c:pt idx="89">
                  <c:v>3.7566971522584781E-9</c:v>
                </c:pt>
                <c:pt idx="90">
                  <c:v>3.8554857572773379E-9</c:v>
                </c:pt>
                <c:pt idx="91">
                  <c:v>3.956695725650411E-9</c:v>
                </c:pt>
                <c:pt idx="92">
                  <c:v>4.060381941631153E-9</c:v>
                </c:pt>
                <c:pt idx="93">
                  <c:v>4.1666004283481515E-9</c:v>
                </c:pt>
                <c:pt idx="94">
                  <c:v>4.2754083691484484E-9</c:v>
                </c:pt>
                <c:pt idx="95">
                  <c:v>4.3868641292955158E-9</c:v>
                </c:pt>
                <c:pt idx="96">
                  <c:v>4.5010272780264116E-9</c:v>
                </c:pt>
                <c:pt idx="97">
                  <c:v>4.6179586109739426E-9</c:v>
                </c:pt>
                <c:pt idx="98">
                  <c:v>4.7377201729581019E-9</c:v>
                </c:pt>
                <c:pt idx="99">
                  <c:v>4.8603752811528559E-9</c:v>
                </c:pt>
                <c:pt idx="100">
                  <c:v>4.9859885486332664E-9</c:v>
                </c:pt>
                <c:pt idx="101">
                  <c:v>5.1146259083079825E-9</c:v>
                </c:pt>
                <c:pt idx="102">
                  <c:v>5.2463546372432868E-9</c:v>
                </c:pt>
                <c:pt idx="103">
                  <c:v>5.3812433813833567E-9</c:v>
                </c:pt>
                <c:pt idx="104">
                  <c:v>5.5193621806728581E-9</c:v>
                </c:pt>
                <c:pt idx="105">
                  <c:v>5.6607824945872911E-9</c:v>
                </c:pt>
                <c:pt idx="106">
                  <c:v>5.8055772280767252E-9</c:v>
                </c:pt>
                <c:pt idx="107">
                  <c:v>5.9538207579288023E-9</c:v>
                </c:pt>
                <c:pt idx="108">
                  <c:v>6.1055889595565978E-9</c:v>
                </c:pt>
                <c:pt idx="109">
                  <c:v>6.2609592342175139E-9</c:v>
                </c:pt>
                <c:pt idx="110">
                  <c:v>6.4200105366687592E-9</c:v>
                </c:pt>
                <c:pt idx="111">
                  <c:v>6.5828234032659912E-9</c:v>
                </c:pt>
                <c:pt idx="112">
                  <c:v>6.7494799805103515E-9</c:v>
                </c:pt>
                <c:pt idx="113">
                  <c:v>6.92006405405092E-9</c:v>
                </c:pt>
                <c:pt idx="114">
                  <c:v>7.0946610781483089E-9</c:v>
                </c:pt>
                <c:pt idx="115">
                  <c:v>7.2733582056054987E-9</c:v>
                </c:pt>
                <c:pt idx="116">
                  <c:v>7.4562443181729885E-9</c:v>
                </c:pt>
                <c:pt idx="117">
                  <c:v>7.64341005743374E-9</c:v>
                </c:pt>
                <c:pt idx="118">
                  <c:v>7.8349478561752021E-9</c:v>
                </c:pt>
                <c:pt idx="119">
                  <c:v>8.0309519702544632E-9</c:v>
                </c:pt>
                <c:pt idx="120">
                  <c:v>8.2315185109633816E-9</c:v>
                </c:pt>
                <c:pt idx="121">
                  <c:v>8.4367454779004187E-9</c:v>
                </c:pt>
                <c:pt idx="122">
                  <c:v>8.6467327923555893E-9</c:v>
                </c:pt>
                <c:pt idx="123">
                  <c:v>8.8615823312163449E-9</c:v>
                </c:pt>
                <c:pt idx="124">
                  <c:v>9.0813979613995488E-9</c:v>
                </c:pt>
                <c:pt idx="125">
                  <c:v>9.3062855748185997E-9</c:v>
                </c:pt>
                <c:pt idx="126">
                  <c:v>9.5363531238912808E-9</c:v>
                </c:pt>
                <c:pt idx="127">
                  <c:v>9.7717106575960816E-9</c:v>
                </c:pt>
                <c:pt idx="128">
                  <c:v>1.0012470358083896E-8</c:v>
                </c:pt>
                <c:pt idx="129">
                  <c:v>1.0258746577853365E-8</c:v>
                </c:pt>
                <c:pt idx="130">
                  <c:v>1.051065587749498E-8</c:v>
                </c:pt>
                <c:pt idx="131">
                  <c:v>1.0768317064014607E-8</c:v>
                </c:pt>
                <c:pt idx="132">
                  <c:v>1.1031851229741163E-8</c:v>
                </c:pt>
                <c:pt idx="133">
                  <c:v>1.1301381791826996E-8</c:v>
                </c:pt>
                <c:pt idx="134">
                  <c:v>1.1577034532349665E-8</c:v>
                </c:pt>
                <c:pt idx="135">
                  <c:v>1.1858937639021098E-8</c:v>
                </c:pt>
                <c:pt idx="136">
                  <c:v>1.2147221746513394E-8</c:v>
                </c:pt>
                <c:pt idx="137">
                  <c:v>1.2442019978408581E-8</c:v>
                </c:pt>
                <c:pt idx="138">
                  <c:v>1.274346798977985E-8</c:v>
                </c:pt>
                <c:pt idx="139">
                  <c:v>1.3051704010414167E-8</c:v>
                </c:pt>
                <c:pt idx="140">
                  <c:v>1.3366868888681762E-8</c:v>
                </c:pt>
                <c:pt idx="141">
                  <c:v>1.3689106136063295E-8</c:v>
                </c:pt>
                <c:pt idx="142">
                  <c:v>1.4018561972340864E-8</c:v>
                </c:pt>
                <c:pt idx="143">
                  <c:v>1.4355385371463775E-8</c:v>
                </c:pt>
                <c:pt idx="144">
                  <c:v>1.4699728108094479E-8</c:v>
                </c:pt>
                <c:pt idx="145">
                  <c:v>1.5051744804846176E-8</c:v>
                </c:pt>
                <c:pt idx="146">
                  <c:v>1.5411592980218914E-8</c:v>
                </c:pt>
                <c:pt idx="147">
                  <c:v>1.5779433097243681E-8</c:v>
                </c:pt>
                <c:pt idx="148">
                  <c:v>1.6155428612843361E-8</c:v>
                </c:pt>
                <c:pt idx="149">
                  <c:v>1.6539746027918993E-8</c:v>
                </c:pt>
                <c:pt idx="150">
                  <c:v>1.6932554938170874E-8</c:v>
                </c:pt>
                <c:pt idx="151">
                  <c:v>1.7334028085663801E-8</c:v>
                </c:pt>
                <c:pt idx="152">
                  <c:v>1.7744341411144664E-8</c:v>
                </c:pt>
                <c:pt idx="153">
                  <c:v>1.8163674107122869E-8</c:v>
                </c:pt>
                <c:pt idx="154">
                  <c:v>1.8592208671722266E-8</c:v>
                </c:pt>
                <c:pt idx="155">
                  <c:v>1.9030130963313899E-8</c:v>
                </c:pt>
                <c:pt idx="156">
                  <c:v>1.9477630255940384E-8</c:v>
                </c:pt>
                <c:pt idx="157">
                  <c:v>1.9934899295539623E-8</c:v>
                </c:pt>
                <c:pt idx="158">
                  <c:v>2.0402134356979491E-8</c:v>
                </c:pt>
                <c:pt idx="159">
                  <c:v>2.0879535301912016E-8</c:v>
                </c:pt>
                <c:pt idx="160">
                  <c:v>2.1367305637457918E-8</c:v>
                </c:pt>
                <c:pt idx="161">
                  <c:v>2.1865652575730442E-8</c:v>
                </c:pt>
                <c:pt idx="162">
                  <c:v>2.2374787094210735E-8</c:v>
                </c:pt>
                <c:pt idx="163">
                  <c:v>2.2894923996981717E-8</c:v>
                </c:pt>
                <c:pt idx="164">
                  <c:v>2.3426281976833994E-8</c:v>
                </c:pt>
                <c:pt idx="165">
                  <c:v>2.3969083678252468E-8</c:v>
                </c:pt>
                <c:pt idx="166">
                  <c:v>2.4523555761294647E-8</c:v>
                </c:pt>
                <c:pt idx="167">
                  <c:v>2.5089928966370829E-8</c:v>
                </c:pt>
                <c:pt idx="168">
                  <c:v>2.5668438179937984E-8</c:v>
                </c:pt>
                <c:pt idx="169">
                  <c:v>2.6259322501116739E-8</c:v>
                </c:pt>
                <c:pt idx="170">
                  <c:v>2.6862825309243561E-8</c:v>
                </c:pt>
                <c:pt idx="171">
                  <c:v>2.7479194332368552E-8</c:v>
                </c:pt>
                <c:pt idx="172">
                  <c:v>2.8108681716709707E-8</c:v>
                </c:pt>
                <c:pt idx="173">
                  <c:v>2.8751544097075735E-8</c:v>
                </c:pt>
                <c:pt idx="174">
                  <c:v>2.9408042668268723E-8</c:v>
                </c:pt>
                <c:pt idx="175">
                  <c:v>3.0078443257476422E-8</c:v>
                </c:pt>
                <c:pt idx="176">
                  <c:v>3.0763016397667749E-8</c:v>
                </c:pt>
                <c:pt idx="177">
                  <c:v>3.1462037402002918E-8</c:v>
                </c:pt>
                <c:pt idx="178">
                  <c:v>3.2175786439267125E-8</c:v>
                </c:pt>
                <c:pt idx="179">
                  <c:v>3.2904548610344556E-8</c:v>
                </c:pt>
                <c:pt idx="180">
                  <c:v>3.3648614025740797E-8</c:v>
                </c:pt>
                <c:pt idx="181">
                  <c:v>3.4408277884165798E-8</c:v>
                </c:pt>
                <c:pt idx="182">
                  <c:v>3.518384055219277E-8</c:v>
                </c:pt>
                <c:pt idx="183">
                  <c:v>3.5975607645001634E-8</c:v>
                </c:pt>
                <c:pt idx="184">
                  <c:v>3.6783890108221533E-8</c:v>
                </c:pt>
                <c:pt idx="185">
                  <c:v>3.7609004300883961E-8</c:v>
                </c:pt>
                <c:pt idx="186">
                  <c:v>3.8451272079500685E-8</c:v>
                </c:pt>
                <c:pt idx="187">
                  <c:v>3.9311020883275078E-8</c:v>
                </c:pt>
                <c:pt idx="188">
                  <c:v>4.01885838204673E-8</c:v>
                </c:pt>
                <c:pt idx="189">
                  <c:v>4.1084299755916354E-8</c:v>
                </c:pt>
                <c:pt idx="190">
                  <c:v>4.1998513399741144E-8</c:v>
                </c:pt>
                <c:pt idx="191">
                  <c:v>4.2931575397228466E-8</c:v>
                </c:pt>
                <c:pt idx="192">
                  <c:v>4.3883842419921282E-8</c:v>
                </c:pt>
                <c:pt idx="193">
                  <c:v>4.4855677257925067E-8</c:v>
                </c:pt>
                <c:pt idx="194">
                  <c:v>4.5847448913438667E-8</c:v>
                </c:pt>
                <c:pt idx="195">
                  <c:v>4.6859532695532264E-8</c:v>
                </c:pt>
                <c:pt idx="196">
                  <c:v>4.7892310316174909E-8</c:v>
                </c:pt>
                <c:pt idx="197">
                  <c:v>4.8946169987538605E-8</c:v>
                </c:pt>
                <c:pt idx="198">
                  <c:v>5.0021506520579909E-8</c:v>
                </c:pt>
                <c:pt idx="199">
                  <c:v>5.1118721424923815E-8</c:v>
                </c:pt>
                <c:pt idx="200">
                  <c:v>5.223822301005705E-8</c:v>
                </c:pt>
                <c:pt idx="201">
                  <c:v>5.338042648784882E-8</c:v>
                </c:pt>
                <c:pt idx="202">
                  <c:v>5.4545754076412038E-8</c:v>
                </c:pt>
                <c:pt idx="203">
                  <c:v>5.5734635105319715E-8</c:v>
                </c:pt>
                <c:pt idx="204">
                  <c:v>5.6947506122190646E-8</c:v>
                </c:pt>
                <c:pt idx="205">
                  <c:v>5.8184811000663568E-8</c:v>
                </c:pt>
                <c:pt idx="206">
                  <c:v>5.9447001049764509E-8</c:v>
                </c:pt>
                <c:pt idx="207">
                  <c:v>6.0734535124695533E-8</c:v>
                </c:pt>
                <c:pt idx="208">
                  <c:v>6.2047879739049811E-8</c:v>
                </c:pt>
                <c:pt idx="209">
                  <c:v>6.3387509178472427E-8</c:v>
                </c:pt>
                <c:pt idx="210">
                  <c:v>6.4753905615782641E-8</c:v>
                </c:pt>
                <c:pt idx="211">
                  <c:v>6.6147559227573222E-8</c:v>
                </c:pt>
                <c:pt idx="212">
                  <c:v>6.7568968312298683E-8</c:v>
                </c:pt>
                <c:pt idx="213">
                  <c:v>6.9018639409874033E-8</c:v>
                </c:pt>
                <c:pt idx="214">
                  <c:v>7.0497087422797287E-8</c:v>
                </c:pt>
                <c:pt idx="215">
                  <c:v>7.2004835738809651E-8</c:v>
                </c:pt>
                <c:pt idx="216">
                  <c:v>7.3542416355113651E-8</c:v>
                </c:pt>
                <c:pt idx="217">
                  <c:v>7.5110370004161348E-8</c:v>
                </c:pt>
                <c:pt idx="218">
                  <c:v>7.6709246281034131E-8</c:v>
                </c:pt>
                <c:pt idx="219">
                  <c:v>7.8339603772425175E-8</c:v>
                </c:pt>
                <c:pt idx="220">
                  <c:v>8.000201018724386E-8</c:v>
                </c:pt>
                <c:pt idx="221">
                  <c:v>8.1697042488863332E-8</c:v>
                </c:pt>
                <c:pt idx="222">
                  <c:v>8.342528702901517E-8</c:v>
                </c:pt>
                <c:pt idx="223">
                  <c:v>8.5187339683367037E-8</c:v>
                </c:pt>
                <c:pt idx="224">
                  <c:v>8.6983805988782456E-8</c:v>
                </c:pt>
                <c:pt idx="225">
                  <c:v>8.8815301282290946E-8</c:v>
                </c:pt>
                <c:pt idx="226">
                  <c:v>9.0682450841785137E-8</c:v>
                </c:pt>
                <c:pt idx="227">
                  <c:v>9.2585890028455639E-8</c:v>
                </c:pt>
                <c:pt idx="228">
                  <c:v>9.4526264430991579E-8</c:v>
                </c:pt>
                <c:pt idx="229">
                  <c:v>9.6504230011553796E-8</c:v>
                </c:pt>
                <c:pt idx="230">
                  <c:v>9.8520453253548963E-8</c:v>
                </c:pt>
                <c:pt idx="231">
                  <c:v>1.0057561131121616E-7</c:v>
                </c:pt>
                <c:pt idx="232">
                  <c:v>1.0267039216104496E-7</c:v>
                </c:pt>
                <c:pt idx="233">
                  <c:v>1.0480549475504667E-7</c:v>
                </c:pt>
                <c:pt idx="234">
                  <c:v>1.0698162917589443E-7</c:v>
                </c:pt>
                <c:pt idx="235">
                  <c:v>1.0919951679395097E-7</c:v>
                </c:pt>
                <c:pt idx="236">
                  <c:v>1.1145989042620618E-7</c:v>
                </c:pt>
                <c:pt idx="237">
                  <c:v>1.1376349449713576E-7</c:v>
                </c:pt>
                <c:pt idx="238">
                  <c:v>1.1611108520151278E-7</c:v>
                </c:pt>
                <c:pt idx="239">
                  <c:v>1.1850343066917604E-7</c:v>
                </c:pt>
                <c:pt idx="240">
                  <c:v>1.2094131113178892E-7</c:v>
                </c:pt>
                <c:pt idx="241">
                  <c:v>1.234255190915981E-7</c:v>
                </c:pt>
                <c:pt idx="242">
                  <c:v>1.2595685949221769E-7</c:v>
                </c:pt>
                <c:pt idx="243">
                  <c:v>1.285361498914532E-7</c:v>
                </c:pt>
                <c:pt idx="244">
                  <c:v>1.3116422063619398E-7</c:v>
                </c:pt>
                <c:pt idx="245">
                  <c:v>1.3384191503938393E-7</c:v>
                </c:pt>
                <c:pt idx="246">
                  <c:v>1.3657008955910026E-7</c:v>
                </c:pt>
                <c:pt idx="247">
                  <c:v>1.3934961397975212E-7</c:v>
                </c:pt>
                <c:pt idx="248">
                  <c:v>1.4218137159542455E-7</c:v>
                </c:pt>
                <c:pt idx="249">
                  <c:v>1.4506625939539257E-7</c:v>
                </c:pt>
                <c:pt idx="250">
                  <c:v>1.4800518825181374E-7</c:v>
                </c:pt>
                <c:pt idx="251">
                  <c:v>1.5099908310963478E-7</c:v>
                </c:pt>
                <c:pt idx="252">
                  <c:v>1.5404888317871996E-7</c:v>
                </c:pt>
                <c:pt idx="253">
                  <c:v>1.5715554212823778E-7</c:v>
                </c:pt>
                <c:pt idx="254">
                  <c:v>1.6032002828330557E-7</c:v>
                </c:pt>
                <c:pt idx="255">
                  <c:v>1.6354332482394363E-7</c:v>
                </c:pt>
                <c:pt idx="256">
                  <c:v>1.6682642998632782E-7</c:v>
                </c:pt>
                <c:pt idx="257">
                  <c:v>1.7017035726638852E-7</c:v>
                </c:pt>
                <c:pt idx="258">
                  <c:v>1.7357613562576174E-7</c:v>
                </c:pt>
                <c:pt idx="259">
                  <c:v>1.7704480970012956E-7</c:v>
                </c:pt>
                <c:pt idx="260">
                  <c:v>1.8057744000994978E-7</c:v>
                </c:pt>
                <c:pt idx="261">
                  <c:v>1.8417510317362309E-7</c:v>
                </c:pt>
                <c:pt idx="262">
                  <c:v>1.8783889212310337E-7</c:v>
                </c:pt>
                <c:pt idx="263">
                  <c:v>1.9156991632197811E-7</c:v>
                </c:pt>
                <c:pt idx="264">
                  <c:v>1.9536930198604422E-7</c:v>
                </c:pt>
                <c:pt idx="265">
                  <c:v>1.9923819230640131E-7</c:v>
                </c:pt>
                <c:pt idx="266">
                  <c:v>2.0317774767508087E-7</c:v>
                </c:pt>
                <c:pt idx="267">
                  <c:v>2.0718914591324195E-7</c:v>
                </c:pt>
                <c:pt idx="268">
                  <c:v>2.1127358250195682E-7</c:v>
                </c:pt>
                <c:pt idx="269">
                  <c:v>2.1543227081560386E-7</c:v>
                </c:pt>
                <c:pt idx="270">
                  <c:v>2.1966644235789415E-7</c:v>
                </c:pt>
                <c:pt idx="271">
                  <c:v>2.239773470005568E-7</c:v>
                </c:pt>
                <c:pt idx="272">
                  <c:v>2.283662532247164E-7</c:v>
                </c:pt>
                <c:pt idx="273">
                  <c:v>2.3283444836496041E-7</c:v>
                </c:pt>
                <c:pt idx="274">
                  <c:v>2.3738323885615689E-7</c:v>
                </c:pt>
                <c:pt idx="275">
                  <c:v>2.4201395048300986E-7</c:v>
                </c:pt>
                <c:pt idx="276">
                  <c:v>2.4672792863242104E-7</c:v>
                </c:pt>
                <c:pt idx="277">
                  <c:v>2.515265385486268E-7</c:v>
                </c:pt>
                <c:pt idx="278">
                  <c:v>2.5641116559119193E-7</c:v>
                </c:pt>
                <c:pt idx="279">
                  <c:v>2.6138321549585017E-7</c:v>
                </c:pt>
                <c:pt idx="280">
                  <c:v>2.6644411463822709E-7</c:v>
                </c:pt>
                <c:pt idx="281">
                  <c:v>2.7159531030046477E-7</c:v>
                </c:pt>
                <c:pt idx="282">
                  <c:v>2.7683827094079802E-7</c:v>
                </c:pt>
                <c:pt idx="283">
                  <c:v>2.8217448646607068E-7</c:v>
                </c:pt>
                <c:pt idx="284">
                  <c:v>2.8760546850724758E-7</c:v>
                </c:pt>
                <c:pt idx="285">
                  <c:v>2.9313275069793673E-7</c:v>
                </c:pt>
                <c:pt idx="286">
                  <c:v>2.9875788895594892E-7</c:v>
                </c:pt>
                <c:pt idx="287">
                  <c:v>3.0448246176792607E-7</c:v>
                </c:pt>
                <c:pt idx="288">
                  <c:v>3.103080704770494E-7</c:v>
                </c:pt>
                <c:pt idx="289">
                  <c:v>3.1623633957388535E-7</c:v>
                </c:pt>
                <c:pt idx="290">
                  <c:v>3.2226891699036217E-7</c:v>
                </c:pt>
                <c:pt idx="291">
                  <c:v>3.2840747439692277E-7</c:v>
                </c:pt>
                <c:pt idx="292">
                  <c:v>3.3465370750287779E-7</c:v>
                </c:pt>
                <c:pt idx="293">
                  <c:v>3.4100933635999592E-7</c:v>
                </c:pt>
                <c:pt idx="294">
                  <c:v>3.4747610566933289E-7</c:v>
                </c:pt>
                <c:pt idx="295">
                  <c:v>3.5405578509136112E-7</c:v>
                </c:pt>
                <c:pt idx="296">
                  <c:v>3.607501695593907E-7</c:v>
                </c:pt>
                <c:pt idx="297">
                  <c:v>3.6756107959635713E-7</c:v>
                </c:pt>
                <c:pt idx="298">
                  <c:v>3.744903616349593E-7</c:v>
                </c:pt>
                <c:pt idx="299">
                  <c:v>3.8153988834118665E-7</c:v>
                </c:pt>
                <c:pt idx="300">
                  <c:v>3.8871155894129811E-7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3666688"/>
        <c:axId val="133731072"/>
      </c:scatterChart>
      <c:valAx>
        <c:axId val="133666688"/>
        <c:scaling>
          <c:orientation val="minMax"/>
          <c:max val="1"/>
          <c:min val="0.70000000000000007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fr-F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1000/T (°C</a:t>
                </a:r>
                <a:r>
                  <a:rPr lang="fr-FR" sz="1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fr-F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aseline="0">
                <a:latin typeface="Times New Roman" panose="02020603050405020304" pitchFamily="18" charset="0"/>
              </a:defRPr>
            </a:pPr>
            <a:endParaRPr lang="fr-FR"/>
          </a:p>
        </c:txPr>
        <c:crossAx val="133731072"/>
        <c:crossesAt val="1.0000000000000006E-10"/>
        <c:crossBetween val="midCat"/>
      </c:valAx>
      <c:valAx>
        <c:axId val="133731072"/>
        <c:scaling>
          <c:logBase val="10"/>
          <c:orientation val="minMax"/>
          <c:max val="1.0000000000000004E-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fr-FR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BEP</a:t>
                </a:r>
                <a:r>
                  <a:rPr lang="fr-FR" sz="1800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(pa)</a:t>
                </a:r>
                <a:endParaRPr lang="fr-FR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/>
          <c:overlay val="0"/>
        </c:title>
        <c:numFmt formatCode="0.0E+0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fr-FR"/>
          </a:p>
        </c:txPr>
        <c:crossAx val="133666688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53526" y="1174202"/>
            <a:ext cx="6273245" cy="81021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07047" y="2141909"/>
            <a:ext cx="5166203" cy="9659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58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1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2996" y="2428899"/>
            <a:ext cx="6273245" cy="75071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2996" y="1602058"/>
            <a:ext cx="6273245" cy="8268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0523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69016" y="881965"/>
            <a:ext cx="3259627" cy="249451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51647" y="881965"/>
            <a:ext cx="3259627" cy="249451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18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9017" y="846089"/>
            <a:ext cx="3260909" cy="3526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69017" y="1198698"/>
            <a:ext cx="3260909" cy="21777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749088" y="846089"/>
            <a:ext cx="3262189" cy="3526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749088" y="1198698"/>
            <a:ext cx="3262189" cy="21777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62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02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9016" y="150493"/>
            <a:ext cx="2428064" cy="64047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85489" y="150495"/>
            <a:ext cx="4125786" cy="3225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69016" y="790967"/>
            <a:ext cx="2428064" cy="25855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78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591" y="2645887"/>
            <a:ext cx="4428173" cy="31236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46591" y="337736"/>
            <a:ext cx="4428173" cy="22679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46591" y="2958250"/>
            <a:ext cx="4428173" cy="4436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3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4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350712" y="151370"/>
            <a:ext cx="1660565" cy="322511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69014" y="151370"/>
            <a:ext cx="4858689" cy="322511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27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69015" y="151369"/>
            <a:ext cx="6642260" cy="629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9015" y="881965"/>
            <a:ext cx="6642260" cy="2494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69014" y="3503353"/>
            <a:ext cx="1722068" cy="201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9FAC6-E281-424B-A74C-4D71BA18BCDC}" type="datetimeFigureOut">
              <a:rPr lang="fr-FR" smtClean="0"/>
              <a:t>12/10/2017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21603" y="3503353"/>
            <a:ext cx="2337091" cy="201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289207" y="3503353"/>
            <a:ext cx="1722068" cy="2012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E1BEF-40E0-4237-9DB2-06475EA34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937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aphique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5460981"/>
              </p:ext>
            </p:extLst>
          </p:nvPr>
        </p:nvGraphicFramePr>
        <p:xfrm>
          <a:off x="0" y="0"/>
          <a:ext cx="7344816" cy="3888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ZoneTexte 16"/>
          <p:cNvSpPr txBox="1"/>
          <p:nvPr/>
        </p:nvSpPr>
        <p:spPr>
          <a:xfrm>
            <a:off x="4601727" y="116632"/>
            <a:ext cx="2298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Log(BEP) = a.1000/T + b</a:t>
            </a:r>
          </a:p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-15.2382°C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4.6869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958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</Words>
  <Application>Microsoft Office PowerPoint</Application>
  <PresentationFormat>Personnalisé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2017-10-12T14:59:23Z</dcterms:created>
  <dcterms:modified xsi:type="dcterms:W3CDTF">2017-10-12T15:06:36Z</dcterms:modified>
</cp:coreProperties>
</file>