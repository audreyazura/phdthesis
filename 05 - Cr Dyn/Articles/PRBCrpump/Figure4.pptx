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6858000" cy="9144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00" autoAdjust="0"/>
  </p:normalViewPr>
  <p:slideViewPr>
    <p:cSldViewPr>
      <p:cViewPr>
        <p:scale>
          <a:sx n="100" d="100"/>
          <a:sy n="100" d="100"/>
        </p:scale>
        <p:origin x="-2808" y="1044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6E01DE-34E9-49ED-964F-82AFB8FEED8D}" type="datetimeFigureOut">
              <a:rPr lang="en-US" smtClean="0"/>
              <a:t>7/13/2016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003425" y="744538"/>
            <a:ext cx="27908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FE696A-DA9E-4985-AB7B-8E4E527A918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57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E696A-DA9E-4985-AB7B-8E4E527A918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316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7/13/2016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891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7/13/2016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272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5875868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5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7/13/2016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937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7/13/2016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724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046818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70" y="2046818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70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7/13/2016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205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7/13/2016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832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7/13/2016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637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1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88" y="364068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1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7/13/2016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488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7/13/2016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233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7/13/2016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708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4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4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7/13/2016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102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FF63-9793-40E2-8DBC-13016F069603}" type="datetimeFigureOut">
              <a:rPr lang="en-US" smtClean="0"/>
              <a:t>7/13/2016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113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24" y="35274"/>
            <a:ext cx="3769977" cy="3643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8" name="Picture 1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1772" y="22895"/>
            <a:ext cx="3150369" cy="366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8" name="Groupe 37"/>
          <p:cNvGrpSpPr/>
          <p:nvPr/>
        </p:nvGrpSpPr>
        <p:grpSpPr>
          <a:xfrm>
            <a:off x="20123" y="3678408"/>
            <a:ext cx="3759388" cy="4395599"/>
            <a:chOff x="4051418" y="1195450"/>
            <a:chExt cx="4224480" cy="4955591"/>
          </a:xfrm>
        </p:grpSpPr>
        <p:pic>
          <p:nvPicPr>
            <p:cNvPr id="39" name="Picture 4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34"/>
            <a:stretch/>
          </p:blipFill>
          <p:spPr bwMode="auto">
            <a:xfrm>
              <a:off x="6116902" y="1195450"/>
              <a:ext cx="2158996" cy="2719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0" name="Picture 5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807"/>
            <a:stretch/>
          </p:blipFill>
          <p:spPr bwMode="auto">
            <a:xfrm>
              <a:off x="6207127" y="3518090"/>
              <a:ext cx="2060485" cy="26329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" name="Picture 2"/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18" t="2398" r="4609"/>
            <a:stretch/>
          </p:blipFill>
          <p:spPr bwMode="auto">
            <a:xfrm>
              <a:off x="4051418" y="1195450"/>
              <a:ext cx="2468247" cy="2723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2" name="Picture 3"/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807" r="6029"/>
            <a:stretch/>
          </p:blipFill>
          <p:spPr bwMode="auto">
            <a:xfrm>
              <a:off x="4051420" y="3518089"/>
              <a:ext cx="2435105" cy="2632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7" name="Rectangle 46"/>
            <p:cNvSpPr/>
            <p:nvPr/>
          </p:nvSpPr>
          <p:spPr>
            <a:xfrm>
              <a:off x="6400775" y="4355580"/>
              <a:ext cx="118890" cy="5215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e 3"/>
          <p:cNvGrpSpPr/>
          <p:nvPr/>
        </p:nvGrpSpPr>
        <p:grpSpPr>
          <a:xfrm>
            <a:off x="428091" y="260565"/>
            <a:ext cx="1937744" cy="2368429"/>
            <a:chOff x="2200975" y="2953544"/>
            <a:chExt cx="2529560" cy="3136717"/>
          </a:xfrm>
        </p:grpSpPr>
        <p:sp>
          <p:nvSpPr>
            <p:cNvPr id="5" name="Line 2"/>
            <p:cNvSpPr>
              <a:spLocks noChangeShapeType="1"/>
            </p:cNvSpPr>
            <p:nvPr/>
          </p:nvSpPr>
          <p:spPr bwMode="auto">
            <a:xfrm>
              <a:off x="3293789" y="5473593"/>
              <a:ext cx="159810" cy="1222"/>
            </a:xfrm>
            <a:prstGeom prst="line">
              <a:avLst/>
            </a:prstGeom>
            <a:noFill/>
            <a:ln w="28440" cap="flat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6" name="Line 4"/>
            <p:cNvSpPr>
              <a:spLocks noChangeShapeType="1"/>
            </p:cNvSpPr>
            <p:nvPr/>
          </p:nvSpPr>
          <p:spPr bwMode="auto">
            <a:xfrm>
              <a:off x="2460166" y="5473593"/>
              <a:ext cx="159810" cy="1222"/>
            </a:xfrm>
            <a:prstGeom prst="line">
              <a:avLst/>
            </a:prstGeom>
            <a:noFill/>
            <a:ln w="28440" cap="flat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7" name="Line 52"/>
            <p:cNvSpPr>
              <a:spLocks noChangeShapeType="1"/>
            </p:cNvSpPr>
            <p:nvPr/>
          </p:nvSpPr>
          <p:spPr bwMode="auto">
            <a:xfrm>
              <a:off x="3281520" y="3034051"/>
              <a:ext cx="162882" cy="0"/>
            </a:xfrm>
            <a:prstGeom prst="line">
              <a:avLst/>
            </a:prstGeom>
            <a:noFill/>
            <a:ln w="25560" cap="flat">
              <a:solidFill>
                <a:srgbClr val="00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8" name="Line 53"/>
            <p:cNvSpPr>
              <a:spLocks noChangeShapeType="1"/>
            </p:cNvSpPr>
            <p:nvPr/>
          </p:nvSpPr>
          <p:spPr bwMode="auto">
            <a:xfrm>
              <a:off x="2893888" y="3512541"/>
              <a:ext cx="159810" cy="1222"/>
            </a:xfrm>
            <a:prstGeom prst="line">
              <a:avLst/>
            </a:prstGeom>
            <a:noFill/>
            <a:ln w="25560" cap="flat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9" name="Line 54"/>
            <p:cNvSpPr>
              <a:spLocks noChangeShapeType="1"/>
            </p:cNvSpPr>
            <p:nvPr/>
          </p:nvSpPr>
          <p:spPr bwMode="auto">
            <a:xfrm>
              <a:off x="2499079" y="3284693"/>
              <a:ext cx="159809" cy="0"/>
            </a:xfrm>
            <a:prstGeom prst="line">
              <a:avLst/>
            </a:prstGeom>
            <a:noFill/>
            <a:ln w="25560" cap="flat">
              <a:solidFill>
                <a:srgbClr val="00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10" name="Line 58"/>
            <p:cNvSpPr>
              <a:spLocks noChangeShapeType="1"/>
            </p:cNvSpPr>
            <p:nvPr/>
          </p:nvSpPr>
          <p:spPr bwMode="auto">
            <a:xfrm>
              <a:off x="2500410" y="3037482"/>
              <a:ext cx="158478" cy="0"/>
            </a:xfrm>
            <a:prstGeom prst="line">
              <a:avLst/>
            </a:prstGeom>
            <a:noFill/>
            <a:ln w="25560" cap="flat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12" name="Line 60"/>
            <p:cNvSpPr>
              <a:spLocks noChangeShapeType="1"/>
            </p:cNvSpPr>
            <p:nvPr/>
          </p:nvSpPr>
          <p:spPr bwMode="auto">
            <a:xfrm>
              <a:off x="3285924" y="3284693"/>
              <a:ext cx="158478" cy="0"/>
            </a:xfrm>
            <a:prstGeom prst="line">
              <a:avLst/>
            </a:prstGeom>
            <a:noFill/>
            <a:ln w="25560" cap="flat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13" name="Line 67"/>
            <p:cNvSpPr>
              <a:spLocks noChangeShapeType="1"/>
            </p:cNvSpPr>
            <p:nvPr/>
          </p:nvSpPr>
          <p:spPr bwMode="auto">
            <a:xfrm>
              <a:off x="2658889" y="3042184"/>
              <a:ext cx="627035" cy="0"/>
            </a:xfrm>
            <a:prstGeom prst="line">
              <a:avLst/>
            </a:prstGeom>
            <a:noFill/>
            <a:ln w="9360" cap="rnd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14" name="Line 3"/>
            <p:cNvSpPr>
              <a:spLocks noChangeShapeType="1"/>
            </p:cNvSpPr>
            <p:nvPr/>
          </p:nvSpPr>
          <p:spPr bwMode="auto">
            <a:xfrm>
              <a:off x="2888935" y="5730073"/>
              <a:ext cx="171246" cy="0"/>
            </a:xfrm>
            <a:prstGeom prst="line">
              <a:avLst/>
            </a:prstGeom>
            <a:noFill/>
            <a:ln w="28440" cap="flat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15" name="Rectangle 11"/>
            <p:cNvSpPr>
              <a:spLocks noChangeArrowheads="1"/>
            </p:cNvSpPr>
            <p:nvPr/>
          </p:nvSpPr>
          <p:spPr bwMode="auto">
            <a:xfrm>
              <a:off x="2816008" y="3929539"/>
              <a:ext cx="764390" cy="3171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85527" tIns="42764" rIns="85527" bIns="42764">
              <a:spAutoFit/>
            </a:bodyPr>
            <a:lstStyle/>
            <a:p>
              <a:pPr algn="ctr" hangingPunct="1">
                <a:lnSpc>
                  <a:spcPct val="100000"/>
                </a:lnSpc>
                <a:spcBef>
                  <a:spcPts val="760"/>
                </a:spcBef>
                <a:tabLst>
                  <a:tab pos="426935" algn="l"/>
                  <a:tab pos="853868" algn="l"/>
                </a:tabLst>
              </a:pPr>
              <a:r>
                <a:rPr lang="en-GB" sz="1500" dirty="0">
                  <a:solidFill>
                    <a:srgbClr val="FF0000"/>
                  </a:solidFill>
                  <a:latin typeface="Symbol" charset="2"/>
                </a:rPr>
                <a:t>  </a:t>
              </a:r>
              <a:r>
                <a:rPr lang="en-GB" sz="1500" dirty="0" smtClean="0">
                  <a:solidFill>
                    <a:srgbClr val="0033CC"/>
                  </a:solidFill>
                  <a:latin typeface="Symbol" charset="2"/>
                </a:rPr>
                <a:t>s+</a:t>
              </a:r>
              <a:endParaRPr lang="en-GB" sz="1500" dirty="0">
                <a:solidFill>
                  <a:srgbClr val="0033CC"/>
                </a:solidFill>
                <a:latin typeface="Symbol" charset="2"/>
              </a:endParaRPr>
            </a:p>
          </p:txBody>
        </p:sp>
        <p:sp>
          <p:nvSpPr>
            <p:cNvPr id="16" name="Rectangle 25"/>
            <p:cNvSpPr>
              <a:spLocks noChangeArrowheads="1"/>
            </p:cNvSpPr>
            <p:nvPr/>
          </p:nvSpPr>
          <p:spPr bwMode="auto">
            <a:xfrm>
              <a:off x="2200975" y="5516460"/>
              <a:ext cx="721421" cy="3589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5527" tIns="42764" rIns="85527" bIns="42764">
              <a:spAutoFit/>
            </a:bodyPr>
            <a:lstStyle/>
            <a:p>
              <a:r>
                <a:rPr lang="en-GB" sz="1200" dirty="0" err="1" smtClean="0">
                  <a:latin typeface="Times New Roman" pitchFamily="16" charset="0"/>
                </a:rPr>
                <a:t>S</a:t>
              </a:r>
              <a:r>
                <a:rPr lang="en-GB" sz="1200" baseline="-25000" dirty="0" err="1" smtClean="0">
                  <a:latin typeface="Times New Roman" pitchFamily="16" charset="0"/>
                </a:rPr>
                <a:t>z</a:t>
              </a:r>
              <a:r>
                <a:rPr lang="en-GB" sz="1200" dirty="0" smtClean="0">
                  <a:latin typeface="Times New Roman" pitchFamily="16" charset="0"/>
                </a:rPr>
                <a:t>=+1</a:t>
              </a:r>
              <a:endParaRPr lang="en-GB" sz="1200" dirty="0">
                <a:latin typeface="Times New Roman" pitchFamily="16" charset="0"/>
              </a:endParaRPr>
            </a:p>
          </p:txBody>
        </p:sp>
        <p:sp>
          <p:nvSpPr>
            <p:cNvPr id="17" name="Rectangle 24"/>
            <p:cNvSpPr>
              <a:spLocks noChangeArrowheads="1"/>
            </p:cNvSpPr>
            <p:nvPr/>
          </p:nvSpPr>
          <p:spPr bwMode="auto">
            <a:xfrm>
              <a:off x="2701573" y="5731314"/>
              <a:ext cx="608420" cy="3589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5527" tIns="42764" rIns="85527" bIns="42764">
              <a:spAutoFit/>
            </a:bodyPr>
            <a:lstStyle/>
            <a:p>
              <a:r>
                <a:rPr lang="en-GB" sz="1200" dirty="0" err="1">
                  <a:latin typeface="Times New Roman" pitchFamily="16" charset="0"/>
                </a:rPr>
                <a:t>S</a:t>
              </a:r>
              <a:r>
                <a:rPr lang="en-GB" sz="1200" baseline="-25000" dirty="0" err="1">
                  <a:latin typeface="Times New Roman" pitchFamily="16" charset="0"/>
                </a:rPr>
                <a:t>z</a:t>
              </a:r>
              <a:r>
                <a:rPr lang="en-GB" sz="1200" dirty="0">
                  <a:latin typeface="Times New Roman" pitchFamily="16" charset="0"/>
                </a:rPr>
                <a:t>=0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373694" y="3718979"/>
              <a:ext cx="220956" cy="13028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Connecteur droit avec flèche 18"/>
            <p:cNvCxnSpPr/>
            <p:nvPr/>
          </p:nvCxnSpPr>
          <p:spPr>
            <a:xfrm flipH="1">
              <a:off x="3502197" y="3041804"/>
              <a:ext cx="19052" cy="2433834"/>
            </a:xfrm>
            <a:prstGeom prst="straightConnector1">
              <a:avLst/>
            </a:prstGeom>
            <a:ln w="19050">
              <a:solidFill>
                <a:srgbClr val="0033CC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25"/>
            <p:cNvSpPr>
              <a:spLocks noChangeArrowheads="1"/>
            </p:cNvSpPr>
            <p:nvPr/>
          </p:nvSpPr>
          <p:spPr bwMode="auto">
            <a:xfrm>
              <a:off x="3110396" y="5516460"/>
              <a:ext cx="675384" cy="3589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5527" tIns="42764" rIns="85527" bIns="42764">
              <a:spAutoFit/>
            </a:bodyPr>
            <a:lstStyle/>
            <a:p>
              <a:r>
                <a:rPr lang="en-GB" sz="1200" dirty="0" err="1" smtClean="0">
                  <a:latin typeface="Times New Roman" pitchFamily="16" charset="0"/>
                </a:rPr>
                <a:t>S</a:t>
              </a:r>
              <a:r>
                <a:rPr lang="en-GB" sz="1200" baseline="-25000" dirty="0" err="1" smtClean="0">
                  <a:latin typeface="Times New Roman" pitchFamily="16" charset="0"/>
                </a:rPr>
                <a:t>z</a:t>
              </a:r>
              <a:r>
                <a:rPr lang="en-GB" sz="1200" dirty="0" smtClean="0">
                  <a:latin typeface="Times New Roman" pitchFamily="16" charset="0"/>
                </a:rPr>
                <a:t>=-1</a:t>
              </a:r>
              <a:endParaRPr lang="en-GB" sz="1200" dirty="0">
                <a:latin typeface="Times New Roman" pitchFamily="16" charset="0"/>
              </a:endParaRPr>
            </a:p>
          </p:txBody>
        </p:sp>
        <p:sp>
          <p:nvSpPr>
            <p:cNvPr id="22" name="Line 39"/>
            <p:cNvSpPr>
              <a:spLocks noChangeShapeType="1"/>
            </p:cNvSpPr>
            <p:nvPr/>
          </p:nvSpPr>
          <p:spPr bwMode="auto">
            <a:xfrm flipV="1">
              <a:off x="3617871" y="5473593"/>
              <a:ext cx="378065" cy="2044"/>
            </a:xfrm>
            <a:prstGeom prst="line">
              <a:avLst/>
            </a:prstGeom>
            <a:noFill/>
            <a:ln w="9360" cap="rnd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23" name="Line 39"/>
            <p:cNvSpPr>
              <a:spLocks noChangeShapeType="1"/>
            </p:cNvSpPr>
            <p:nvPr/>
          </p:nvSpPr>
          <p:spPr bwMode="auto">
            <a:xfrm flipV="1">
              <a:off x="3622189" y="3018441"/>
              <a:ext cx="420096" cy="0"/>
            </a:xfrm>
            <a:prstGeom prst="line">
              <a:avLst/>
            </a:prstGeom>
            <a:noFill/>
            <a:ln w="9360" cap="rnd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24" name="Line 39"/>
            <p:cNvSpPr>
              <a:spLocks noChangeShapeType="1"/>
            </p:cNvSpPr>
            <p:nvPr/>
          </p:nvSpPr>
          <p:spPr bwMode="auto">
            <a:xfrm flipV="1">
              <a:off x="3617870" y="3284692"/>
              <a:ext cx="424414" cy="0"/>
            </a:xfrm>
            <a:prstGeom prst="line">
              <a:avLst/>
            </a:prstGeom>
            <a:noFill/>
            <a:ln w="9360" cap="rnd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25" name="Line 2"/>
            <p:cNvSpPr>
              <a:spLocks noChangeShapeType="1"/>
            </p:cNvSpPr>
            <p:nvPr/>
          </p:nvSpPr>
          <p:spPr bwMode="auto">
            <a:xfrm>
              <a:off x="4042284" y="5401816"/>
              <a:ext cx="159810" cy="1222"/>
            </a:xfrm>
            <a:prstGeom prst="line">
              <a:avLst/>
            </a:prstGeom>
            <a:noFill/>
            <a:ln w="28440" cap="flat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26" name="Line 2"/>
            <p:cNvSpPr>
              <a:spLocks noChangeShapeType="1"/>
            </p:cNvSpPr>
            <p:nvPr/>
          </p:nvSpPr>
          <p:spPr bwMode="auto">
            <a:xfrm>
              <a:off x="4042284" y="5545832"/>
              <a:ext cx="159810" cy="1222"/>
            </a:xfrm>
            <a:prstGeom prst="line">
              <a:avLst/>
            </a:prstGeom>
            <a:noFill/>
            <a:ln w="28440" cap="flat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27" name="Line 60"/>
            <p:cNvSpPr>
              <a:spLocks noChangeShapeType="1"/>
            </p:cNvSpPr>
            <p:nvPr/>
          </p:nvSpPr>
          <p:spPr bwMode="auto">
            <a:xfrm>
              <a:off x="4043616" y="3284693"/>
              <a:ext cx="158478" cy="0"/>
            </a:xfrm>
            <a:prstGeom prst="line">
              <a:avLst/>
            </a:prstGeom>
            <a:noFill/>
            <a:ln w="25560" cap="flat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cxnSp>
          <p:nvCxnSpPr>
            <p:cNvPr id="28" name="Connecteur droit avec flèche 27"/>
            <p:cNvCxnSpPr>
              <a:endCxn id="25" idx="0"/>
            </p:cNvCxnSpPr>
            <p:nvPr/>
          </p:nvCxnSpPr>
          <p:spPr>
            <a:xfrm flipH="1">
              <a:off x="4042284" y="3339814"/>
              <a:ext cx="14866" cy="2062002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" name="Connecteur droit avec flèche 28"/>
            <p:cNvCxnSpPr/>
            <p:nvPr/>
          </p:nvCxnSpPr>
          <p:spPr>
            <a:xfrm>
              <a:off x="4187282" y="3336273"/>
              <a:ext cx="1095" cy="2181778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0" name="Line 2"/>
            <p:cNvSpPr>
              <a:spLocks noChangeShapeType="1"/>
            </p:cNvSpPr>
            <p:nvPr/>
          </p:nvSpPr>
          <p:spPr bwMode="auto">
            <a:xfrm>
              <a:off x="4042284" y="2953544"/>
              <a:ext cx="159810" cy="1222"/>
            </a:xfrm>
            <a:prstGeom prst="line">
              <a:avLst/>
            </a:prstGeom>
            <a:noFill/>
            <a:ln w="28440" cap="flat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31" name="Line 2"/>
            <p:cNvSpPr>
              <a:spLocks noChangeShapeType="1"/>
            </p:cNvSpPr>
            <p:nvPr/>
          </p:nvSpPr>
          <p:spPr bwMode="auto">
            <a:xfrm>
              <a:off x="4042284" y="3097560"/>
              <a:ext cx="159810" cy="1222"/>
            </a:xfrm>
            <a:prstGeom prst="line">
              <a:avLst/>
            </a:prstGeom>
            <a:noFill/>
            <a:ln w="28440" cap="flat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33" name="Rectangle 11"/>
            <p:cNvSpPr>
              <a:spLocks noChangeArrowheads="1"/>
            </p:cNvSpPr>
            <p:nvPr/>
          </p:nvSpPr>
          <p:spPr bwMode="auto">
            <a:xfrm>
              <a:off x="3995937" y="3955150"/>
              <a:ext cx="734598" cy="269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85527" tIns="42764" rIns="85527" bIns="42764">
              <a:spAutoFit/>
            </a:bodyPr>
            <a:lstStyle/>
            <a:p>
              <a:pPr algn="ctr" hangingPunct="1">
                <a:lnSpc>
                  <a:spcPct val="100000"/>
                </a:lnSpc>
                <a:spcBef>
                  <a:spcPts val="760"/>
                </a:spcBef>
                <a:tabLst>
                  <a:tab pos="426935" algn="l"/>
                  <a:tab pos="853868" algn="l"/>
                </a:tabLst>
              </a:pPr>
              <a:r>
                <a:rPr lang="en-GB" sz="1500" dirty="0">
                  <a:solidFill>
                    <a:srgbClr val="FF0000"/>
                  </a:solidFill>
                  <a:latin typeface="Symbol" charset="2"/>
                </a:rPr>
                <a:t>  s-</a:t>
              </a:r>
            </a:p>
          </p:txBody>
        </p:sp>
      </p:grpSp>
      <p:sp>
        <p:nvSpPr>
          <p:cNvPr id="64" name="ZoneTexte 63"/>
          <p:cNvSpPr txBox="1"/>
          <p:nvPr/>
        </p:nvSpPr>
        <p:spPr>
          <a:xfrm>
            <a:off x="-27384" y="9821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ZoneTexte 78"/>
          <p:cNvSpPr txBox="1"/>
          <p:nvPr/>
        </p:nvSpPr>
        <p:spPr>
          <a:xfrm>
            <a:off x="-49306" y="3626604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7" name="Picture 13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57" t="5049" r="14750" b="2696"/>
          <a:stretch/>
        </p:blipFill>
        <p:spPr bwMode="auto">
          <a:xfrm>
            <a:off x="3621825" y="180338"/>
            <a:ext cx="1320653" cy="23858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" name="ZoneTexte 53"/>
          <p:cNvSpPr txBox="1"/>
          <p:nvPr/>
        </p:nvSpPr>
        <p:spPr>
          <a:xfrm>
            <a:off x="3573016" y="107504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ZoneTexte 45"/>
          <p:cNvSpPr txBox="1"/>
          <p:nvPr/>
        </p:nvSpPr>
        <p:spPr>
          <a:xfrm>
            <a:off x="2564904" y="170220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9" name="Connecteur droit avec flèche 48"/>
          <p:cNvCxnSpPr/>
          <p:nvPr/>
        </p:nvCxnSpPr>
        <p:spPr>
          <a:xfrm>
            <a:off x="2780928" y="539552"/>
            <a:ext cx="0" cy="246735"/>
          </a:xfrm>
          <a:prstGeom prst="straightConnector1">
            <a:avLst/>
          </a:prstGeom>
          <a:ln w="19050">
            <a:solidFill>
              <a:srgbClr val="0033CC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avec flèche 54"/>
          <p:cNvCxnSpPr/>
          <p:nvPr/>
        </p:nvCxnSpPr>
        <p:spPr>
          <a:xfrm>
            <a:off x="2233929" y="1792712"/>
            <a:ext cx="0" cy="246735"/>
          </a:xfrm>
          <a:prstGeom prst="straightConnector1">
            <a:avLst/>
          </a:prstGeom>
          <a:ln w="19050">
            <a:solidFill>
              <a:srgbClr val="0033CC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ZoneTexte 55"/>
          <p:cNvSpPr txBox="1"/>
          <p:nvPr/>
        </p:nvSpPr>
        <p:spPr>
          <a:xfrm>
            <a:off x="2060848" y="1497142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ZoneTexte 49"/>
          <p:cNvSpPr txBox="1"/>
          <p:nvPr/>
        </p:nvSpPr>
        <p:spPr>
          <a:xfrm>
            <a:off x="2459880" y="1959967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ZoneTexte 50"/>
          <p:cNvSpPr txBox="1"/>
          <p:nvPr/>
        </p:nvSpPr>
        <p:spPr>
          <a:xfrm>
            <a:off x="2257376" y="1219354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ZoneTexte 51"/>
          <p:cNvSpPr txBox="1"/>
          <p:nvPr/>
        </p:nvSpPr>
        <p:spPr>
          <a:xfrm>
            <a:off x="5373216" y="180338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ZoneTexte 52"/>
          <p:cNvSpPr txBox="1"/>
          <p:nvPr/>
        </p:nvSpPr>
        <p:spPr>
          <a:xfrm>
            <a:off x="5085184" y="398335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ZoneTexte 56"/>
          <p:cNvSpPr txBox="1"/>
          <p:nvPr/>
        </p:nvSpPr>
        <p:spPr>
          <a:xfrm>
            <a:off x="4085623" y="188928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ZoneTexte 57"/>
          <p:cNvSpPr txBox="1"/>
          <p:nvPr/>
        </p:nvSpPr>
        <p:spPr>
          <a:xfrm>
            <a:off x="2531888" y="7319293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endParaRPr 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ZoneTexte 58"/>
          <p:cNvSpPr txBox="1"/>
          <p:nvPr/>
        </p:nvSpPr>
        <p:spPr>
          <a:xfrm>
            <a:off x="875704" y="7308304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  <a:endParaRPr 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Line 67"/>
          <p:cNvSpPr>
            <a:spLocks noChangeShapeType="1"/>
          </p:cNvSpPr>
          <p:nvPr/>
        </p:nvSpPr>
        <p:spPr bwMode="auto">
          <a:xfrm>
            <a:off x="769900" y="527482"/>
            <a:ext cx="480334" cy="0"/>
          </a:xfrm>
          <a:prstGeom prst="line">
            <a:avLst/>
          </a:prstGeom>
          <a:noFill/>
          <a:ln w="9360" cap="rnd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72"/>
          <a:stretch/>
        </p:blipFill>
        <p:spPr bwMode="auto">
          <a:xfrm>
            <a:off x="3789040" y="3580249"/>
            <a:ext cx="2897223" cy="4531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ZoneTexte 47"/>
          <p:cNvSpPr txBox="1"/>
          <p:nvPr/>
        </p:nvSpPr>
        <p:spPr>
          <a:xfrm>
            <a:off x="3635926" y="363589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ZoneTexte 59"/>
          <p:cNvSpPr txBox="1"/>
          <p:nvPr/>
        </p:nvSpPr>
        <p:spPr>
          <a:xfrm>
            <a:off x="4509120" y="6784503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ZoneTexte 61"/>
          <p:cNvSpPr txBox="1"/>
          <p:nvPr/>
        </p:nvSpPr>
        <p:spPr>
          <a:xfrm rot="16200000">
            <a:off x="3871213" y="6128379"/>
            <a:ext cx="5293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0,8 P</a:t>
            </a:r>
            <a:r>
              <a:rPr lang="fr-FR" sz="11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11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ZoneTexte 62"/>
          <p:cNvSpPr txBox="1"/>
          <p:nvPr/>
        </p:nvSpPr>
        <p:spPr>
          <a:xfrm rot="16200000">
            <a:off x="3835947" y="7099748"/>
            <a:ext cx="5998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0,01 P</a:t>
            </a:r>
            <a:r>
              <a:rPr lang="fr-FR" sz="11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11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ZoneTexte 65"/>
          <p:cNvSpPr txBox="1"/>
          <p:nvPr/>
        </p:nvSpPr>
        <p:spPr>
          <a:xfrm rot="16200000">
            <a:off x="3790582" y="3922386"/>
            <a:ext cx="6751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+100µeV</a:t>
            </a:r>
          </a:p>
        </p:txBody>
      </p:sp>
      <p:sp>
        <p:nvSpPr>
          <p:cNvPr id="67" name="ZoneTexte 66"/>
          <p:cNvSpPr txBox="1"/>
          <p:nvPr/>
        </p:nvSpPr>
        <p:spPr>
          <a:xfrm rot="16200000">
            <a:off x="3891572" y="4597571"/>
            <a:ext cx="4732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0µeV</a:t>
            </a:r>
          </a:p>
        </p:txBody>
      </p:sp>
      <p:sp>
        <p:nvSpPr>
          <p:cNvPr id="68" name="ZoneTexte 67"/>
          <p:cNvSpPr txBox="1"/>
          <p:nvPr/>
        </p:nvSpPr>
        <p:spPr>
          <a:xfrm rot="16200000">
            <a:off x="3805811" y="5206645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fr-FR" sz="1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100µeV</a:t>
            </a:r>
          </a:p>
        </p:txBody>
      </p:sp>
    </p:spTree>
    <p:extLst>
      <p:ext uri="{BB962C8B-B14F-4D97-AF65-F5344CB8AC3E}">
        <p14:creationId xmlns:p14="http://schemas.microsoft.com/office/powerpoint/2010/main" val="3666327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1274</TotalTime>
  <Words>64</Words>
  <Application>Microsoft Office PowerPoint</Application>
  <PresentationFormat>Affichage à l'écran (4:3)</PresentationFormat>
  <Paragraphs>25</Paragraphs>
  <Slides>1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lucien.besombes</dc:creator>
  <cp:lastModifiedBy>lucien.besombes</cp:lastModifiedBy>
  <cp:revision>100</cp:revision>
  <cp:lastPrinted>2016-07-08T11:45:51Z</cp:lastPrinted>
  <dcterms:created xsi:type="dcterms:W3CDTF">2015-11-02T14:28:12Z</dcterms:created>
  <dcterms:modified xsi:type="dcterms:W3CDTF">2016-07-13T11:52:10Z</dcterms:modified>
</cp:coreProperties>
</file>