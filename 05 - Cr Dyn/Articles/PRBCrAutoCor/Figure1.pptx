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6858000" cy="9144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7143" autoAdjust="0"/>
  </p:normalViewPr>
  <p:slideViewPr>
    <p:cSldViewPr>
      <p:cViewPr>
        <p:scale>
          <a:sx n="100" d="100"/>
          <a:sy n="100" d="100"/>
        </p:scale>
        <p:origin x="-2808" y="-48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6E01DE-34E9-49ED-964F-82AFB8FEED8D}" type="datetimeFigureOut">
              <a:rPr lang="en-US" smtClean="0"/>
              <a:t>6/14/2016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FE696A-DA9E-4985-AB7B-8E4E527A918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57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FE696A-DA9E-4985-AB7B-8E4E527A918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3167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6/14/2016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891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6/14/2016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272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41735" y="5875868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5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6/14/2016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937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6/14/2016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724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046818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483770" y="2046818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483770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6/14/2016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205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6/14/2016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832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6/14/2016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637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42901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681288" y="364068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42901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6/14/2016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488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6/14/2016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233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6/14/2016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708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4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4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6/14/2016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102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FF63-9793-40E2-8DBC-13016F069603}" type="datetimeFigureOut">
              <a:rPr lang="en-US" smtClean="0"/>
              <a:t>6/14/2016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113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650" y="-4270"/>
            <a:ext cx="2931575" cy="33521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" name="ZoneTexte 64"/>
          <p:cNvSpPr txBox="1"/>
          <p:nvPr/>
        </p:nvSpPr>
        <p:spPr>
          <a:xfrm>
            <a:off x="3525805" y="17022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ZoneTexte 63"/>
          <p:cNvSpPr txBox="1"/>
          <p:nvPr/>
        </p:nvSpPr>
        <p:spPr>
          <a:xfrm>
            <a:off x="237282" y="17022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Line 2"/>
          <p:cNvSpPr>
            <a:spLocks noChangeShapeType="1"/>
          </p:cNvSpPr>
          <p:nvPr/>
        </p:nvSpPr>
        <p:spPr bwMode="auto">
          <a:xfrm>
            <a:off x="5885163" y="4354020"/>
            <a:ext cx="159810" cy="1222"/>
          </a:xfrm>
          <a:prstGeom prst="line">
            <a:avLst/>
          </a:prstGeom>
          <a:noFill/>
          <a:ln w="28440" cap="flat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7" name="Line 4"/>
          <p:cNvSpPr>
            <a:spLocks noChangeShapeType="1"/>
          </p:cNvSpPr>
          <p:nvPr/>
        </p:nvSpPr>
        <p:spPr bwMode="auto">
          <a:xfrm>
            <a:off x="4841567" y="4354020"/>
            <a:ext cx="159810" cy="1222"/>
          </a:xfrm>
          <a:prstGeom prst="line">
            <a:avLst/>
          </a:prstGeom>
          <a:noFill/>
          <a:ln w="28440" cap="flat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4219076" y="361215"/>
            <a:ext cx="432819" cy="332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5527" tIns="42764" rIns="85527" bIns="42764">
            <a:spAutoFit/>
          </a:bodyPr>
          <a:lstStyle/>
          <a:p>
            <a:pPr hangingPunct="1">
              <a:lnSpc>
                <a:spcPct val="100000"/>
              </a:lnSpc>
              <a:tabLst>
                <a:tab pos="426935" algn="l"/>
              </a:tabLst>
            </a:pPr>
            <a:r>
              <a:rPr lang="en-GB" sz="1600" dirty="0">
                <a:solidFill>
                  <a:srgbClr val="000000"/>
                </a:solidFill>
                <a:latin typeface="Times New Roman" pitchFamily="16" charset="0"/>
              </a:rPr>
              <a:t>E</a:t>
            </a:r>
          </a:p>
        </p:txBody>
      </p:sp>
      <p:sp>
        <p:nvSpPr>
          <p:cNvPr id="10" name="Line 10"/>
          <p:cNvSpPr>
            <a:spLocks noChangeShapeType="1"/>
          </p:cNvSpPr>
          <p:nvPr/>
        </p:nvSpPr>
        <p:spPr bwMode="auto">
          <a:xfrm flipV="1">
            <a:off x="4212364" y="3504828"/>
            <a:ext cx="0" cy="2147292"/>
          </a:xfrm>
          <a:prstGeom prst="line">
            <a:avLst/>
          </a:prstGeom>
          <a:noFill/>
          <a:ln w="12600" cap="flat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5946949" y="2883828"/>
            <a:ext cx="734598" cy="2692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85527" tIns="42764" rIns="85527" bIns="42764">
            <a:spAutoFit/>
          </a:bodyPr>
          <a:lstStyle/>
          <a:p>
            <a:pPr algn="ctr" hangingPunct="1">
              <a:lnSpc>
                <a:spcPct val="100000"/>
              </a:lnSpc>
              <a:spcBef>
                <a:spcPts val="760"/>
              </a:spcBef>
              <a:tabLst>
                <a:tab pos="426935" algn="l"/>
                <a:tab pos="853868" algn="l"/>
              </a:tabLst>
            </a:pPr>
            <a:r>
              <a:rPr lang="en-GB" sz="1500" dirty="0">
                <a:solidFill>
                  <a:srgbClr val="FF0000"/>
                </a:solidFill>
                <a:latin typeface="Symbol" charset="2"/>
              </a:rPr>
              <a:t>  s-</a:t>
            </a:r>
          </a:p>
        </p:txBody>
      </p:sp>
      <p:sp>
        <p:nvSpPr>
          <p:cNvPr id="12" name="AutoShape 12"/>
          <p:cNvSpPr>
            <a:spLocks/>
          </p:cNvSpPr>
          <p:nvPr/>
        </p:nvSpPr>
        <p:spPr bwMode="auto">
          <a:xfrm>
            <a:off x="6077083" y="3194793"/>
            <a:ext cx="484757" cy="125929"/>
          </a:xfrm>
          <a:custGeom>
            <a:avLst/>
            <a:gdLst>
              <a:gd name="G0" fmla="*/ 0 1604 1"/>
              <a:gd name="G1" fmla="*/ G0 1 62639"/>
              <a:gd name="G2" fmla="*/ 17013 454 1"/>
              <a:gd name="G3" fmla="*/ G2 1 27677"/>
              <a:gd name="G4" fmla="*/ 42863 1604 1"/>
              <a:gd name="G5" fmla="*/ G4 1 62639"/>
              <a:gd name="G6" fmla="*/ 11112 454 1"/>
              <a:gd name="G7" fmla="*/ G6 1 27677"/>
              <a:gd name="G8" fmla="*/ 48764 1604 1"/>
              <a:gd name="G9" fmla="*/ G8 1 62639"/>
              <a:gd name="G10" fmla="*/ 18152 454 1"/>
              <a:gd name="G11" fmla="*/ G10 1 27677"/>
              <a:gd name="G12" fmla="*/ 54666 1604 1"/>
              <a:gd name="G13" fmla="*/ G12 1 62639"/>
              <a:gd name="G14" fmla="*/ 20637 454 1"/>
              <a:gd name="G15" fmla="*/ G14 1 27677"/>
              <a:gd name="G16" fmla="*/ 60567 1604 1"/>
              <a:gd name="G17" fmla="*/ G16 1 62639"/>
              <a:gd name="G18" fmla="*/ 22915 454 1"/>
              <a:gd name="G19" fmla="*/ G18 1 27677"/>
              <a:gd name="G20" fmla="*/ 933 1604 1"/>
              <a:gd name="G21" fmla="*/ G20 1 62639"/>
              <a:gd name="G22" fmla="*/ 20637 454 1"/>
              <a:gd name="G23" fmla="*/ G22 1 27677"/>
              <a:gd name="G24" fmla="*/ 11597 1604 1"/>
              <a:gd name="G25" fmla="*/ G24 1 62639"/>
              <a:gd name="G26" fmla="*/ 27677 454 1"/>
              <a:gd name="G27" fmla="*/ G26 1 27677"/>
              <a:gd name="G28" fmla="*/ 17498 1604 1"/>
              <a:gd name="G29" fmla="*/ G28 1 62639"/>
              <a:gd name="G30" fmla="*/ 20637 454 1"/>
              <a:gd name="G31" fmla="*/ G30 1 27677"/>
              <a:gd name="G32" fmla="*/ 9112 1604 1"/>
              <a:gd name="G33" fmla="*/ G32 1 62639"/>
              <a:gd name="G34" fmla="*/ 21776 454 1"/>
              <a:gd name="G35" fmla="*/ G34 1 27677"/>
              <a:gd name="G36" fmla="*/ 42450 1604 1"/>
              <a:gd name="G37" fmla="*/ G36 1 62639"/>
              <a:gd name="G38" fmla="*/ 21776 454 1"/>
              <a:gd name="G39" fmla="*/ G38 1 27677"/>
              <a:gd name="G40" fmla="*/ 10251 1604 1"/>
              <a:gd name="G41" fmla="*/ G40 1 62639"/>
              <a:gd name="G42" fmla="*/ 21776 454 1"/>
              <a:gd name="G43" fmla="*/ G42 1 27677"/>
              <a:gd name="G44" fmla="*/ 62639 1604 1"/>
              <a:gd name="G45" fmla="*/ G44 1 62639"/>
              <a:gd name="G46" fmla="*/ 21776 454 1"/>
              <a:gd name="G47" fmla="*/ G46 1 27677"/>
              <a:gd name="G48" fmla="*/ 62639 1604 1"/>
              <a:gd name="G49" fmla="*/ G48 1 62639"/>
              <a:gd name="G50" fmla="*/ 21776 454 1"/>
              <a:gd name="G51" fmla="*/ G50 1 27677"/>
              <a:gd name="G52" fmla="*/ 62639 1604 1"/>
              <a:gd name="G53" fmla="*/ G52 1 62639"/>
              <a:gd name="G54" fmla="*/ 21776 454 1"/>
              <a:gd name="G55" fmla="*/ G54 1 27677"/>
              <a:gd name="G56" fmla="+- 1604 0 0"/>
              <a:gd name="G57" fmla="+- 454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82549"/>
                </a:moveTo>
                <a:cubicBezTo>
                  <a:pt x="11906" y="41274"/>
                  <a:pt x="23813" y="0"/>
                  <a:pt x="42863" y="11112"/>
                </a:cubicBezTo>
                <a:cubicBezTo>
                  <a:pt x="61913" y="22224"/>
                  <a:pt x="90487" y="147636"/>
                  <a:pt x="114300" y="149224"/>
                </a:cubicBezTo>
                <a:cubicBezTo>
                  <a:pt x="138113" y="150812"/>
                  <a:pt x="161926" y="19843"/>
                  <a:pt x="185738" y="20637"/>
                </a:cubicBezTo>
                <a:cubicBezTo>
                  <a:pt x="209550" y="21431"/>
                  <a:pt x="233363" y="153987"/>
                  <a:pt x="257175" y="153987"/>
                </a:cubicBezTo>
                <a:cubicBezTo>
                  <a:pt x="280987" y="153987"/>
                  <a:pt x="304007" y="19843"/>
                  <a:pt x="328613" y="20637"/>
                </a:cubicBezTo>
                <a:cubicBezTo>
                  <a:pt x="353219" y="21431"/>
                  <a:pt x="380207" y="158749"/>
                  <a:pt x="404813" y="158749"/>
                </a:cubicBezTo>
                <a:cubicBezTo>
                  <a:pt x="429419" y="158749"/>
                  <a:pt x="454819" y="32543"/>
                  <a:pt x="476250" y="20637"/>
                </a:cubicBezTo>
                <a:cubicBezTo>
                  <a:pt x="497681" y="8731"/>
                  <a:pt x="518319" y="76199"/>
                  <a:pt x="533400" y="87312"/>
                </a:cubicBezTo>
                <a:cubicBezTo>
                  <a:pt x="548481" y="98425"/>
                  <a:pt x="566738" y="87312"/>
                  <a:pt x="566738" y="87312"/>
                </a:cubicBezTo>
                <a:lnTo>
                  <a:pt x="600075" y="87312"/>
                </a:lnTo>
                <a:lnTo>
                  <a:pt x="652463" y="87312"/>
                </a:lnTo>
              </a:path>
            </a:pathLst>
          </a:custGeom>
          <a:noFill/>
          <a:ln w="9360" cap="flat">
            <a:solidFill>
              <a:srgbClr val="FF0000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6895" tIns="43448" rIns="86895" bIns="43448" anchor="ctr"/>
          <a:lstStyle/>
          <a:p>
            <a:endParaRPr lang="fr-FR"/>
          </a:p>
        </p:txBody>
      </p:sp>
      <p:sp>
        <p:nvSpPr>
          <p:cNvPr id="16" name="Line 34"/>
          <p:cNvSpPr>
            <a:spLocks noChangeShapeType="1"/>
          </p:cNvSpPr>
          <p:nvPr/>
        </p:nvSpPr>
        <p:spPr bwMode="auto">
          <a:xfrm flipV="1">
            <a:off x="4126874" y="2002252"/>
            <a:ext cx="186243" cy="2265"/>
          </a:xfrm>
          <a:prstGeom prst="line">
            <a:avLst/>
          </a:prstGeom>
          <a:noFill/>
          <a:ln w="28440" cap="flat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17" name="Line 35"/>
          <p:cNvSpPr>
            <a:spLocks noChangeShapeType="1"/>
          </p:cNvSpPr>
          <p:nvPr/>
        </p:nvSpPr>
        <p:spPr bwMode="auto">
          <a:xfrm flipV="1">
            <a:off x="4304356" y="1278449"/>
            <a:ext cx="506572" cy="735542"/>
          </a:xfrm>
          <a:prstGeom prst="line">
            <a:avLst/>
          </a:prstGeom>
          <a:noFill/>
          <a:ln w="9360" cap="rnd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20" name="Line 38"/>
          <p:cNvSpPr>
            <a:spLocks noChangeShapeType="1"/>
          </p:cNvSpPr>
          <p:nvPr/>
        </p:nvSpPr>
        <p:spPr bwMode="auto">
          <a:xfrm flipV="1">
            <a:off x="4313118" y="1618450"/>
            <a:ext cx="497810" cy="383802"/>
          </a:xfrm>
          <a:prstGeom prst="line">
            <a:avLst/>
          </a:prstGeom>
          <a:noFill/>
          <a:ln w="9360" cap="rnd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21" name="Line 39"/>
          <p:cNvSpPr>
            <a:spLocks noChangeShapeType="1"/>
          </p:cNvSpPr>
          <p:nvPr/>
        </p:nvSpPr>
        <p:spPr bwMode="auto">
          <a:xfrm>
            <a:off x="4304353" y="2007747"/>
            <a:ext cx="1053860" cy="6244"/>
          </a:xfrm>
          <a:prstGeom prst="line">
            <a:avLst/>
          </a:prstGeom>
          <a:noFill/>
          <a:ln w="9360" cap="rnd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22" name="Rectangle 40"/>
          <p:cNvSpPr>
            <a:spLocks noChangeArrowheads="1"/>
          </p:cNvSpPr>
          <p:nvPr/>
        </p:nvSpPr>
        <p:spPr bwMode="auto">
          <a:xfrm>
            <a:off x="3645851" y="1835696"/>
            <a:ext cx="533401" cy="332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5527" tIns="42764" rIns="85527" bIns="42764">
            <a:spAutoFit/>
          </a:bodyPr>
          <a:lstStyle/>
          <a:p>
            <a:pPr hangingPunct="1">
              <a:lnSpc>
                <a:spcPct val="100000"/>
              </a:lnSpc>
              <a:tabLst>
                <a:tab pos="426935" algn="l"/>
              </a:tabLst>
            </a:pPr>
            <a:r>
              <a:rPr lang="en-GB" sz="1600" dirty="0" smtClean="0">
                <a:solidFill>
                  <a:srgbClr val="000000"/>
                </a:solidFill>
              </a:rPr>
              <a:t>I±1&gt;</a:t>
            </a:r>
            <a:endParaRPr lang="en-GB" sz="1600" dirty="0">
              <a:solidFill>
                <a:srgbClr val="000000"/>
              </a:solidFill>
            </a:endParaRPr>
          </a:p>
        </p:txBody>
      </p:sp>
      <p:sp>
        <p:nvSpPr>
          <p:cNvPr id="23" name="Line 52"/>
          <p:cNvSpPr>
            <a:spLocks noChangeShapeType="1"/>
          </p:cNvSpPr>
          <p:nvPr/>
        </p:nvSpPr>
        <p:spPr bwMode="auto">
          <a:xfrm>
            <a:off x="5872894" y="1285367"/>
            <a:ext cx="162882" cy="0"/>
          </a:xfrm>
          <a:prstGeom prst="line">
            <a:avLst/>
          </a:prstGeom>
          <a:noFill/>
          <a:ln w="25560" cap="flat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24" name="Line 53"/>
          <p:cNvSpPr>
            <a:spLocks noChangeShapeType="1"/>
          </p:cNvSpPr>
          <p:nvPr/>
        </p:nvSpPr>
        <p:spPr bwMode="auto">
          <a:xfrm>
            <a:off x="5371198" y="2063304"/>
            <a:ext cx="159810" cy="1222"/>
          </a:xfrm>
          <a:prstGeom prst="line">
            <a:avLst/>
          </a:prstGeom>
          <a:noFill/>
          <a:ln w="25560" cap="flat">
            <a:solidFill>
              <a:srgbClr val="00B05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25" name="Line 54"/>
          <p:cNvSpPr>
            <a:spLocks noChangeShapeType="1"/>
          </p:cNvSpPr>
          <p:nvPr/>
        </p:nvSpPr>
        <p:spPr bwMode="auto">
          <a:xfrm>
            <a:off x="4880480" y="1618450"/>
            <a:ext cx="159810" cy="1222"/>
          </a:xfrm>
          <a:prstGeom prst="line">
            <a:avLst/>
          </a:prstGeom>
          <a:noFill/>
          <a:ln w="25560" cap="flat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28" name="Line 58"/>
          <p:cNvSpPr>
            <a:spLocks noChangeShapeType="1"/>
          </p:cNvSpPr>
          <p:nvPr/>
        </p:nvSpPr>
        <p:spPr bwMode="auto">
          <a:xfrm>
            <a:off x="4881811" y="1288798"/>
            <a:ext cx="158478" cy="0"/>
          </a:xfrm>
          <a:prstGeom prst="line">
            <a:avLst/>
          </a:prstGeom>
          <a:noFill/>
          <a:ln w="25560" cap="flat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29" name="Line 59"/>
          <p:cNvSpPr>
            <a:spLocks noChangeShapeType="1"/>
          </p:cNvSpPr>
          <p:nvPr/>
        </p:nvSpPr>
        <p:spPr bwMode="auto">
          <a:xfrm>
            <a:off x="5372530" y="1932216"/>
            <a:ext cx="158478" cy="0"/>
          </a:xfrm>
          <a:prstGeom prst="line">
            <a:avLst/>
          </a:prstGeom>
          <a:noFill/>
          <a:ln w="25560" cap="flat">
            <a:solidFill>
              <a:srgbClr val="00B05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30" name="Line 60"/>
          <p:cNvSpPr>
            <a:spLocks noChangeShapeType="1"/>
          </p:cNvSpPr>
          <p:nvPr/>
        </p:nvSpPr>
        <p:spPr bwMode="auto">
          <a:xfrm>
            <a:off x="5877298" y="1619672"/>
            <a:ext cx="158478" cy="0"/>
          </a:xfrm>
          <a:prstGeom prst="line">
            <a:avLst/>
          </a:prstGeom>
          <a:noFill/>
          <a:ln w="25560" cap="flat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32" name="Line 67"/>
          <p:cNvSpPr>
            <a:spLocks noChangeShapeType="1"/>
          </p:cNvSpPr>
          <p:nvPr/>
        </p:nvSpPr>
        <p:spPr bwMode="auto">
          <a:xfrm>
            <a:off x="5163997" y="1293500"/>
            <a:ext cx="627035" cy="0"/>
          </a:xfrm>
          <a:prstGeom prst="line">
            <a:avLst/>
          </a:prstGeom>
          <a:noFill/>
          <a:ln w="9360" cap="rnd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36" name="Rectangle 71"/>
          <p:cNvSpPr>
            <a:spLocks noChangeArrowheads="1"/>
          </p:cNvSpPr>
          <p:nvPr/>
        </p:nvSpPr>
        <p:spPr bwMode="auto">
          <a:xfrm>
            <a:off x="4677643" y="899592"/>
            <a:ext cx="493325" cy="332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5527" tIns="42764" rIns="85527" bIns="42764">
            <a:spAutoFit/>
          </a:bodyPr>
          <a:lstStyle/>
          <a:p>
            <a:pPr hangingPunct="1">
              <a:lnSpc>
                <a:spcPct val="100000"/>
              </a:lnSpc>
              <a:tabLst>
                <a:tab pos="426935" algn="l"/>
              </a:tabLst>
            </a:pPr>
            <a:r>
              <a:rPr lang="en-GB" sz="1600" dirty="0" smtClean="0">
                <a:solidFill>
                  <a:srgbClr val="FF0000"/>
                </a:solidFill>
                <a:latin typeface="Calibri" charset="0"/>
              </a:rPr>
              <a:t>I-1&gt;</a:t>
            </a:r>
            <a:endParaRPr lang="en-GB" sz="1600" dirty="0">
              <a:solidFill>
                <a:srgbClr val="FF0000"/>
              </a:solidFill>
              <a:latin typeface="Calibri" charset="0"/>
            </a:endParaRPr>
          </a:p>
        </p:txBody>
      </p:sp>
      <p:sp>
        <p:nvSpPr>
          <p:cNvPr id="37" name="Rectangle 72"/>
          <p:cNvSpPr>
            <a:spLocks noChangeArrowheads="1"/>
          </p:cNvSpPr>
          <p:nvPr/>
        </p:nvSpPr>
        <p:spPr bwMode="auto">
          <a:xfrm>
            <a:off x="5767540" y="929923"/>
            <a:ext cx="533401" cy="332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5527" tIns="42764" rIns="85527" bIns="42764">
            <a:spAutoFit/>
          </a:bodyPr>
          <a:lstStyle/>
          <a:p>
            <a:pPr hangingPunct="1">
              <a:lnSpc>
                <a:spcPct val="100000"/>
              </a:lnSpc>
              <a:tabLst>
                <a:tab pos="426935" algn="l"/>
              </a:tabLst>
            </a:pPr>
            <a:r>
              <a:rPr lang="en-GB" sz="1600" dirty="0">
                <a:solidFill>
                  <a:srgbClr val="0033CC"/>
                </a:solidFill>
                <a:latin typeface="Calibri" charset="0"/>
              </a:rPr>
              <a:t>I+1&gt;</a:t>
            </a:r>
          </a:p>
        </p:txBody>
      </p:sp>
      <p:sp>
        <p:nvSpPr>
          <p:cNvPr id="39" name="Line 3"/>
          <p:cNvSpPr>
            <a:spLocks noChangeShapeType="1"/>
          </p:cNvSpPr>
          <p:nvPr/>
        </p:nvSpPr>
        <p:spPr bwMode="auto">
          <a:xfrm>
            <a:off x="5358213" y="4889651"/>
            <a:ext cx="172795" cy="0"/>
          </a:xfrm>
          <a:prstGeom prst="line">
            <a:avLst/>
          </a:prstGeom>
          <a:noFill/>
          <a:ln w="28440" cap="flat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40" name="Forme libre 10"/>
          <p:cNvSpPr>
            <a:spLocks/>
          </p:cNvSpPr>
          <p:nvPr/>
        </p:nvSpPr>
        <p:spPr bwMode="auto">
          <a:xfrm>
            <a:off x="4095493" y="3358409"/>
            <a:ext cx="209731" cy="138578"/>
          </a:xfrm>
          <a:custGeom>
            <a:avLst/>
            <a:gdLst>
              <a:gd name="T0" fmla="*/ 0 w 283029"/>
              <a:gd name="T1" fmla="*/ 68942 h 174171"/>
              <a:gd name="T2" fmla="*/ 108857 w 283029"/>
              <a:gd name="T3" fmla="*/ 14514 h 174171"/>
              <a:gd name="T4" fmla="*/ 206829 w 283029"/>
              <a:gd name="T5" fmla="*/ 156028 h 174171"/>
              <a:gd name="T6" fmla="*/ 283029 w 283029"/>
              <a:gd name="T7" fmla="*/ 123371 h 174171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83029" h="174171">
                <a:moveTo>
                  <a:pt x="0" y="68942"/>
                </a:moveTo>
                <a:cubicBezTo>
                  <a:pt x="37193" y="34471"/>
                  <a:pt x="74386" y="0"/>
                  <a:pt x="108857" y="14514"/>
                </a:cubicBezTo>
                <a:cubicBezTo>
                  <a:pt x="143328" y="29028"/>
                  <a:pt x="177800" y="137885"/>
                  <a:pt x="206829" y="156028"/>
                </a:cubicBezTo>
                <a:cubicBezTo>
                  <a:pt x="235858" y="174171"/>
                  <a:pt x="259443" y="148771"/>
                  <a:pt x="283029" y="123371"/>
                </a:cubicBezTo>
              </a:path>
            </a:pathLst>
          </a:custGeom>
          <a:noFill/>
          <a:ln w="12700" cap="flat" cmpd="sng" algn="ctr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41" name="Forme libre 11"/>
          <p:cNvSpPr>
            <a:spLocks/>
          </p:cNvSpPr>
          <p:nvPr/>
        </p:nvSpPr>
        <p:spPr bwMode="auto">
          <a:xfrm>
            <a:off x="4089927" y="3430417"/>
            <a:ext cx="209731" cy="137319"/>
          </a:xfrm>
          <a:custGeom>
            <a:avLst/>
            <a:gdLst>
              <a:gd name="T0" fmla="*/ 0 w 283029"/>
              <a:gd name="T1" fmla="*/ 68942 h 174171"/>
              <a:gd name="T2" fmla="*/ 108857 w 283029"/>
              <a:gd name="T3" fmla="*/ 14514 h 174171"/>
              <a:gd name="T4" fmla="*/ 206829 w 283029"/>
              <a:gd name="T5" fmla="*/ 156028 h 174171"/>
              <a:gd name="T6" fmla="*/ 283029 w 283029"/>
              <a:gd name="T7" fmla="*/ 123371 h 174171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283029" h="174171">
                <a:moveTo>
                  <a:pt x="0" y="68942"/>
                </a:moveTo>
                <a:cubicBezTo>
                  <a:pt x="37193" y="34471"/>
                  <a:pt x="74386" y="0"/>
                  <a:pt x="108857" y="14514"/>
                </a:cubicBezTo>
                <a:cubicBezTo>
                  <a:pt x="143328" y="29028"/>
                  <a:pt x="177800" y="137885"/>
                  <a:pt x="206829" y="156028"/>
                </a:cubicBezTo>
                <a:cubicBezTo>
                  <a:pt x="235858" y="174171"/>
                  <a:pt x="259443" y="148771"/>
                  <a:pt x="283029" y="123371"/>
                </a:cubicBezTo>
              </a:path>
            </a:pathLst>
          </a:custGeom>
          <a:noFill/>
          <a:ln w="12700" cap="flat" cmpd="sng" algn="ctr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43" name="Rectangle 25"/>
          <p:cNvSpPr>
            <a:spLocks noChangeArrowheads="1"/>
          </p:cNvSpPr>
          <p:nvPr/>
        </p:nvSpPr>
        <p:spPr bwMode="auto">
          <a:xfrm>
            <a:off x="5791248" y="5166624"/>
            <a:ext cx="531848" cy="256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5527" tIns="42764" rIns="85527" bIns="42764">
            <a:spAutoFit/>
          </a:bodyPr>
          <a:lstStyle/>
          <a:p>
            <a:r>
              <a:rPr lang="en-GB" sz="1400" dirty="0" err="1">
                <a:latin typeface="Times New Roman" pitchFamily="16" charset="0"/>
              </a:rPr>
              <a:t>S</a:t>
            </a:r>
            <a:r>
              <a:rPr lang="en-GB" sz="1400" baseline="-25000" dirty="0" err="1">
                <a:latin typeface="Times New Roman" pitchFamily="16" charset="0"/>
              </a:rPr>
              <a:t>z</a:t>
            </a:r>
            <a:r>
              <a:rPr lang="en-GB" sz="1400" dirty="0" smtClean="0">
                <a:latin typeface="Times New Roman" pitchFamily="16" charset="0"/>
              </a:rPr>
              <a:t>=</a:t>
            </a:r>
            <a:r>
              <a:rPr lang="en-GB" sz="1400" i="1" dirty="0" smtClean="0">
                <a:latin typeface="Times New Roman" pitchFamily="16" charset="0"/>
              </a:rPr>
              <a:t>-</a:t>
            </a:r>
            <a:r>
              <a:rPr lang="en-GB" sz="1400" dirty="0" smtClean="0">
                <a:latin typeface="Times New Roman" pitchFamily="16" charset="0"/>
              </a:rPr>
              <a:t>1</a:t>
            </a:r>
            <a:endParaRPr lang="en-GB" sz="1400" dirty="0">
              <a:latin typeface="Times New Roman" pitchFamily="16" charset="0"/>
            </a:endParaRPr>
          </a:p>
        </p:txBody>
      </p:sp>
      <p:sp>
        <p:nvSpPr>
          <p:cNvPr id="45" name="Line 10"/>
          <p:cNvSpPr>
            <a:spLocks noChangeShapeType="1"/>
          </p:cNvSpPr>
          <p:nvPr/>
        </p:nvSpPr>
        <p:spPr bwMode="auto">
          <a:xfrm flipV="1">
            <a:off x="4200358" y="455142"/>
            <a:ext cx="7754" cy="2935346"/>
          </a:xfrm>
          <a:prstGeom prst="line">
            <a:avLst/>
          </a:prstGeom>
          <a:noFill/>
          <a:ln w="12600" cap="flat">
            <a:solidFill>
              <a:srgbClr val="000000"/>
            </a:solidFill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47" name="Rectangle 11"/>
          <p:cNvSpPr>
            <a:spLocks noChangeArrowheads="1"/>
          </p:cNvSpPr>
          <p:nvPr/>
        </p:nvSpPr>
        <p:spPr bwMode="auto">
          <a:xfrm>
            <a:off x="5918746" y="2050057"/>
            <a:ext cx="764390" cy="3171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85527" tIns="42764" rIns="85527" bIns="42764">
            <a:spAutoFit/>
          </a:bodyPr>
          <a:lstStyle/>
          <a:p>
            <a:pPr algn="ctr" hangingPunct="1">
              <a:lnSpc>
                <a:spcPct val="100000"/>
              </a:lnSpc>
              <a:spcBef>
                <a:spcPts val="760"/>
              </a:spcBef>
              <a:tabLst>
                <a:tab pos="426935" algn="l"/>
                <a:tab pos="853868" algn="l"/>
              </a:tabLst>
            </a:pPr>
            <a:r>
              <a:rPr lang="en-GB" sz="1500" dirty="0">
                <a:solidFill>
                  <a:srgbClr val="FF0000"/>
                </a:solidFill>
                <a:latin typeface="Symbol" charset="2"/>
              </a:rPr>
              <a:t>  </a:t>
            </a:r>
            <a:r>
              <a:rPr lang="en-GB" sz="1500" dirty="0" smtClean="0">
                <a:solidFill>
                  <a:srgbClr val="0033CC"/>
                </a:solidFill>
                <a:latin typeface="Symbol" charset="2"/>
              </a:rPr>
              <a:t>s+</a:t>
            </a:r>
            <a:endParaRPr lang="en-GB" sz="1500" dirty="0">
              <a:solidFill>
                <a:srgbClr val="0033CC"/>
              </a:solidFill>
              <a:latin typeface="Symbol" charset="2"/>
            </a:endParaRPr>
          </a:p>
        </p:txBody>
      </p:sp>
      <p:sp>
        <p:nvSpPr>
          <p:cNvPr id="51" name="Rectangle 24"/>
          <p:cNvSpPr>
            <a:spLocks noChangeArrowheads="1"/>
          </p:cNvSpPr>
          <p:nvPr/>
        </p:nvSpPr>
        <p:spPr bwMode="auto">
          <a:xfrm>
            <a:off x="5241943" y="5166624"/>
            <a:ext cx="476995" cy="256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5527" tIns="42764" rIns="85527" bIns="42764">
            <a:spAutoFit/>
          </a:bodyPr>
          <a:lstStyle/>
          <a:p>
            <a:r>
              <a:rPr lang="en-GB" sz="1400" dirty="0" err="1">
                <a:latin typeface="Times New Roman" pitchFamily="16" charset="0"/>
              </a:rPr>
              <a:t>S</a:t>
            </a:r>
            <a:r>
              <a:rPr lang="en-GB" sz="1400" baseline="-25000" dirty="0" err="1">
                <a:latin typeface="Times New Roman" pitchFamily="16" charset="0"/>
              </a:rPr>
              <a:t>z</a:t>
            </a:r>
            <a:r>
              <a:rPr lang="en-GB" sz="1400" dirty="0">
                <a:latin typeface="Times New Roman" pitchFamily="16" charset="0"/>
              </a:rPr>
              <a:t>=0</a:t>
            </a:r>
          </a:p>
        </p:txBody>
      </p:sp>
      <p:cxnSp>
        <p:nvCxnSpPr>
          <p:cNvPr id="52" name="Connecteur droit avec flèche 51"/>
          <p:cNvCxnSpPr/>
          <p:nvPr/>
        </p:nvCxnSpPr>
        <p:spPr>
          <a:xfrm flipH="1">
            <a:off x="5877298" y="1350186"/>
            <a:ext cx="34794" cy="2933782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necteur droit avec flèche 54"/>
          <p:cNvCxnSpPr/>
          <p:nvPr/>
        </p:nvCxnSpPr>
        <p:spPr>
          <a:xfrm flipH="1">
            <a:off x="5996201" y="1701933"/>
            <a:ext cx="21438" cy="258203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6" name="Rectangle 25"/>
          <p:cNvSpPr>
            <a:spLocks noChangeArrowheads="1"/>
          </p:cNvSpPr>
          <p:nvPr/>
        </p:nvSpPr>
        <p:spPr bwMode="auto">
          <a:xfrm>
            <a:off x="4594904" y="5166623"/>
            <a:ext cx="616757" cy="3018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5527" tIns="42764" rIns="85527" bIns="42764">
            <a:spAutoFit/>
          </a:bodyPr>
          <a:lstStyle/>
          <a:p>
            <a:r>
              <a:rPr lang="en-GB" sz="1400" dirty="0" err="1">
                <a:latin typeface="Times New Roman" pitchFamily="16" charset="0"/>
              </a:rPr>
              <a:t>S</a:t>
            </a:r>
            <a:r>
              <a:rPr lang="en-GB" sz="1400" baseline="-25000" dirty="0" err="1">
                <a:latin typeface="Times New Roman" pitchFamily="16" charset="0"/>
              </a:rPr>
              <a:t>z</a:t>
            </a:r>
            <a:r>
              <a:rPr lang="en-GB" sz="1400" dirty="0" smtClean="0">
                <a:latin typeface="Times New Roman" pitchFamily="16" charset="0"/>
              </a:rPr>
              <a:t>=+1</a:t>
            </a:r>
            <a:endParaRPr lang="en-GB" sz="1400" dirty="0">
              <a:latin typeface="Times New Roman" pitchFamily="16" charset="0"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3741093" y="4184818"/>
            <a:ext cx="3738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fr-FR" sz="1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14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ZoneTexte 70"/>
          <p:cNvSpPr txBox="1"/>
          <p:nvPr/>
        </p:nvSpPr>
        <p:spPr>
          <a:xfrm>
            <a:off x="3845636" y="4732271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sz="14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Rectangle 13"/>
          <p:cNvSpPr>
            <a:spLocks noChangeArrowheads="1"/>
          </p:cNvSpPr>
          <p:nvPr/>
        </p:nvSpPr>
        <p:spPr bwMode="auto">
          <a:xfrm rot="16200000">
            <a:off x="2944848" y="1553792"/>
            <a:ext cx="982080" cy="3018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5527" tIns="42764" rIns="85527" bIns="42764">
            <a:spAutoFit/>
          </a:bodyPr>
          <a:lstStyle/>
          <a:p>
            <a:pPr algn="ctr" hangingPunct="1">
              <a:lnSpc>
                <a:spcPct val="100000"/>
              </a:lnSpc>
              <a:tabLst>
                <a:tab pos="426935" algn="l"/>
                <a:tab pos="853868" algn="l"/>
              </a:tabLst>
            </a:pPr>
            <a:r>
              <a:rPr lang="en-GB" sz="1400" dirty="0" smtClean="0">
                <a:solidFill>
                  <a:srgbClr val="000000"/>
                </a:solidFill>
                <a:latin typeface="Times New Roman" pitchFamily="16" charset="0"/>
              </a:rPr>
              <a:t>X-Cr</a:t>
            </a:r>
            <a:endParaRPr lang="en-GB" sz="1400" dirty="0">
              <a:solidFill>
                <a:srgbClr val="000000"/>
              </a:solidFill>
              <a:latin typeface="Times New Roman" pitchFamily="16" charset="0"/>
            </a:endParaRPr>
          </a:p>
        </p:txBody>
      </p:sp>
      <p:sp>
        <p:nvSpPr>
          <p:cNvPr id="85" name="Rectangle 73"/>
          <p:cNvSpPr>
            <a:spLocks noChangeArrowheads="1"/>
          </p:cNvSpPr>
          <p:nvPr/>
        </p:nvSpPr>
        <p:spPr bwMode="auto">
          <a:xfrm rot="16200000">
            <a:off x="3016856" y="4478978"/>
            <a:ext cx="982080" cy="3018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5527" tIns="42764" rIns="85527" bIns="42764">
            <a:spAutoFit/>
          </a:bodyPr>
          <a:lstStyle/>
          <a:p>
            <a:pPr algn="ctr" hangingPunct="1">
              <a:lnSpc>
                <a:spcPct val="100000"/>
              </a:lnSpc>
              <a:tabLst>
                <a:tab pos="426935" algn="l"/>
                <a:tab pos="853868" algn="l"/>
              </a:tabLst>
            </a:pPr>
            <a:r>
              <a:rPr lang="en-GB" sz="1400" dirty="0">
                <a:solidFill>
                  <a:srgbClr val="000000"/>
                </a:solidFill>
                <a:latin typeface="Times New Roman" pitchFamily="16" charset="0"/>
              </a:rPr>
              <a:t>Cr</a:t>
            </a:r>
          </a:p>
        </p:txBody>
      </p:sp>
      <p:sp>
        <p:nvSpPr>
          <p:cNvPr id="72" name="Accolade ouvrante 71"/>
          <p:cNvSpPr/>
          <p:nvPr/>
        </p:nvSpPr>
        <p:spPr>
          <a:xfrm>
            <a:off x="3573016" y="1232176"/>
            <a:ext cx="117984" cy="945118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Accolade ouvrante 86"/>
          <p:cNvSpPr/>
          <p:nvPr/>
        </p:nvSpPr>
        <p:spPr>
          <a:xfrm>
            <a:off x="3645024" y="4184818"/>
            <a:ext cx="117983" cy="831106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5965068" y="2327285"/>
            <a:ext cx="220956" cy="1302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AutoShape 12"/>
          <p:cNvSpPr>
            <a:spLocks/>
          </p:cNvSpPr>
          <p:nvPr/>
        </p:nvSpPr>
        <p:spPr bwMode="auto">
          <a:xfrm>
            <a:off x="5943646" y="2327285"/>
            <a:ext cx="484757" cy="125929"/>
          </a:xfrm>
          <a:custGeom>
            <a:avLst/>
            <a:gdLst>
              <a:gd name="G0" fmla="*/ 0 1604 1"/>
              <a:gd name="G1" fmla="*/ G0 1 62639"/>
              <a:gd name="G2" fmla="*/ 17013 454 1"/>
              <a:gd name="G3" fmla="*/ G2 1 27677"/>
              <a:gd name="G4" fmla="*/ 42863 1604 1"/>
              <a:gd name="G5" fmla="*/ G4 1 62639"/>
              <a:gd name="G6" fmla="*/ 11112 454 1"/>
              <a:gd name="G7" fmla="*/ G6 1 27677"/>
              <a:gd name="G8" fmla="*/ 48764 1604 1"/>
              <a:gd name="G9" fmla="*/ G8 1 62639"/>
              <a:gd name="G10" fmla="*/ 18152 454 1"/>
              <a:gd name="G11" fmla="*/ G10 1 27677"/>
              <a:gd name="G12" fmla="*/ 54666 1604 1"/>
              <a:gd name="G13" fmla="*/ G12 1 62639"/>
              <a:gd name="G14" fmla="*/ 20637 454 1"/>
              <a:gd name="G15" fmla="*/ G14 1 27677"/>
              <a:gd name="G16" fmla="*/ 60567 1604 1"/>
              <a:gd name="G17" fmla="*/ G16 1 62639"/>
              <a:gd name="G18" fmla="*/ 22915 454 1"/>
              <a:gd name="G19" fmla="*/ G18 1 27677"/>
              <a:gd name="G20" fmla="*/ 933 1604 1"/>
              <a:gd name="G21" fmla="*/ G20 1 62639"/>
              <a:gd name="G22" fmla="*/ 20637 454 1"/>
              <a:gd name="G23" fmla="*/ G22 1 27677"/>
              <a:gd name="G24" fmla="*/ 11597 1604 1"/>
              <a:gd name="G25" fmla="*/ G24 1 62639"/>
              <a:gd name="G26" fmla="*/ 27677 454 1"/>
              <a:gd name="G27" fmla="*/ G26 1 27677"/>
              <a:gd name="G28" fmla="*/ 17498 1604 1"/>
              <a:gd name="G29" fmla="*/ G28 1 62639"/>
              <a:gd name="G30" fmla="*/ 20637 454 1"/>
              <a:gd name="G31" fmla="*/ G30 1 27677"/>
              <a:gd name="G32" fmla="*/ 9112 1604 1"/>
              <a:gd name="G33" fmla="*/ G32 1 62639"/>
              <a:gd name="G34" fmla="*/ 21776 454 1"/>
              <a:gd name="G35" fmla="*/ G34 1 27677"/>
              <a:gd name="G36" fmla="*/ 42450 1604 1"/>
              <a:gd name="G37" fmla="*/ G36 1 62639"/>
              <a:gd name="G38" fmla="*/ 21776 454 1"/>
              <a:gd name="G39" fmla="*/ G38 1 27677"/>
              <a:gd name="G40" fmla="*/ 10251 1604 1"/>
              <a:gd name="G41" fmla="*/ G40 1 62639"/>
              <a:gd name="G42" fmla="*/ 21776 454 1"/>
              <a:gd name="G43" fmla="*/ G42 1 27677"/>
              <a:gd name="G44" fmla="*/ 62639 1604 1"/>
              <a:gd name="G45" fmla="*/ G44 1 62639"/>
              <a:gd name="G46" fmla="*/ 21776 454 1"/>
              <a:gd name="G47" fmla="*/ G46 1 27677"/>
              <a:gd name="G48" fmla="*/ 62639 1604 1"/>
              <a:gd name="G49" fmla="*/ G48 1 62639"/>
              <a:gd name="G50" fmla="*/ 21776 454 1"/>
              <a:gd name="G51" fmla="*/ G50 1 27677"/>
              <a:gd name="G52" fmla="*/ 62639 1604 1"/>
              <a:gd name="G53" fmla="*/ G52 1 62639"/>
              <a:gd name="G54" fmla="*/ 21776 454 1"/>
              <a:gd name="G55" fmla="*/ G54 1 27677"/>
              <a:gd name="G56" fmla="+- 1604 0 0"/>
              <a:gd name="G57" fmla="+- 454 0 0"/>
            </a:gdLst>
            <a:ahLst/>
            <a:cxnLst>
              <a:cxn ang="0">
                <a:pos x="r" y="vc"/>
              </a:cxn>
              <a:cxn ang="5400000">
                <a:pos x="hc" y="b"/>
              </a:cxn>
              <a:cxn ang="10800000">
                <a:pos x="l" y="vc"/>
              </a:cxn>
              <a:cxn ang="16200000">
                <a:pos x="hc" y="t"/>
              </a:cxn>
            </a:cxnLst>
            <a:rect l="0" t="0" r="0" b="0"/>
            <a:pathLst>
              <a:path>
                <a:moveTo>
                  <a:pt x="0" y="82549"/>
                </a:moveTo>
                <a:cubicBezTo>
                  <a:pt x="11906" y="41274"/>
                  <a:pt x="23813" y="0"/>
                  <a:pt x="42863" y="11112"/>
                </a:cubicBezTo>
                <a:cubicBezTo>
                  <a:pt x="61913" y="22224"/>
                  <a:pt x="90487" y="147636"/>
                  <a:pt x="114300" y="149224"/>
                </a:cubicBezTo>
                <a:cubicBezTo>
                  <a:pt x="138113" y="150812"/>
                  <a:pt x="161926" y="19843"/>
                  <a:pt x="185738" y="20637"/>
                </a:cubicBezTo>
                <a:cubicBezTo>
                  <a:pt x="209550" y="21431"/>
                  <a:pt x="233363" y="153987"/>
                  <a:pt x="257175" y="153987"/>
                </a:cubicBezTo>
                <a:cubicBezTo>
                  <a:pt x="280987" y="153987"/>
                  <a:pt x="304007" y="19843"/>
                  <a:pt x="328613" y="20637"/>
                </a:cubicBezTo>
                <a:cubicBezTo>
                  <a:pt x="353219" y="21431"/>
                  <a:pt x="380207" y="158749"/>
                  <a:pt x="404813" y="158749"/>
                </a:cubicBezTo>
                <a:cubicBezTo>
                  <a:pt x="429419" y="158749"/>
                  <a:pt x="454819" y="32543"/>
                  <a:pt x="476250" y="20637"/>
                </a:cubicBezTo>
                <a:cubicBezTo>
                  <a:pt x="497681" y="8731"/>
                  <a:pt x="518319" y="76199"/>
                  <a:pt x="533400" y="87312"/>
                </a:cubicBezTo>
                <a:cubicBezTo>
                  <a:pt x="548481" y="98425"/>
                  <a:pt x="566738" y="87312"/>
                  <a:pt x="566738" y="87312"/>
                </a:cubicBezTo>
                <a:lnTo>
                  <a:pt x="600075" y="87312"/>
                </a:lnTo>
                <a:lnTo>
                  <a:pt x="652463" y="87312"/>
                </a:lnTo>
              </a:path>
            </a:pathLst>
          </a:custGeom>
          <a:noFill/>
          <a:ln w="9360" cap="flat">
            <a:solidFill>
              <a:srgbClr val="0066CC"/>
            </a:solidFill>
            <a:round/>
            <a:headEnd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6895" tIns="43448" rIns="86895" bIns="43448" anchor="ctr"/>
          <a:lstStyle/>
          <a:p>
            <a:endParaRPr lang="fr-FR"/>
          </a:p>
        </p:txBody>
      </p:sp>
      <p:cxnSp>
        <p:nvCxnSpPr>
          <p:cNvPr id="76" name="Connecteur droit avec flèche 75"/>
          <p:cNvCxnSpPr/>
          <p:nvPr/>
        </p:nvCxnSpPr>
        <p:spPr>
          <a:xfrm>
            <a:off x="4901380" y="1360788"/>
            <a:ext cx="0" cy="292318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7" name="Connecteur droit avec flèche 76"/>
          <p:cNvCxnSpPr/>
          <p:nvPr/>
        </p:nvCxnSpPr>
        <p:spPr>
          <a:xfrm>
            <a:off x="5519226" y="1972298"/>
            <a:ext cx="0" cy="2815726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8" name="Connecteur droit avec flèche 77"/>
          <p:cNvCxnSpPr/>
          <p:nvPr/>
        </p:nvCxnSpPr>
        <p:spPr>
          <a:xfrm flipH="1">
            <a:off x="5399485" y="2096641"/>
            <a:ext cx="14967" cy="269138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Connecteur droit avec flèche 85"/>
          <p:cNvCxnSpPr/>
          <p:nvPr/>
        </p:nvCxnSpPr>
        <p:spPr>
          <a:xfrm>
            <a:off x="5001377" y="1701933"/>
            <a:ext cx="0" cy="2582035"/>
          </a:xfrm>
          <a:prstGeom prst="straightConnector1">
            <a:avLst/>
          </a:prstGeom>
          <a:ln>
            <a:solidFill>
              <a:schemeClr val="tx2">
                <a:lumMod val="60000"/>
                <a:lumOff val="4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Line 39"/>
          <p:cNvSpPr>
            <a:spLocks noChangeShapeType="1"/>
          </p:cNvSpPr>
          <p:nvPr/>
        </p:nvSpPr>
        <p:spPr bwMode="auto">
          <a:xfrm flipV="1">
            <a:off x="4126875" y="4338706"/>
            <a:ext cx="684053" cy="11316"/>
          </a:xfrm>
          <a:prstGeom prst="line">
            <a:avLst/>
          </a:prstGeom>
          <a:noFill/>
          <a:ln w="9360" cap="rnd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88" name="Line 39"/>
          <p:cNvSpPr>
            <a:spLocks noChangeShapeType="1"/>
          </p:cNvSpPr>
          <p:nvPr/>
        </p:nvSpPr>
        <p:spPr bwMode="auto">
          <a:xfrm flipV="1">
            <a:off x="4105213" y="4896955"/>
            <a:ext cx="1137763" cy="0"/>
          </a:xfrm>
          <a:prstGeom prst="line">
            <a:avLst/>
          </a:prstGeom>
          <a:noFill/>
          <a:ln w="9360" cap="rnd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6895" tIns="43448" rIns="86895" bIns="43448"/>
          <a:lstStyle/>
          <a:p>
            <a:endParaRPr lang="fr-FR"/>
          </a:p>
        </p:txBody>
      </p:sp>
      <p:sp>
        <p:nvSpPr>
          <p:cNvPr id="92" name="Rectangle 11"/>
          <p:cNvSpPr>
            <a:spLocks noChangeArrowheads="1"/>
          </p:cNvSpPr>
          <p:nvPr/>
        </p:nvSpPr>
        <p:spPr bwMode="auto">
          <a:xfrm>
            <a:off x="5337468" y="3213869"/>
            <a:ext cx="504056" cy="332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85527" tIns="42764" rIns="85527" bIns="42764">
            <a:spAutoFit/>
          </a:bodyPr>
          <a:lstStyle/>
          <a:p>
            <a:pPr algn="ctr" hangingPunct="1">
              <a:lnSpc>
                <a:spcPct val="100000"/>
              </a:lnSpc>
              <a:spcBef>
                <a:spcPts val="760"/>
              </a:spcBef>
              <a:tabLst>
                <a:tab pos="426935" algn="l"/>
                <a:tab pos="853868" algn="l"/>
              </a:tabLst>
            </a:pPr>
            <a:r>
              <a:rPr lang="en-GB" sz="1600" dirty="0">
                <a:solidFill>
                  <a:srgbClr val="00B050"/>
                </a:solidFill>
                <a:latin typeface="Symbol" charset="2"/>
              </a:rPr>
              <a:t>  </a:t>
            </a:r>
            <a:r>
              <a:rPr lang="en-GB" sz="1600" dirty="0" err="1" smtClean="0">
                <a:solidFill>
                  <a:srgbClr val="00B050"/>
                </a:solidFill>
                <a:latin typeface="Symbol" charset="2"/>
              </a:rPr>
              <a:t>p</a:t>
            </a:r>
            <a:r>
              <a:rPr lang="en-GB" sz="1600" baseline="-25000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GB" sz="1600" baseline="-250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Rectangle 11"/>
          <p:cNvSpPr>
            <a:spLocks noChangeArrowheads="1"/>
          </p:cNvSpPr>
          <p:nvPr/>
        </p:nvSpPr>
        <p:spPr bwMode="auto">
          <a:xfrm>
            <a:off x="4952434" y="3203848"/>
            <a:ext cx="504056" cy="3325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85527" tIns="42764" rIns="85527" bIns="42764">
            <a:spAutoFit/>
          </a:bodyPr>
          <a:lstStyle/>
          <a:p>
            <a:pPr algn="ctr" hangingPunct="1">
              <a:lnSpc>
                <a:spcPct val="100000"/>
              </a:lnSpc>
              <a:spcBef>
                <a:spcPts val="760"/>
              </a:spcBef>
              <a:tabLst>
                <a:tab pos="426935" algn="l"/>
                <a:tab pos="853868" algn="l"/>
              </a:tabLst>
            </a:pPr>
            <a:r>
              <a:rPr lang="en-GB" sz="1600" dirty="0">
                <a:solidFill>
                  <a:srgbClr val="00B050"/>
                </a:solidFill>
                <a:latin typeface="Symbol" charset="2"/>
              </a:rPr>
              <a:t>  </a:t>
            </a:r>
            <a:r>
              <a:rPr lang="en-GB" sz="1600" dirty="0" err="1" smtClean="0">
                <a:latin typeface="Symbol" charset="2"/>
              </a:rPr>
              <a:t>p</a:t>
            </a:r>
            <a:r>
              <a:rPr lang="en-GB" sz="16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en-GB" sz="16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03"/>
          <a:stretch/>
        </p:blipFill>
        <p:spPr bwMode="auto">
          <a:xfrm>
            <a:off x="166507" y="3263752"/>
            <a:ext cx="3157718" cy="3252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" name="ZoneTexte 78"/>
          <p:cNvSpPr txBox="1"/>
          <p:nvPr/>
        </p:nvSpPr>
        <p:spPr>
          <a:xfrm>
            <a:off x="237282" y="3338572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6327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720</TotalTime>
  <Words>37</Words>
  <Application>Microsoft Office PowerPoint</Application>
  <PresentationFormat>Affichage à l'écran (4:3)</PresentationFormat>
  <Paragraphs>19</Paragraphs>
  <Slides>1</Slides>
  <Notes>1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lucien.besombes</dc:creator>
  <cp:lastModifiedBy>lucien.besombes</cp:lastModifiedBy>
  <cp:revision>62</cp:revision>
  <cp:lastPrinted>2016-04-21T08:50:30Z</cp:lastPrinted>
  <dcterms:created xsi:type="dcterms:W3CDTF">2015-11-02T14:28:12Z</dcterms:created>
  <dcterms:modified xsi:type="dcterms:W3CDTF">2016-06-14T13:13:19Z</dcterms:modified>
</cp:coreProperties>
</file>