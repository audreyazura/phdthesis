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7740650" cy="77406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87000" y="1811160"/>
            <a:ext cx="6966000" cy="4489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696600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339912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956400" y="1811160"/>
            <a:ext cx="339912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80680" y="2404800"/>
            <a:ext cx="6579360" cy="7691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87000" y="415620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956400" y="1811160"/>
            <a:ext cx="339912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339912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9564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956400" y="415620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9564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87000" y="4156200"/>
            <a:ext cx="696600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696600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87000" y="4156200"/>
            <a:ext cx="696600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956400" y="181116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956400" y="415620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87000" y="4156200"/>
            <a:ext cx="3399120" cy="214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924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87000" y="1811160"/>
            <a:ext cx="696600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87000" y="1811160"/>
            <a:ext cx="6966000" cy="44892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056600" y="1811160"/>
            <a:ext cx="5626440" cy="448920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056600" y="1811160"/>
            <a:ext cx="5626440" cy="448920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80680" y="2404800"/>
            <a:ext cx="6579360" cy="1658880"/>
          </a:xfrm>
          <a:prstGeom prst="rect">
            <a:avLst/>
          </a:prstGeom>
        </p:spPr>
        <p:txBody>
          <a:bodyPr lIns="94680" rIns="94680" tIns="47520" bIns="47520" anchor="ctr"/>
          <a:p>
            <a:pPr algn="ctr">
              <a:lnSpc>
                <a:spcPct val="100000"/>
              </a:lnSpc>
            </a:pPr>
            <a:r>
              <a:rPr lang="fr-FR" sz="46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387000" y="7174440"/>
            <a:ext cx="1805760" cy="411840"/>
          </a:xfrm>
          <a:prstGeom prst="rect">
            <a:avLst/>
          </a:prstGeom>
        </p:spPr>
        <p:txBody>
          <a:bodyPr lIns="94680" rIns="94680" tIns="47520" bIns="47520"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3/24/17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2644560" y="7174440"/>
            <a:ext cx="2450880" cy="411840"/>
          </a:xfrm>
          <a:prstGeom prst="rect">
            <a:avLst/>
          </a:prstGeom>
        </p:spPr>
        <p:txBody>
          <a:bodyPr lIns="94680" rIns="94680" tIns="47520" bIns="4752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5547600" y="7174440"/>
            <a:ext cx="1805760" cy="411840"/>
          </a:xfrm>
          <a:prstGeom prst="rect">
            <a:avLst/>
          </a:prstGeom>
        </p:spPr>
        <p:txBody>
          <a:bodyPr lIns="94680" rIns="94680" tIns="47520" bIns="47520" anchor="ctr"/>
          <a:p>
            <a:pPr algn="r">
              <a:lnSpc>
                <a:spcPct val="100000"/>
              </a:lnSpc>
            </a:pPr>
            <a:fld id="{00F5655E-BA11-40B4-B054-19BDFA205951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87000" y="1811160"/>
            <a:ext cx="6966000" cy="448920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3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5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1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1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4072680" y="126720"/>
            <a:ext cx="3757680" cy="7631640"/>
          </a:xfrm>
          <a:prstGeom prst="rect">
            <a:avLst/>
          </a:prstGeom>
          <a:ln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-99360" y="149760"/>
            <a:ext cx="4392720" cy="7559640"/>
          </a:xfrm>
          <a:prstGeom prst="rect">
            <a:avLst/>
          </a:prstGeom>
          <a:ln>
            <a:noFill/>
          </a:ln>
        </p:spPr>
      </p:pic>
      <p:sp>
        <p:nvSpPr>
          <p:cNvPr id="41" name="CustomShape 1"/>
          <p:cNvSpPr/>
          <p:nvPr/>
        </p:nvSpPr>
        <p:spPr>
          <a:xfrm>
            <a:off x="18720" y="54000"/>
            <a:ext cx="519480" cy="4554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2" name="CustomShape 2"/>
          <p:cNvSpPr/>
          <p:nvPr/>
        </p:nvSpPr>
        <p:spPr>
          <a:xfrm>
            <a:off x="4509720" y="66600"/>
            <a:ext cx="536400" cy="4554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