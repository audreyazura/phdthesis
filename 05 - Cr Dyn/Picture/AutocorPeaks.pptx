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361488" cy="9180513"/>
  <p:notesSz cx="6858000" cy="9144000"/>
  <p:defaultTextStyle>
    <a:defPPr>
      <a:defRPr lang="fr-FR"/>
    </a:defPPr>
    <a:lvl1pPr marL="0" algn="l" defTabSz="111090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555452" algn="l" defTabSz="111090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110905" algn="l" defTabSz="111090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1666357" algn="l" defTabSz="111090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2221809" algn="l" defTabSz="111090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2777261" algn="l" defTabSz="111090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3332714" algn="l" defTabSz="111090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3888166" algn="l" defTabSz="111090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4443618" algn="l" defTabSz="111090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-2262" y="-114"/>
      </p:cViewPr>
      <p:guideLst>
        <p:guide orient="horz" pos="2892"/>
        <p:guide pos="29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02112" y="2851910"/>
            <a:ext cx="7957264" cy="196786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404224" y="5202290"/>
            <a:ext cx="6553042" cy="234613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554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109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66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218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77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327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88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4436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3B9D-D187-4196-BC59-C5BAE8C8D526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5515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3B9D-D187-4196-BC59-C5BAE8C8D526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0809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39494" y="5899330"/>
            <a:ext cx="7957264" cy="1823352"/>
          </a:xfrm>
        </p:spPr>
        <p:txBody>
          <a:bodyPr anchor="t"/>
          <a:lstStyle>
            <a:lvl1pPr algn="l">
              <a:defRPr sz="49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39494" y="3891096"/>
            <a:ext cx="7957264" cy="200823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55452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1090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666357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21809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777261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33271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88816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443618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3B9D-D187-4196-BC59-C5BAE8C8D526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99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68075" y="2142123"/>
            <a:ext cx="4134657" cy="605871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758759" y="2142123"/>
            <a:ext cx="4134657" cy="605871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3B9D-D187-4196-BC59-C5BAE8C8D526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0067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68075" y="2054993"/>
            <a:ext cx="4136284" cy="856422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55452" indent="0">
              <a:buNone/>
              <a:defRPr sz="2400" b="1"/>
            </a:lvl2pPr>
            <a:lvl3pPr marL="1110905" indent="0">
              <a:buNone/>
              <a:defRPr sz="2200" b="1"/>
            </a:lvl3pPr>
            <a:lvl4pPr marL="1666357" indent="0">
              <a:buNone/>
              <a:defRPr sz="1900" b="1"/>
            </a:lvl4pPr>
            <a:lvl5pPr marL="2221809" indent="0">
              <a:buNone/>
              <a:defRPr sz="1900" b="1"/>
            </a:lvl5pPr>
            <a:lvl6pPr marL="2777261" indent="0">
              <a:buNone/>
              <a:defRPr sz="1900" b="1"/>
            </a:lvl6pPr>
            <a:lvl7pPr marL="3332714" indent="0">
              <a:buNone/>
              <a:defRPr sz="1900" b="1"/>
            </a:lvl7pPr>
            <a:lvl8pPr marL="3888166" indent="0">
              <a:buNone/>
              <a:defRPr sz="1900" b="1"/>
            </a:lvl8pPr>
            <a:lvl9pPr marL="4443618" indent="0">
              <a:buNone/>
              <a:defRPr sz="19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8075" y="2911415"/>
            <a:ext cx="4136284" cy="5289421"/>
          </a:xfrm>
        </p:spPr>
        <p:txBody>
          <a:bodyPr/>
          <a:lstStyle>
            <a:lvl1pPr>
              <a:defRPr sz="2900"/>
            </a:lvl1pPr>
            <a:lvl2pPr>
              <a:defRPr sz="24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755507" y="2054993"/>
            <a:ext cx="4137907" cy="856422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55452" indent="0">
              <a:buNone/>
              <a:defRPr sz="2400" b="1"/>
            </a:lvl2pPr>
            <a:lvl3pPr marL="1110905" indent="0">
              <a:buNone/>
              <a:defRPr sz="2200" b="1"/>
            </a:lvl3pPr>
            <a:lvl4pPr marL="1666357" indent="0">
              <a:buNone/>
              <a:defRPr sz="1900" b="1"/>
            </a:lvl4pPr>
            <a:lvl5pPr marL="2221809" indent="0">
              <a:buNone/>
              <a:defRPr sz="1900" b="1"/>
            </a:lvl5pPr>
            <a:lvl6pPr marL="2777261" indent="0">
              <a:buNone/>
              <a:defRPr sz="1900" b="1"/>
            </a:lvl6pPr>
            <a:lvl7pPr marL="3332714" indent="0">
              <a:buNone/>
              <a:defRPr sz="1900" b="1"/>
            </a:lvl7pPr>
            <a:lvl8pPr marL="3888166" indent="0">
              <a:buNone/>
              <a:defRPr sz="1900" b="1"/>
            </a:lvl8pPr>
            <a:lvl9pPr marL="4443618" indent="0">
              <a:buNone/>
              <a:defRPr sz="19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755507" y="2911415"/>
            <a:ext cx="4137907" cy="5289421"/>
          </a:xfrm>
        </p:spPr>
        <p:txBody>
          <a:bodyPr/>
          <a:lstStyle>
            <a:lvl1pPr>
              <a:defRPr sz="2900"/>
            </a:lvl1pPr>
            <a:lvl2pPr>
              <a:defRPr sz="24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3B9D-D187-4196-BC59-C5BAE8C8D526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7407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3B9D-D187-4196-BC59-C5BAE8C8D526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0006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3B9D-D187-4196-BC59-C5BAE8C8D526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4119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8076" y="365520"/>
            <a:ext cx="3079865" cy="1555587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660082" y="365523"/>
            <a:ext cx="5233332" cy="7835314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9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68076" y="1921109"/>
            <a:ext cx="3079865" cy="6279727"/>
          </a:xfrm>
        </p:spPr>
        <p:txBody>
          <a:bodyPr/>
          <a:lstStyle>
            <a:lvl1pPr marL="0" indent="0">
              <a:buNone/>
              <a:defRPr sz="1700"/>
            </a:lvl1pPr>
            <a:lvl2pPr marL="555452" indent="0">
              <a:buNone/>
              <a:defRPr sz="1500"/>
            </a:lvl2pPr>
            <a:lvl3pPr marL="1110905" indent="0">
              <a:buNone/>
              <a:defRPr sz="1200"/>
            </a:lvl3pPr>
            <a:lvl4pPr marL="1666357" indent="0">
              <a:buNone/>
              <a:defRPr sz="1100"/>
            </a:lvl4pPr>
            <a:lvl5pPr marL="2221809" indent="0">
              <a:buNone/>
              <a:defRPr sz="1100"/>
            </a:lvl5pPr>
            <a:lvl6pPr marL="2777261" indent="0">
              <a:buNone/>
              <a:defRPr sz="1100"/>
            </a:lvl6pPr>
            <a:lvl7pPr marL="3332714" indent="0">
              <a:buNone/>
              <a:defRPr sz="1100"/>
            </a:lvl7pPr>
            <a:lvl8pPr marL="3888166" indent="0">
              <a:buNone/>
              <a:defRPr sz="1100"/>
            </a:lvl8pPr>
            <a:lvl9pPr marL="4443618" indent="0">
              <a:buNone/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3B9D-D187-4196-BC59-C5BAE8C8D526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3369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34918" y="6426359"/>
            <a:ext cx="5616893" cy="758668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834918" y="820298"/>
            <a:ext cx="5616893" cy="5508308"/>
          </a:xfrm>
        </p:spPr>
        <p:txBody>
          <a:bodyPr/>
          <a:lstStyle>
            <a:lvl1pPr marL="0" indent="0">
              <a:buNone/>
              <a:defRPr sz="3900"/>
            </a:lvl1pPr>
            <a:lvl2pPr marL="555452" indent="0">
              <a:buNone/>
              <a:defRPr sz="3400"/>
            </a:lvl2pPr>
            <a:lvl3pPr marL="1110905" indent="0">
              <a:buNone/>
              <a:defRPr sz="2900"/>
            </a:lvl3pPr>
            <a:lvl4pPr marL="1666357" indent="0">
              <a:buNone/>
              <a:defRPr sz="2400"/>
            </a:lvl4pPr>
            <a:lvl5pPr marL="2221809" indent="0">
              <a:buNone/>
              <a:defRPr sz="2400"/>
            </a:lvl5pPr>
            <a:lvl6pPr marL="2777261" indent="0">
              <a:buNone/>
              <a:defRPr sz="2400"/>
            </a:lvl6pPr>
            <a:lvl7pPr marL="3332714" indent="0">
              <a:buNone/>
              <a:defRPr sz="2400"/>
            </a:lvl7pPr>
            <a:lvl8pPr marL="3888166" indent="0">
              <a:buNone/>
              <a:defRPr sz="2400"/>
            </a:lvl8pPr>
            <a:lvl9pPr marL="4443618" indent="0">
              <a:buNone/>
              <a:defRPr sz="24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34918" y="7185027"/>
            <a:ext cx="5616893" cy="1077435"/>
          </a:xfrm>
        </p:spPr>
        <p:txBody>
          <a:bodyPr/>
          <a:lstStyle>
            <a:lvl1pPr marL="0" indent="0">
              <a:buNone/>
              <a:defRPr sz="1700"/>
            </a:lvl1pPr>
            <a:lvl2pPr marL="555452" indent="0">
              <a:buNone/>
              <a:defRPr sz="1500"/>
            </a:lvl2pPr>
            <a:lvl3pPr marL="1110905" indent="0">
              <a:buNone/>
              <a:defRPr sz="1200"/>
            </a:lvl3pPr>
            <a:lvl4pPr marL="1666357" indent="0">
              <a:buNone/>
              <a:defRPr sz="1100"/>
            </a:lvl4pPr>
            <a:lvl5pPr marL="2221809" indent="0">
              <a:buNone/>
              <a:defRPr sz="1100"/>
            </a:lvl5pPr>
            <a:lvl6pPr marL="2777261" indent="0">
              <a:buNone/>
              <a:defRPr sz="1100"/>
            </a:lvl6pPr>
            <a:lvl7pPr marL="3332714" indent="0">
              <a:buNone/>
              <a:defRPr sz="1100"/>
            </a:lvl7pPr>
            <a:lvl8pPr marL="3888166" indent="0">
              <a:buNone/>
              <a:defRPr sz="1100"/>
            </a:lvl8pPr>
            <a:lvl9pPr marL="4443618" indent="0">
              <a:buNone/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3B9D-D187-4196-BC59-C5BAE8C8D526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165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3B9D-D187-4196-BC59-C5BAE8C8D526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6123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787079" y="367649"/>
            <a:ext cx="2106336" cy="783318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68076" y="367649"/>
            <a:ext cx="6162979" cy="783318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F3B9D-D187-4196-BC59-C5BAE8C8D526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20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68076" y="367646"/>
            <a:ext cx="8425339" cy="1530086"/>
          </a:xfrm>
          <a:prstGeom prst="rect">
            <a:avLst/>
          </a:prstGeom>
        </p:spPr>
        <p:txBody>
          <a:bodyPr vert="horz" lIns="111090" tIns="55545" rIns="111090" bIns="55545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68076" y="2142123"/>
            <a:ext cx="8425339" cy="6058714"/>
          </a:xfrm>
          <a:prstGeom prst="rect">
            <a:avLst/>
          </a:prstGeom>
        </p:spPr>
        <p:txBody>
          <a:bodyPr vert="horz" lIns="111090" tIns="55545" rIns="111090" bIns="55545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8074" y="8508978"/>
            <a:ext cx="2184348" cy="488778"/>
          </a:xfrm>
          <a:prstGeom prst="rect">
            <a:avLst/>
          </a:prstGeom>
        </p:spPr>
        <p:txBody>
          <a:bodyPr vert="horz" lIns="111090" tIns="55545" rIns="111090" bIns="55545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F3B9D-D187-4196-BC59-C5BAE8C8D526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98510" y="8508978"/>
            <a:ext cx="2964471" cy="488778"/>
          </a:xfrm>
          <a:prstGeom prst="rect">
            <a:avLst/>
          </a:prstGeom>
        </p:spPr>
        <p:txBody>
          <a:bodyPr vert="horz" lIns="111090" tIns="55545" rIns="111090" bIns="55545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709066" y="8508978"/>
            <a:ext cx="2184348" cy="488778"/>
          </a:xfrm>
          <a:prstGeom prst="rect">
            <a:avLst/>
          </a:prstGeom>
        </p:spPr>
        <p:txBody>
          <a:bodyPr vert="horz" lIns="111090" tIns="55545" rIns="111090" bIns="55545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7E359-14CA-4B81-866D-1349CD94F9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0728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110905" rtl="0" eaLnBrk="1" latinLnBrk="0" hangingPunct="1">
        <a:spcBef>
          <a:spcPct val="0"/>
        </a:spcBef>
        <a:buNone/>
        <a:defRPr sz="5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6589" indent="-416589" algn="l" defTabSz="1110905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02610" indent="-347158" algn="l" defTabSz="1110905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88631" indent="-277726" algn="l" defTabSz="1110905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44083" indent="-277726" algn="l" defTabSz="1110905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99535" indent="-277726" algn="l" defTabSz="1110905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54988" indent="-277726" algn="l" defTabSz="111090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10440" indent="-277726" algn="l" defTabSz="111090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65892" indent="-277726" algn="l" defTabSz="111090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21344" indent="-277726" algn="l" defTabSz="111090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1109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5452" algn="l" defTabSz="11109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0905" algn="l" defTabSz="11109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66357" algn="l" defTabSz="11109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1809" algn="l" defTabSz="11109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77261" algn="l" defTabSz="11109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32714" algn="l" defTabSz="11109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88166" algn="l" defTabSz="11109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43618" algn="l" defTabSz="11109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2256" y="1584160"/>
            <a:ext cx="4678363" cy="542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667" y="-18256"/>
            <a:ext cx="5230812" cy="923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" name="ZoneTexte 25"/>
          <p:cNvSpPr txBox="1"/>
          <p:nvPr/>
        </p:nvSpPr>
        <p:spPr>
          <a:xfrm>
            <a:off x="569515" y="1872192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5106019" y="216008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55442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</Words>
  <Application>Microsoft Office PowerPoint</Application>
  <PresentationFormat>Personnalisé</PresentationFormat>
  <Paragraphs>2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4</cp:revision>
  <dcterms:created xsi:type="dcterms:W3CDTF">2017-04-07T09:00:43Z</dcterms:created>
  <dcterms:modified xsi:type="dcterms:W3CDTF">2017-04-07T09:43:01Z</dcterms:modified>
</cp:coreProperties>
</file>