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40088" cy="5689600"/>
  <p:notesSz cx="6858000" cy="9144000"/>
  <p:defaultTextStyle>
    <a:defPPr>
      <a:defRPr lang="en-US"/>
    </a:defPPr>
    <a:lvl1pPr marL="0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1956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03910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55866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007822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59776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511732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763688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015643" algn="l" defTabSz="50391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 varScale="1">
        <p:scale>
          <a:sx n="67" d="100"/>
          <a:sy n="67" d="100"/>
        </p:scale>
        <p:origin x="-2994" y="-102"/>
      </p:cViewPr>
      <p:guideLst>
        <p:guide orient="horz" pos="1793"/>
        <p:guide pos="10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452688" y="685800"/>
            <a:ext cx="19526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1pPr>
    <a:lvl2pPr marL="251956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2pPr>
    <a:lvl3pPr marL="503910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3pPr>
    <a:lvl4pPr marL="755866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1007822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1259776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511732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1763688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015643" algn="l" defTabSz="50391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452688" y="685800"/>
            <a:ext cx="1952625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3008" y="1767466"/>
            <a:ext cx="2754075" cy="121957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86013" y="3224107"/>
            <a:ext cx="2268062" cy="14540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1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03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55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07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59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11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63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15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5946" y="3656096"/>
            <a:ext cx="2754075" cy="1130017"/>
          </a:xfrm>
        </p:spPr>
        <p:txBody>
          <a:bodyPr anchor="t"/>
          <a:lstStyle>
            <a:lvl1pPr algn="l"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5946" y="2411496"/>
            <a:ext cx="2754075" cy="1244600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5195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50391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5586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0782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5977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1173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76368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1564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62005" y="1327575"/>
            <a:ext cx="1431039" cy="375487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47046" y="1327575"/>
            <a:ext cx="1431039" cy="375487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006" y="1273576"/>
            <a:ext cx="1431601" cy="530765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1956" indent="0">
              <a:buNone/>
              <a:defRPr sz="1100" b="1"/>
            </a:lvl2pPr>
            <a:lvl3pPr marL="503910" indent="0">
              <a:buNone/>
              <a:defRPr sz="1000" b="1"/>
            </a:lvl3pPr>
            <a:lvl4pPr marL="755866" indent="0">
              <a:buNone/>
              <a:defRPr sz="900" b="1"/>
            </a:lvl4pPr>
            <a:lvl5pPr marL="1007822" indent="0">
              <a:buNone/>
              <a:defRPr sz="900" b="1"/>
            </a:lvl5pPr>
            <a:lvl6pPr marL="1259776" indent="0">
              <a:buNone/>
              <a:defRPr sz="900" b="1"/>
            </a:lvl6pPr>
            <a:lvl7pPr marL="1511732" indent="0">
              <a:buNone/>
              <a:defRPr sz="900" b="1"/>
            </a:lvl7pPr>
            <a:lvl8pPr marL="1763688" indent="0">
              <a:buNone/>
              <a:defRPr sz="900" b="1"/>
            </a:lvl8pPr>
            <a:lvl9pPr marL="2015643" indent="0">
              <a:buNone/>
              <a:defRPr sz="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2006" y="1804342"/>
            <a:ext cx="1431601" cy="3278106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645921" y="1273576"/>
            <a:ext cx="1432164" cy="530765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1956" indent="0">
              <a:buNone/>
              <a:defRPr sz="1100" b="1"/>
            </a:lvl2pPr>
            <a:lvl3pPr marL="503910" indent="0">
              <a:buNone/>
              <a:defRPr sz="1000" b="1"/>
            </a:lvl3pPr>
            <a:lvl4pPr marL="755866" indent="0">
              <a:buNone/>
              <a:defRPr sz="900" b="1"/>
            </a:lvl4pPr>
            <a:lvl5pPr marL="1007822" indent="0">
              <a:buNone/>
              <a:defRPr sz="900" b="1"/>
            </a:lvl5pPr>
            <a:lvl6pPr marL="1259776" indent="0">
              <a:buNone/>
              <a:defRPr sz="900" b="1"/>
            </a:lvl6pPr>
            <a:lvl7pPr marL="1511732" indent="0">
              <a:buNone/>
              <a:defRPr sz="900" b="1"/>
            </a:lvl7pPr>
            <a:lvl8pPr marL="1763688" indent="0">
              <a:buNone/>
              <a:defRPr sz="900" b="1"/>
            </a:lvl8pPr>
            <a:lvl9pPr marL="2015643" indent="0">
              <a:buNone/>
              <a:defRPr sz="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645921" y="1804342"/>
            <a:ext cx="1432164" cy="3278106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2006" y="226531"/>
            <a:ext cx="1065967" cy="964071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66785" y="226532"/>
            <a:ext cx="1811300" cy="4855917"/>
          </a:xfrm>
        </p:spPr>
        <p:txBody>
          <a:bodyPr/>
          <a:lstStyle>
            <a:lvl1pPr>
              <a:defRPr sz="17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2006" y="1190603"/>
            <a:ext cx="1065967" cy="3891845"/>
          </a:xfrm>
        </p:spPr>
        <p:txBody>
          <a:bodyPr/>
          <a:lstStyle>
            <a:lvl1pPr marL="0" indent="0">
              <a:buNone/>
              <a:defRPr sz="800"/>
            </a:lvl1pPr>
            <a:lvl2pPr marL="251956" indent="0">
              <a:buNone/>
              <a:defRPr sz="700"/>
            </a:lvl2pPr>
            <a:lvl3pPr marL="503910" indent="0">
              <a:buNone/>
              <a:defRPr sz="600"/>
            </a:lvl3pPr>
            <a:lvl4pPr marL="755866" indent="0">
              <a:buNone/>
              <a:defRPr sz="500"/>
            </a:lvl4pPr>
            <a:lvl5pPr marL="1007822" indent="0">
              <a:buNone/>
              <a:defRPr sz="500"/>
            </a:lvl5pPr>
            <a:lvl6pPr marL="1259776" indent="0">
              <a:buNone/>
              <a:defRPr sz="500"/>
            </a:lvl6pPr>
            <a:lvl7pPr marL="1511732" indent="0">
              <a:buNone/>
              <a:defRPr sz="500"/>
            </a:lvl7pPr>
            <a:lvl8pPr marL="1763688" indent="0">
              <a:buNone/>
              <a:defRPr sz="500"/>
            </a:lvl8pPr>
            <a:lvl9pPr marL="2015643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5081" y="3982721"/>
            <a:ext cx="1944053" cy="470182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5081" y="508376"/>
            <a:ext cx="1944053" cy="3413760"/>
          </a:xfrm>
        </p:spPr>
        <p:txBody>
          <a:bodyPr/>
          <a:lstStyle>
            <a:lvl1pPr marL="0" indent="0">
              <a:buNone/>
              <a:defRPr sz="1700"/>
            </a:lvl1pPr>
            <a:lvl2pPr marL="251956" indent="0">
              <a:buNone/>
              <a:defRPr sz="1600"/>
            </a:lvl2pPr>
            <a:lvl3pPr marL="503910" indent="0">
              <a:buNone/>
              <a:defRPr sz="1400"/>
            </a:lvl3pPr>
            <a:lvl4pPr marL="755866" indent="0">
              <a:buNone/>
              <a:defRPr sz="1100"/>
            </a:lvl4pPr>
            <a:lvl5pPr marL="1007822" indent="0">
              <a:buNone/>
              <a:defRPr sz="1100"/>
            </a:lvl5pPr>
            <a:lvl6pPr marL="1259776" indent="0">
              <a:buNone/>
              <a:defRPr sz="1100"/>
            </a:lvl6pPr>
            <a:lvl7pPr marL="1511732" indent="0">
              <a:buNone/>
              <a:defRPr sz="1100"/>
            </a:lvl7pPr>
            <a:lvl8pPr marL="1763688" indent="0">
              <a:buNone/>
              <a:defRPr sz="1100"/>
            </a:lvl8pPr>
            <a:lvl9pPr marL="2015643" indent="0">
              <a:buNone/>
              <a:defRPr sz="11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5081" y="4452903"/>
            <a:ext cx="1944053" cy="667737"/>
          </a:xfrm>
        </p:spPr>
        <p:txBody>
          <a:bodyPr/>
          <a:lstStyle>
            <a:lvl1pPr marL="0" indent="0">
              <a:buNone/>
              <a:defRPr sz="800"/>
            </a:lvl1pPr>
            <a:lvl2pPr marL="251956" indent="0">
              <a:buNone/>
              <a:defRPr sz="700"/>
            </a:lvl2pPr>
            <a:lvl3pPr marL="503910" indent="0">
              <a:buNone/>
              <a:defRPr sz="600"/>
            </a:lvl3pPr>
            <a:lvl4pPr marL="755866" indent="0">
              <a:buNone/>
              <a:defRPr sz="500"/>
            </a:lvl4pPr>
            <a:lvl5pPr marL="1007822" indent="0">
              <a:buNone/>
              <a:defRPr sz="500"/>
            </a:lvl5pPr>
            <a:lvl6pPr marL="1259776" indent="0">
              <a:buNone/>
              <a:defRPr sz="500"/>
            </a:lvl6pPr>
            <a:lvl7pPr marL="1511732" indent="0">
              <a:buNone/>
              <a:defRPr sz="500"/>
            </a:lvl7pPr>
            <a:lvl8pPr marL="1763688" indent="0">
              <a:buNone/>
              <a:defRPr sz="500"/>
            </a:lvl8pPr>
            <a:lvl9pPr marL="2015643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349064" y="227849"/>
            <a:ext cx="729020" cy="485459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62004" y="227849"/>
            <a:ext cx="2133058" cy="485459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62004" y="227849"/>
            <a:ext cx="2916080" cy="948267"/>
          </a:xfrm>
          <a:prstGeom prst="rect">
            <a:avLst/>
          </a:prstGeom>
        </p:spPr>
        <p:txBody>
          <a:bodyPr vert="horz" lIns="50391" tIns="25196" rIns="50391" bIns="2519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004" y="1327575"/>
            <a:ext cx="2916080" cy="3754873"/>
          </a:xfrm>
          <a:prstGeom prst="rect">
            <a:avLst/>
          </a:prstGeom>
        </p:spPr>
        <p:txBody>
          <a:bodyPr vert="horz" lIns="50391" tIns="25196" rIns="50391" bIns="2519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62005" y="5273417"/>
            <a:ext cx="756020" cy="302919"/>
          </a:xfrm>
          <a:prstGeom prst="rect">
            <a:avLst/>
          </a:prstGeom>
        </p:spPr>
        <p:txBody>
          <a:bodyPr vert="horz" lIns="50391" tIns="25196" rIns="50391" bIns="25196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07030" y="5273417"/>
            <a:ext cx="1026028" cy="302919"/>
          </a:xfrm>
          <a:prstGeom prst="rect">
            <a:avLst/>
          </a:prstGeom>
        </p:spPr>
        <p:txBody>
          <a:bodyPr vert="horz" lIns="50391" tIns="25196" rIns="50391" bIns="25196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322064" y="5273417"/>
            <a:ext cx="756020" cy="302919"/>
          </a:xfrm>
          <a:prstGeom prst="rect">
            <a:avLst/>
          </a:prstGeom>
        </p:spPr>
        <p:txBody>
          <a:bodyPr vert="horz" lIns="50391" tIns="25196" rIns="50391" bIns="25196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0391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67" indent="-188967" algn="l" defTabSz="5039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09427" indent="-157472" algn="l" defTabSz="50391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29889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81843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799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85755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37710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89665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41621" indent="-125977" algn="l" defTabSz="5039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1956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03910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5866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7822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9776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11732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63688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15643" algn="l" defTabSz="50391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3"/>
          <a:stretch/>
        </p:blipFill>
        <p:spPr bwMode="auto">
          <a:xfrm>
            <a:off x="-72430" y="-162297"/>
            <a:ext cx="3305420" cy="596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</Words>
  <Application>Microsoft Office PowerPoint</Application>
  <PresentationFormat>Personnalisé</PresentationFormat>
  <Paragraphs>1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user</cp:lastModifiedBy>
  <cp:revision>73</cp:revision>
  <cp:lastPrinted>2016-05-09T10:15:58Z</cp:lastPrinted>
  <dcterms:created xsi:type="dcterms:W3CDTF">2015-11-02T14:28:12Z</dcterms:created>
  <dcterms:modified xsi:type="dcterms:W3CDTF">2017-04-07T09:58:31Z</dcterms:modified>
</cp:coreProperties>
</file>