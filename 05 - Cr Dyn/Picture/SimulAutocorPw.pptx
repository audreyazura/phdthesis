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168650" cy="5653088"/>
  <p:notesSz cx="6858000" cy="9144000"/>
  <p:defaultTextStyle>
    <a:defPPr>
      <a:defRPr lang="en-US"/>
    </a:defPPr>
    <a:lvl1pPr marL="0" algn="l" defTabSz="5040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2009" algn="l" defTabSz="5040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04017" algn="l" defTabSz="5040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56026" algn="l" defTabSz="5040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008035" algn="l" defTabSz="5040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60043" algn="l" defTabSz="5040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512052" algn="l" defTabSz="5040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764060" algn="l" defTabSz="5040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016069" algn="l" defTabSz="504017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>
        <p:scale>
          <a:sx n="66" d="100"/>
          <a:sy n="66" d="100"/>
        </p:scale>
        <p:origin x="-3024" y="-132"/>
      </p:cViewPr>
      <p:guideLst>
        <p:guide orient="horz" pos="1781"/>
        <p:guide pos="9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468563" y="685800"/>
            <a:ext cx="19208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0401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1pPr>
    <a:lvl2pPr marL="252009" algn="l" defTabSz="50401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2pPr>
    <a:lvl3pPr marL="504017" algn="l" defTabSz="50401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3pPr>
    <a:lvl4pPr marL="756026" algn="l" defTabSz="50401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1008035" algn="l" defTabSz="50401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1260043" algn="l" defTabSz="50401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512052" algn="l" defTabSz="50401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1764060" algn="l" defTabSz="50401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2016069" algn="l" defTabSz="504017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468563" y="685800"/>
            <a:ext cx="1920875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37649" y="1756122"/>
            <a:ext cx="2693353" cy="121175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5298" y="3203417"/>
            <a:ext cx="2218055" cy="144467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2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04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56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0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60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12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64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16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301" y="3632633"/>
            <a:ext cx="2693353" cy="1122766"/>
          </a:xfrm>
        </p:spPr>
        <p:txBody>
          <a:bodyPr anchor="t"/>
          <a:lstStyle>
            <a:lvl1pPr algn="l"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0301" y="2396020"/>
            <a:ext cx="2693353" cy="1236613"/>
          </a:xfrm>
        </p:spPr>
        <p:txBody>
          <a:bodyPr anchor="b"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52009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58433" y="1319055"/>
            <a:ext cx="1399487" cy="3730777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10730" y="1319055"/>
            <a:ext cx="1399487" cy="3730777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8433" y="1265403"/>
            <a:ext cx="1400037" cy="527359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52009" indent="0">
              <a:buNone/>
              <a:defRPr sz="1100" b="1"/>
            </a:lvl2pPr>
            <a:lvl3pPr marL="504017" indent="0">
              <a:buNone/>
              <a:defRPr sz="1000" b="1"/>
            </a:lvl3pPr>
            <a:lvl4pPr marL="756026" indent="0">
              <a:buNone/>
              <a:defRPr sz="900" b="1"/>
            </a:lvl4pPr>
            <a:lvl5pPr marL="1008035" indent="0">
              <a:buNone/>
              <a:defRPr sz="900" b="1"/>
            </a:lvl5pPr>
            <a:lvl6pPr marL="1260043" indent="0">
              <a:buNone/>
              <a:defRPr sz="900" b="1"/>
            </a:lvl6pPr>
            <a:lvl7pPr marL="1512052" indent="0">
              <a:buNone/>
              <a:defRPr sz="900" b="1"/>
            </a:lvl7pPr>
            <a:lvl8pPr marL="1764060" indent="0">
              <a:buNone/>
              <a:defRPr sz="900" b="1"/>
            </a:lvl8pPr>
            <a:lvl9pPr marL="2016069" indent="0">
              <a:buNone/>
              <a:defRPr sz="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8433" y="1792761"/>
            <a:ext cx="1400037" cy="3257069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609631" y="1265403"/>
            <a:ext cx="1400587" cy="527359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52009" indent="0">
              <a:buNone/>
              <a:defRPr sz="1100" b="1"/>
            </a:lvl2pPr>
            <a:lvl3pPr marL="504017" indent="0">
              <a:buNone/>
              <a:defRPr sz="1000" b="1"/>
            </a:lvl3pPr>
            <a:lvl4pPr marL="756026" indent="0">
              <a:buNone/>
              <a:defRPr sz="900" b="1"/>
            </a:lvl4pPr>
            <a:lvl5pPr marL="1008035" indent="0">
              <a:buNone/>
              <a:defRPr sz="900" b="1"/>
            </a:lvl5pPr>
            <a:lvl6pPr marL="1260043" indent="0">
              <a:buNone/>
              <a:defRPr sz="900" b="1"/>
            </a:lvl6pPr>
            <a:lvl7pPr marL="1512052" indent="0">
              <a:buNone/>
              <a:defRPr sz="900" b="1"/>
            </a:lvl7pPr>
            <a:lvl8pPr marL="1764060" indent="0">
              <a:buNone/>
              <a:defRPr sz="900" b="1"/>
            </a:lvl8pPr>
            <a:lvl9pPr marL="2016069" indent="0">
              <a:buNone/>
              <a:defRPr sz="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609631" y="1792761"/>
            <a:ext cx="1400587" cy="3257069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8433" y="225077"/>
            <a:ext cx="1042464" cy="957884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38854" y="225078"/>
            <a:ext cx="1771364" cy="48247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8433" y="1182961"/>
            <a:ext cx="1042464" cy="3866870"/>
          </a:xfrm>
        </p:spPr>
        <p:txBody>
          <a:bodyPr/>
          <a:lstStyle>
            <a:lvl1pPr marL="0" indent="0">
              <a:buNone/>
              <a:defRPr sz="800"/>
            </a:lvl1pPr>
            <a:lvl2pPr marL="252009" indent="0">
              <a:buNone/>
              <a:defRPr sz="700"/>
            </a:lvl2pPr>
            <a:lvl3pPr marL="504017" indent="0">
              <a:buNone/>
              <a:defRPr sz="600"/>
            </a:lvl3pPr>
            <a:lvl4pPr marL="756026" indent="0">
              <a:buNone/>
              <a:defRPr sz="500"/>
            </a:lvl4pPr>
            <a:lvl5pPr marL="1008035" indent="0">
              <a:buNone/>
              <a:defRPr sz="500"/>
            </a:lvl5pPr>
            <a:lvl6pPr marL="1260043" indent="0">
              <a:buNone/>
              <a:defRPr sz="500"/>
            </a:lvl6pPr>
            <a:lvl7pPr marL="1512052" indent="0">
              <a:buNone/>
              <a:defRPr sz="500"/>
            </a:lvl7pPr>
            <a:lvl8pPr marL="1764060" indent="0">
              <a:buNone/>
              <a:defRPr sz="500"/>
            </a:lvl8pPr>
            <a:lvl9pPr marL="2016069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1078" y="3957162"/>
            <a:ext cx="1901190" cy="467166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21078" y="505114"/>
            <a:ext cx="1901190" cy="3391853"/>
          </a:xfrm>
        </p:spPr>
        <p:txBody>
          <a:bodyPr/>
          <a:lstStyle>
            <a:lvl1pPr marL="0" indent="0">
              <a:buNone/>
              <a:defRPr sz="1800"/>
            </a:lvl1pPr>
            <a:lvl2pPr marL="252009" indent="0">
              <a:buNone/>
              <a:defRPr sz="1500"/>
            </a:lvl2pPr>
            <a:lvl3pPr marL="504017" indent="0">
              <a:buNone/>
              <a:defRPr sz="1300"/>
            </a:lvl3pPr>
            <a:lvl4pPr marL="756026" indent="0">
              <a:buNone/>
              <a:defRPr sz="1100"/>
            </a:lvl4pPr>
            <a:lvl5pPr marL="1008035" indent="0">
              <a:buNone/>
              <a:defRPr sz="1100"/>
            </a:lvl5pPr>
            <a:lvl6pPr marL="1260043" indent="0">
              <a:buNone/>
              <a:defRPr sz="1100"/>
            </a:lvl6pPr>
            <a:lvl7pPr marL="1512052" indent="0">
              <a:buNone/>
              <a:defRPr sz="1100"/>
            </a:lvl7pPr>
            <a:lvl8pPr marL="1764060" indent="0">
              <a:buNone/>
              <a:defRPr sz="1100"/>
            </a:lvl8pPr>
            <a:lvl9pPr marL="2016069" indent="0">
              <a:buNone/>
              <a:defRPr sz="11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1078" y="4424327"/>
            <a:ext cx="1901190" cy="663452"/>
          </a:xfrm>
        </p:spPr>
        <p:txBody>
          <a:bodyPr/>
          <a:lstStyle>
            <a:lvl1pPr marL="0" indent="0">
              <a:buNone/>
              <a:defRPr sz="800"/>
            </a:lvl1pPr>
            <a:lvl2pPr marL="252009" indent="0">
              <a:buNone/>
              <a:defRPr sz="700"/>
            </a:lvl2pPr>
            <a:lvl3pPr marL="504017" indent="0">
              <a:buNone/>
              <a:defRPr sz="600"/>
            </a:lvl3pPr>
            <a:lvl4pPr marL="756026" indent="0">
              <a:buNone/>
              <a:defRPr sz="500"/>
            </a:lvl4pPr>
            <a:lvl5pPr marL="1008035" indent="0">
              <a:buNone/>
              <a:defRPr sz="500"/>
            </a:lvl5pPr>
            <a:lvl6pPr marL="1260043" indent="0">
              <a:buNone/>
              <a:defRPr sz="500"/>
            </a:lvl6pPr>
            <a:lvl7pPr marL="1512052" indent="0">
              <a:buNone/>
              <a:defRPr sz="500"/>
            </a:lvl7pPr>
            <a:lvl8pPr marL="1764060" indent="0">
              <a:buNone/>
              <a:defRPr sz="500"/>
            </a:lvl8pPr>
            <a:lvl9pPr marL="2016069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297271" y="226386"/>
            <a:ext cx="712946" cy="482344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8432" y="226386"/>
            <a:ext cx="2086028" cy="482344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58433" y="226386"/>
            <a:ext cx="2851785" cy="942181"/>
          </a:xfrm>
          <a:prstGeom prst="rect">
            <a:avLst/>
          </a:prstGeom>
        </p:spPr>
        <p:txBody>
          <a:bodyPr vert="horz" lIns="50402" tIns="25201" rIns="50402" bIns="25201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8433" y="1319055"/>
            <a:ext cx="2851785" cy="3730777"/>
          </a:xfrm>
          <a:prstGeom prst="rect">
            <a:avLst/>
          </a:prstGeom>
        </p:spPr>
        <p:txBody>
          <a:bodyPr vert="horz" lIns="50402" tIns="25201" rIns="50402" bIns="25201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58432" y="5239575"/>
            <a:ext cx="739352" cy="300975"/>
          </a:xfrm>
          <a:prstGeom prst="rect">
            <a:avLst/>
          </a:prstGeom>
        </p:spPr>
        <p:txBody>
          <a:bodyPr vert="horz" lIns="50402" tIns="25201" rIns="50402" bIns="2520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4/7/2017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82622" y="5239575"/>
            <a:ext cx="1003406" cy="300975"/>
          </a:xfrm>
          <a:prstGeom prst="rect">
            <a:avLst/>
          </a:prstGeom>
        </p:spPr>
        <p:txBody>
          <a:bodyPr vert="horz" lIns="50402" tIns="25201" rIns="50402" bIns="2520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270866" y="5239575"/>
            <a:ext cx="739352" cy="300975"/>
          </a:xfrm>
          <a:prstGeom prst="rect">
            <a:avLst/>
          </a:prstGeom>
        </p:spPr>
        <p:txBody>
          <a:bodyPr vert="horz" lIns="50402" tIns="25201" rIns="50402" bIns="2520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04017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06" indent="-189006" algn="l" defTabSz="5040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9514" indent="-157505" algn="l" defTabSz="504017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spcBef>
          <a:spcPct val="20000"/>
        </a:spcBef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859" y="-125784"/>
            <a:ext cx="3463332" cy="5824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1</Words>
  <Application>Microsoft Office PowerPoint</Application>
  <PresentationFormat>Personnalisé</PresentationFormat>
  <Paragraphs>1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user</cp:lastModifiedBy>
  <cp:revision>73</cp:revision>
  <cp:lastPrinted>2016-05-09T10:15:58Z</cp:lastPrinted>
  <dcterms:created xsi:type="dcterms:W3CDTF">2015-11-02T14:28:12Z</dcterms:created>
  <dcterms:modified xsi:type="dcterms:W3CDTF">2017-04-07T11:26:21Z</dcterms:modified>
</cp:coreProperties>
</file>