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7380288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89" autoAdjust="0"/>
  </p:normalViewPr>
  <p:slideViewPr>
    <p:cSldViewPr>
      <p:cViewPr varScale="1">
        <p:scale>
          <a:sx n="81" d="100"/>
          <a:sy n="81" d="100"/>
        </p:scale>
        <p:origin x="-1230" y="-96"/>
      </p:cViewPr>
      <p:guideLst>
        <p:guide orient="horz" pos="232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292674"/>
            <a:ext cx="7772400" cy="158197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4182163"/>
            <a:ext cx="6400800" cy="188607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D86B-46DB-4620-80E9-87F543C23540}" type="datetimeFigureOut">
              <a:rPr lang="fr-FR" smtClean="0"/>
              <a:t>05/01/2016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2F63-D1F8-4F8A-9E41-274777477F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84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D86B-46DB-4620-80E9-87F543C23540}" type="datetimeFigureOut">
              <a:rPr lang="fr-FR" smtClean="0"/>
              <a:t>05/01/2016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2F63-D1F8-4F8A-9E41-274777477F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088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742519"/>
            <a:ext cx="7772400" cy="146580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3128081"/>
            <a:ext cx="7772400" cy="16144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D86B-46DB-4620-80E9-87F543C23540}" type="datetimeFigureOut">
              <a:rPr lang="fr-FR" smtClean="0"/>
              <a:t>05/01/2016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2F63-D1F8-4F8A-9E41-274777477F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7025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722069"/>
            <a:ext cx="4038600" cy="48706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722069"/>
            <a:ext cx="4038600" cy="48706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D86B-46DB-4620-80E9-87F543C23540}" type="datetimeFigureOut">
              <a:rPr lang="fr-FR" smtClean="0"/>
              <a:t>05/01/2016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2F63-D1F8-4F8A-9E41-274777477F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659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52023"/>
            <a:ext cx="4040188" cy="6884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340508"/>
            <a:ext cx="4040188" cy="42522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7" y="1652023"/>
            <a:ext cx="4041775" cy="6884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7" y="2340508"/>
            <a:ext cx="4041775" cy="42522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D86B-46DB-4620-80E9-87F543C23540}" type="datetimeFigureOut">
              <a:rPr lang="fr-FR" smtClean="0"/>
              <a:t>05/01/2016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2F63-D1F8-4F8A-9E41-274777477F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44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D86B-46DB-4620-80E9-87F543C23540}" type="datetimeFigureOut">
              <a:rPr lang="fr-FR" smtClean="0"/>
              <a:t>05/01/2016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2F63-D1F8-4F8A-9E41-274777477F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905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D86B-46DB-4620-80E9-87F543C23540}" type="datetimeFigureOut">
              <a:rPr lang="fr-FR" smtClean="0"/>
              <a:t>05/01/2016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2F63-D1F8-4F8A-9E41-274777477F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723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2" y="293845"/>
            <a:ext cx="3008313" cy="125054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93846"/>
            <a:ext cx="5111750" cy="629887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2" y="1544395"/>
            <a:ext cx="3008313" cy="50483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D86B-46DB-4620-80E9-87F543C23540}" type="datetimeFigureOut">
              <a:rPr lang="fr-FR" smtClean="0"/>
              <a:t>05/01/2016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2F63-D1F8-4F8A-9E41-274777477F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448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5166202"/>
            <a:ext cx="5486400" cy="60989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59443"/>
            <a:ext cx="5486400" cy="442817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776102"/>
            <a:ext cx="5486400" cy="86615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D86B-46DB-4620-80E9-87F543C23540}" type="datetimeFigureOut">
              <a:rPr lang="fr-FR" smtClean="0"/>
              <a:t>05/01/2016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2F63-D1F8-4F8A-9E41-274777477F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7488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D86B-46DB-4620-80E9-87F543C23540}" type="datetimeFigureOut">
              <a:rPr lang="fr-FR" smtClean="0"/>
              <a:t>05/01/2016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2F63-D1F8-4F8A-9E41-274777477F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63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95555"/>
            <a:ext cx="2057400" cy="6297162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95555"/>
            <a:ext cx="6019800" cy="6297162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D86B-46DB-4620-80E9-87F543C23540}" type="datetimeFigureOut">
              <a:rPr lang="fr-FR" smtClean="0"/>
              <a:t>05/01/2016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2F63-D1F8-4F8A-9E41-274777477F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753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95554"/>
            <a:ext cx="8229600" cy="1230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722069"/>
            <a:ext cx="8229600" cy="4870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840434"/>
            <a:ext cx="2133600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2D86B-46DB-4620-80E9-87F543C23540}" type="datetimeFigureOut">
              <a:rPr lang="fr-FR" smtClean="0"/>
              <a:t>05/01/2016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840434"/>
            <a:ext cx="2895600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840434"/>
            <a:ext cx="2133600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92F63-D1F8-4F8A-9E41-274777477F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1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/>
          <p:cNvSpPr/>
          <p:nvPr/>
        </p:nvSpPr>
        <p:spPr>
          <a:xfrm>
            <a:off x="323528" y="3150084"/>
            <a:ext cx="288032" cy="10801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Arc 53"/>
          <p:cNvSpPr/>
          <p:nvPr/>
        </p:nvSpPr>
        <p:spPr>
          <a:xfrm>
            <a:off x="-5869160" y="-2531702"/>
            <a:ext cx="13393488" cy="12443692"/>
          </a:xfrm>
          <a:prstGeom prst="arc">
            <a:avLst>
              <a:gd name="adj1" fmla="val 16178503"/>
              <a:gd name="adj2" fmla="val 5393309"/>
            </a:avLst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5" name="Connecteur droit 54"/>
          <p:cNvCxnSpPr>
            <a:endCxn id="53" idx="3"/>
          </p:cNvCxnSpPr>
          <p:nvPr/>
        </p:nvCxnSpPr>
        <p:spPr>
          <a:xfrm flipH="1">
            <a:off x="611560" y="377776"/>
            <a:ext cx="6624736" cy="331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>
            <a:endCxn id="53" idx="3"/>
          </p:cNvCxnSpPr>
          <p:nvPr/>
        </p:nvCxnSpPr>
        <p:spPr>
          <a:xfrm flipH="1">
            <a:off x="611560" y="2033960"/>
            <a:ext cx="7344816" cy="16561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>
            <a:endCxn id="53" idx="3"/>
          </p:cNvCxnSpPr>
          <p:nvPr/>
        </p:nvCxnSpPr>
        <p:spPr>
          <a:xfrm flipH="1">
            <a:off x="611560" y="3690144"/>
            <a:ext cx="7560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>
            <a:endCxn id="53" idx="3"/>
          </p:cNvCxnSpPr>
          <p:nvPr/>
        </p:nvCxnSpPr>
        <p:spPr>
          <a:xfrm flipH="1" flipV="1">
            <a:off x="611560" y="3690144"/>
            <a:ext cx="7416824" cy="1703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>
            <a:endCxn id="53" idx="3"/>
          </p:cNvCxnSpPr>
          <p:nvPr/>
        </p:nvCxnSpPr>
        <p:spPr>
          <a:xfrm flipH="1" flipV="1">
            <a:off x="611560" y="3690144"/>
            <a:ext cx="6716162" cy="331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 rot="20069140">
            <a:off x="5786456" y="395577"/>
            <a:ext cx="1584176" cy="648072"/>
          </a:xfrm>
          <a:custGeom>
            <a:avLst/>
            <a:gdLst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0 w 1584176"/>
              <a:gd name="connsiteY3" fmla="*/ 648072 h 648072"/>
              <a:gd name="connsiteX4" fmla="*/ 0 w 1584176"/>
              <a:gd name="connsiteY4" fmla="*/ 0 h 648072"/>
              <a:gd name="connsiteX0" fmla="*/ 0 w 1584176"/>
              <a:gd name="connsiteY0" fmla="*/ 0 h 739512"/>
              <a:gd name="connsiteX1" fmla="*/ 1584176 w 1584176"/>
              <a:gd name="connsiteY1" fmla="*/ 0 h 739512"/>
              <a:gd name="connsiteX2" fmla="*/ 1584176 w 1584176"/>
              <a:gd name="connsiteY2" fmla="*/ 648072 h 739512"/>
              <a:gd name="connsiteX3" fmla="*/ 91440 w 1584176"/>
              <a:gd name="connsiteY3" fmla="*/ 739512 h 73951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44488 w 1584176"/>
              <a:gd name="connsiteY3" fmla="*/ 579897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21108 w 1584176"/>
              <a:gd name="connsiteY3" fmla="*/ 621510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21108 w 1584176"/>
              <a:gd name="connsiteY3" fmla="*/ 621510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15898 w 1584176"/>
              <a:gd name="connsiteY3" fmla="*/ 647168 h 6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4176" h="648072">
                <a:moveTo>
                  <a:pt x="0" y="0"/>
                </a:moveTo>
                <a:lnTo>
                  <a:pt x="1584176" y="0"/>
                </a:lnTo>
                <a:lnTo>
                  <a:pt x="1584176" y="648072"/>
                </a:lnTo>
                <a:lnTo>
                  <a:pt x="15898" y="6471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59"/>
          <p:cNvSpPr/>
          <p:nvPr/>
        </p:nvSpPr>
        <p:spPr>
          <a:xfrm rot="20820000">
            <a:off x="6443960" y="1843200"/>
            <a:ext cx="1584176" cy="648072"/>
          </a:xfrm>
          <a:custGeom>
            <a:avLst/>
            <a:gdLst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0 w 1584176"/>
              <a:gd name="connsiteY3" fmla="*/ 648072 h 648072"/>
              <a:gd name="connsiteX4" fmla="*/ 0 w 1584176"/>
              <a:gd name="connsiteY4" fmla="*/ 0 h 648072"/>
              <a:gd name="connsiteX0" fmla="*/ 0 w 1584176"/>
              <a:gd name="connsiteY0" fmla="*/ 0 h 739512"/>
              <a:gd name="connsiteX1" fmla="*/ 1584176 w 1584176"/>
              <a:gd name="connsiteY1" fmla="*/ 0 h 739512"/>
              <a:gd name="connsiteX2" fmla="*/ 1584176 w 1584176"/>
              <a:gd name="connsiteY2" fmla="*/ 648072 h 739512"/>
              <a:gd name="connsiteX3" fmla="*/ 91440 w 1584176"/>
              <a:gd name="connsiteY3" fmla="*/ 739512 h 73951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44488 w 1584176"/>
              <a:gd name="connsiteY3" fmla="*/ 579897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21108 w 1584176"/>
              <a:gd name="connsiteY3" fmla="*/ 621510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21108 w 1584176"/>
              <a:gd name="connsiteY3" fmla="*/ 621510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15898 w 1584176"/>
              <a:gd name="connsiteY3" fmla="*/ 647168 h 6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4176" h="648072">
                <a:moveTo>
                  <a:pt x="0" y="0"/>
                </a:moveTo>
                <a:lnTo>
                  <a:pt x="1584176" y="0"/>
                </a:lnTo>
                <a:lnTo>
                  <a:pt x="1584176" y="648072"/>
                </a:lnTo>
                <a:lnTo>
                  <a:pt x="15898" y="6471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59"/>
          <p:cNvSpPr/>
          <p:nvPr/>
        </p:nvSpPr>
        <p:spPr>
          <a:xfrm>
            <a:off x="6641960" y="3366000"/>
            <a:ext cx="1584176" cy="648072"/>
          </a:xfrm>
          <a:custGeom>
            <a:avLst/>
            <a:gdLst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0 w 1584176"/>
              <a:gd name="connsiteY3" fmla="*/ 648072 h 648072"/>
              <a:gd name="connsiteX4" fmla="*/ 0 w 1584176"/>
              <a:gd name="connsiteY4" fmla="*/ 0 h 648072"/>
              <a:gd name="connsiteX0" fmla="*/ 0 w 1584176"/>
              <a:gd name="connsiteY0" fmla="*/ 0 h 739512"/>
              <a:gd name="connsiteX1" fmla="*/ 1584176 w 1584176"/>
              <a:gd name="connsiteY1" fmla="*/ 0 h 739512"/>
              <a:gd name="connsiteX2" fmla="*/ 1584176 w 1584176"/>
              <a:gd name="connsiteY2" fmla="*/ 648072 h 739512"/>
              <a:gd name="connsiteX3" fmla="*/ 91440 w 1584176"/>
              <a:gd name="connsiteY3" fmla="*/ 739512 h 73951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44488 w 1584176"/>
              <a:gd name="connsiteY3" fmla="*/ 579897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21108 w 1584176"/>
              <a:gd name="connsiteY3" fmla="*/ 621510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21108 w 1584176"/>
              <a:gd name="connsiteY3" fmla="*/ 621510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15898 w 1584176"/>
              <a:gd name="connsiteY3" fmla="*/ 647168 h 6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4176" h="648072">
                <a:moveTo>
                  <a:pt x="0" y="0"/>
                </a:moveTo>
                <a:lnTo>
                  <a:pt x="1584176" y="0"/>
                </a:lnTo>
                <a:lnTo>
                  <a:pt x="1584176" y="648072"/>
                </a:lnTo>
                <a:lnTo>
                  <a:pt x="15898" y="6471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59"/>
          <p:cNvSpPr/>
          <p:nvPr/>
        </p:nvSpPr>
        <p:spPr>
          <a:xfrm rot="780000">
            <a:off x="6537560" y="4892400"/>
            <a:ext cx="1584176" cy="648072"/>
          </a:xfrm>
          <a:custGeom>
            <a:avLst/>
            <a:gdLst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0 w 1584176"/>
              <a:gd name="connsiteY3" fmla="*/ 648072 h 648072"/>
              <a:gd name="connsiteX4" fmla="*/ 0 w 1584176"/>
              <a:gd name="connsiteY4" fmla="*/ 0 h 648072"/>
              <a:gd name="connsiteX0" fmla="*/ 0 w 1584176"/>
              <a:gd name="connsiteY0" fmla="*/ 0 h 739512"/>
              <a:gd name="connsiteX1" fmla="*/ 1584176 w 1584176"/>
              <a:gd name="connsiteY1" fmla="*/ 0 h 739512"/>
              <a:gd name="connsiteX2" fmla="*/ 1584176 w 1584176"/>
              <a:gd name="connsiteY2" fmla="*/ 648072 h 739512"/>
              <a:gd name="connsiteX3" fmla="*/ 91440 w 1584176"/>
              <a:gd name="connsiteY3" fmla="*/ 739512 h 73951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44488 w 1584176"/>
              <a:gd name="connsiteY3" fmla="*/ 579897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21108 w 1584176"/>
              <a:gd name="connsiteY3" fmla="*/ 621510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21108 w 1584176"/>
              <a:gd name="connsiteY3" fmla="*/ 621510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15898 w 1584176"/>
              <a:gd name="connsiteY3" fmla="*/ 647168 h 6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4176" h="648072">
                <a:moveTo>
                  <a:pt x="0" y="0"/>
                </a:moveTo>
                <a:lnTo>
                  <a:pt x="1584176" y="0"/>
                </a:lnTo>
                <a:lnTo>
                  <a:pt x="1584176" y="648072"/>
                </a:lnTo>
                <a:lnTo>
                  <a:pt x="15898" y="6471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59"/>
          <p:cNvSpPr/>
          <p:nvPr/>
        </p:nvSpPr>
        <p:spPr>
          <a:xfrm rot="1560000">
            <a:off x="5929160" y="6382800"/>
            <a:ext cx="1584176" cy="648072"/>
          </a:xfrm>
          <a:custGeom>
            <a:avLst/>
            <a:gdLst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0 w 1584176"/>
              <a:gd name="connsiteY3" fmla="*/ 648072 h 648072"/>
              <a:gd name="connsiteX4" fmla="*/ 0 w 1584176"/>
              <a:gd name="connsiteY4" fmla="*/ 0 h 648072"/>
              <a:gd name="connsiteX0" fmla="*/ 0 w 1584176"/>
              <a:gd name="connsiteY0" fmla="*/ 0 h 739512"/>
              <a:gd name="connsiteX1" fmla="*/ 1584176 w 1584176"/>
              <a:gd name="connsiteY1" fmla="*/ 0 h 739512"/>
              <a:gd name="connsiteX2" fmla="*/ 1584176 w 1584176"/>
              <a:gd name="connsiteY2" fmla="*/ 648072 h 739512"/>
              <a:gd name="connsiteX3" fmla="*/ 91440 w 1584176"/>
              <a:gd name="connsiteY3" fmla="*/ 739512 h 73951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44488 w 1584176"/>
              <a:gd name="connsiteY3" fmla="*/ 579897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21108 w 1584176"/>
              <a:gd name="connsiteY3" fmla="*/ 621510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21108 w 1584176"/>
              <a:gd name="connsiteY3" fmla="*/ 621510 h 648072"/>
              <a:gd name="connsiteX0" fmla="*/ 0 w 1584176"/>
              <a:gd name="connsiteY0" fmla="*/ 0 h 648072"/>
              <a:gd name="connsiteX1" fmla="*/ 1584176 w 1584176"/>
              <a:gd name="connsiteY1" fmla="*/ 0 h 648072"/>
              <a:gd name="connsiteX2" fmla="*/ 1584176 w 1584176"/>
              <a:gd name="connsiteY2" fmla="*/ 648072 h 648072"/>
              <a:gd name="connsiteX3" fmla="*/ 15898 w 1584176"/>
              <a:gd name="connsiteY3" fmla="*/ 647168 h 6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4176" h="648072">
                <a:moveTo>
                  <a:pt x="0" y="0"/>
                </a:moveTo>
                <a:lnTo>
                  <a:pt x="1584176" y="0"/>
                </a:lnTo>
                <a:lnTo>
                  <a:pt x="1584176" y="648072"/>
                </a:lnTo>
                <a:lnTo>
                  <a:pt x="15898" y="6471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-8709" y="2744748"/>
            <a:ext cx="952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8316416" y="3489981"/>
            <a:ext cx="7104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46831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6</cp:revision>
  <dcterms:created xsi:type="dcterms:W3CDTF">2016-01-04T17:51:23Z</dcterms:created>
  <dcterms:modified xsi:type="dcterms:W3CDTF">2016-01-05T09:10:06Z</dcterms:modified>
</cp:coreProperties>
</file>