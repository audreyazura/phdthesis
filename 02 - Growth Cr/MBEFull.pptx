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5588" cy="61214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-762" y="-102"/>
      </p:cViewPr>
      <p:guideLst>
        <p:guide orient="horz" pos="1928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920" y="1901605"/>
            <a:ext cx="7773750" cy="131213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841" y="3468794"/>
            <a:ext cx="6401912" cy="156435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B79B7-3B8D-4192-86CB-679D59C43294}" type="datetimeFigureOut">
              <a:rPr lang="fr-FR" smtClean="0"/>
              <a:t>08/01/2016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9318-5F72-4A86-A676-DE24BE3E31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964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B79B7-3B8D-4192-86CB-679D59C43294}" type="datetimeFigureOut">
              <a:rPr lang="fr-FR" smtClean="0"/>
              <a:t>08/01/2016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9318-5F72-4A86-A676-DE24BE3E31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0879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439" y="3933569"/>
            <a:ext cx="7773750" cy="121577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439" y="2594511"/>
            <a:ext cx="7773750" cy="13390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B79B7-3B8D-4192-86CB-679D59C43294}" type="datetimeFigureOut">
              <a:rPr lang="fr-FR" smtClean="0"/>
              <a:t>08/01/2016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9318-5F72-4A86-A676-DE24BE3E31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7221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82" y="1428331"/>
            <a:ext cx="4039301" cy="40398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9010" y="1428331"/>
            <a:ext cx="4039301" cy="40398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B79B7-3B8D-4192-86CB-679D59C43294}" type="datetimeFigureOut">
              <a:rPr lang="fr-FR" smtClean="0"/>
              <a:t>08/01/2016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9318-5F72-4A86-A676-DE24BE3E31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377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80" y="1370234"/>
            <a:ext cx="4040889" cy="5710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80" y="1941278"/>
            <a:ext cx="4040889" cy="352689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835" y="1370234"/>
            <a:ext cx="4042476" cy="5710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835" y="1941278"/>
            <a:ext cx="4042476" cy="352689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B79B7-3B8D-4192-86CB-679D59C43294}" type="datetimeFigureOut">
              <a:rPr lang="fr-FR" smtClean="0"/>
              <a:t>08/01/2016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9318-5F72-4A86-A676-DE24BE3E31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1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B79B7-3B8D-4192-86CB-679D59C43294}" type="datetimeFigureOut">
              <a:rPr lang="fr-FR" smtClean="0"/>
              <a:t>08/01/2016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9318-5F72-4A86-A676-DE24BE3E31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686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B79B7-3B8D-4192-86CB-679D59C43294}" type="datetimeFigureOut">
              <a:rPr lang="fr-FR" smtClean="0"/>
              <a:t>08/01/2016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9318-5F72-4A86-A676-DE24BE3E31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694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82" y="243725"/>
            <a:ext cx="3008835" cy="10372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671" y="243728"/>
            <a:ext cx="5112638" cy="52244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82" y="1280962"/>
            <a:ext cx="3008835" cy="41872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B79B7-3B8D-4192-86CB-679D59C43294}" type="datetimeFigureOut">
              <a:rPr lang="fr-FR" smtClean="0"/>
              <a:t>08/01/2016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9318-5F72-4A86-A676-DE24BE3E31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165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600" y="4284981"/>
            <a:ext cx="5487353" cy="50586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600" y="546959"/>
            <a:ext cx="5487353" cy="367284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600" y="4790847"/>
            <a:ext cx="5487353" cy="7184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B79B7-3B8D-4192-86CB-679D59C43294}" type="datetimeFigureOut">
              <a:rPr lang="fr-FR" smtClean="0"/>
              <a:t>08/01/2016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9318-5F72-4A86-A676-DE24BE3E31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2811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B79B7-3B8D-4192-86CB-679D59C43294}" type="datetimeFigureOut">
              <a:rPr lang="fr-FR" smtClean="0"/>
              <a:t>08/01/2016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9318-5F72-4A86-A676-DE24BE3E31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2477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30553" y="245142"/>
            <a:ext cx="2057757" cy="522302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82" y="245142"/>
            <a:ext cx="6020846" cy="522302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B79B7-3B8D-4192-86CB-679D59C43294}" type="datetimeFigureOut">
              <a:rPr lang="fr-FR" smtClean="0"/>
              <a:t>08/01/2016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9318-5F72-4A86-A676-DE24BE3E31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8197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82" y="245140"/>
            <a:ext cx="8231030" cy="1020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82" y="1428331"/>
            <a:ext cx="8231030" cy="40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81" y="5673634"/>
            <a:ext cx="2133971" cy="32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B79B7-3B8D-4192-86CB-679D59C43294}" type="datetimeFigureOut">
              <a:rPr lang="fr-FR" smtClean="0"/>
              <a:t>08/01/2016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744" y="5673634"/>
            <a:ext cx="2896103" cy="32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4341" y="5673634"/>
            <a:ext cx="2133971" cy="32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59318-5F72-4A86-A676-DE24BE3E31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76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Image 1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9658"/>
            <a:ext cx="9144000" cy="514350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25" name="Connecteur droit avec flèche 124"/>
          <p:cNvCxnSpPr>
            <a:stCxn id="130" idx="2"/>
          </p:cNvCxnSpPr>
          <p:nvPr/>
        </p:nvCxnSpPr>
        <p:spPr>
          <a:xfrm flipH="1">
            <a:off x="6228187" y="386468"/>
            <a:ext cx="1308844" cy="23049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avec flèche 125"/>
          <p:cNvCxnSpPr>
            <a:stCxn id="129" idx="2"/>
          </p:cNvCxnSpPr>
          <p:nvPr/>
        </p:nvCxnSpPr>
        <p:spPr>
          <a:xfrm flipH="1">
            <a:off x="2519772" y="387112"/>
            <a:ext cx="680826" cy="14401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Ellipse 126"/>
          <p:cNvSpPr/>
          <p:nvPr/>
        </p:nvSpPr>
        <p:spPr>
          <a:xfrm>
            <a:off x="683568" y="3051408"/>
            <a:ext cx="3672408" cy="20162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8" name="Connecteur droit 127"/>
          <p:cNvCxnSpPr>
            <a:stCxn id="127" idx="5"/>
            <a:endCxn id="133" idx="0"/>
          </p:cNvCxnSpPr>
          <p:nvPr/>
        </p:nvCxnSpPr>
        <p:spPr>
          <a:xfrm>
            <a:off x="3818164" y="4772363"/>
            <a:ext cx="885151" cy="9433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ZoneTexte 128"/>
          <p:cNvSpPr txBox="1"/>
          <p:nvPr/>
        </p:nvSpPr>
        <p:spPr>
          <a:xfrm>
            <a:off x="2411760" y="17780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Chamber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ZoneTexte 129"/>
          <p:cNvSpPr txBox="1"/>
          <p:nvPr/>
        </p:nvSpPr>
        <p:spPr>
          <a:xfrm>
            <a:off x="6817186" y="17136"/>
            <a:ext cx="143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cane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1" name="Connecteur droit avec flèche 130"/>
          <p:cNvCxnSpPr>
            <a:stCxn id="132" idx="2"/>
          </p:cNvCxnSpPr>
          <p:nvPr/>
        </p:nvCxnSpPr>
        <p:spPr>
          <a:xfrm flipH="1">
            <a:off x="3707904" y="386468"/>
            <a:ext cx="1594933" cy="18722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ZoneTexte 131"/>
          <p:cNvSpPr txBox="1"/>
          <p:nvPr/>
        </p:nvSpPr>
        <p:spPr>
          <a:xfrm>
            <a:off x="4283968" y="17136"/>
            <a:ext cx="2037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-lock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Chamber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ZoneTexte 132"/>
          <p:cNvSpPr txBox="1"/>
          <p:nvPr/>
        </p:nvSpPr>
        <p:spPr>
          <a:xfrm>
            <a:off x="4373737" y="5715704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ZoneTexte 133"/>
          <p:cNvSpPr txBox="1"/>
          <p:nvPr/>
        </p:nvSpPr>
        <p:spPr>
          <a:xfrm>
            <a:off x="5585" y="17136"/>
            <a:ext cx="2262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RHEED CCD Camera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5" name="Connecteur droit avec flèche 134"/>
          <p:cNvCxnSpPr>
            <a:stCxn id="134" idx="2"/>
          </p:cNvCxnSpPr>
          <p:nvPr/>
        </p:nvCxnSpPr>
        <p:spPr>
          <a:xfrm>
            <a:off x="1136665" y="386468"/>
            <a:ext cx="73630" cy="172883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avec flèche 135"/>
          <p:cNvCxnSpPr>
            <a:stCxn id="141" idx="0"/>
          </p:cNvCxnSpPr>
          <p:nvPr/>
        </p:nvCxnSpPr>
        <p:spPr>
          <a:xfrm flipH="1" flipV="1">
            <a:off x="180306" y="2340620"/>
            <a:ext cx="744843" cy="337508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ZoneTexte 140"/>
          <p:cNvSpPr txBox="1"/>
          <p:nvPr/>
        </p:nvSpPr>
        <p:spPr>
          <a:xfrm>
            <a:off x="85816" y="5715704"/>
            <a:ext cx="1678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Liquid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Nitrogen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Connecteur droit avec flèche 15"/>
          <p:cNvCxnSpPr>
            <a:stCxn id="21" idx="0"/>
          </p:cNvCxnSpPr>
          <p:nvPr/>
        </p:nvCxnSpPr>
        <p:spPr>
          <a:xfrm flipH="1" flipV="1">
            <a:off x="2519777" y="4772364"/>
            <a:ext cx="499306" cy="94443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2359287" y="5716800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H* 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chamber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7951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15</Words>
  <Application>Microsoft Office PowerPoint</Application>
  <PresentationFormat>Personnalisé</PresentationFormat>
  <Paragraphs>7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9</cp:revision>
  <dcterms:created xsi:type="dcterms:W3CDTF">2016-01-04T09:22:00Z</dcterms:created>
  <dcterms:modified xsi:type="dcterms:W3CDTF">2016-01-08T18:19:47Z</dcterms:modified>
</cp:coreProperties>
</file>